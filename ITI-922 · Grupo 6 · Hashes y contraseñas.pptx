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Lst>
  <p:sldSz cx="12192000" cy="6858000"/>
  <p:notesSz cx="6858000" cy="9144000"/>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barChart>
        <c:barDir val="col"/>
        <c:grouping val="clustered"/>
        <c:varyColors val="0"/>
        <c:ser>
          <c:idx val="0"/>
          <c:order val="0"/>
          <c:tx>
            <c:v>microsegundos por hash</c:v>
          </c:tx>
          <c:spPr>
            <a:solidFill>
              <a:srgbClr val="A5653E"/>
            </a:solidFill>
          </c:spPr>
          <c:invertIfNegative val="0"/>
          <c:dLbls>
            <c:numFmt formatCode="0.00" sourceLinked="0"/>
            <c:spPr>
              <a:noFill/>
              <a:ln>
                <a:noFill/>
              </a:ln>
              <a:effectLst/>
            </c:spPr>
            <c:txPr>
              <a:bodyPr anchorCtr="1"/>
              <a:lstStyle/>
              <a:p>
                <a:pPr>
                  <a:defRPr sz="1875" b="1">
                    <a:solidFill>
                      <a:srgbClr val="122630"/>
                    </a:solidFill>
                    <a:latin typeface="Manrope"/>
                    <a:ea typeface="Manrope"/>
                    <a:cs typeface="Manrope"/>
                  </a:defRPr>
                </a:pPr>
                <a:endParaRPr lang="es-419"/>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MD5</c:v>
              </c:pt>
              <c:pt idx="1">
                <c:v>SHA-256</c:v>
              </c:pt>
            </c:strLit>
          </c:cat>
          <c:val>
            <c:numLit>
              <c:formatCode>0.0</c:formatCode>
              <c:ptCount val="2"/>
              <c:pt idx="0">
                <c:v>1.22</c:v>
              </c:pt>
              <c:pt idx="1">
                <c:v>1.1299999999999999</c:v>
              </c:pt>
            </c:numLit>
          </c:val>
          <c:extLst>
            <c:ext xmlns:c16="http://schemas.microsoft.com/office/drawing/2014/chart" uri="{C3380CC4-5D6E-409C-BE32-E72D297353CC}">
              <c16:uniqueId val="{00000000-B10C-4BE6-A793-A240A9CBFE0D}"/>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122630"/>
                </a:solidFill>
                <a:latin typeface="Manrope"/>
                <a:ea typeface="Manrope"/>
                <a:cs typeface="Manrope"/>
              </a:defRPr>
            </a:pPr>
            <a:endParaRPr lang="es-419"/>
          </a:p>
        </c:txPr>
        <c:crossAx val="48672768"/>
        <c:crosses val="autoZero"/>
        <c:auto val="1"/>
        <c:lblAlgn val="ctr"/>
        <c:lblOffset val="100"/>
        <c:noMultiLvlLbl val="1"/>
      </c:catAx>
      <c:valAx>
        <c:axId val="48672768"/>
        <c:scaling>
          <c:orientation val="minMax"/>
          <c:max val="1.7"/>
          <c:min val="0"/>
        </c:scaling>
        <c:delete val="0"/>
        <c:axPos val="l"/>
        <c:majorGridlines>
          <c:spPr>
            <a:ln w="9525">
              <a:solidFill>
                <a:srgbClr val="D6D2C8"/>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275">
                <a:solidFill>
                  <a:srgbClr val="61717A"/>
                </a:solidFill>
                <a:latin typeface="Manrope"/>
                <a:ea typeface="Manrope"/>
                <a:cs typeface="Manrope"/>
              </a:defRPr>
            </a:pPr>
            <a:endParaRPr lang="es-419"/>
          </a:p>
        </c:txPr>
        <c:crossAx val="48650112"/>
        <c:crosses val="autoZero"/>
        <c:crossBetween val="between"/>
      </c:valAx>
      <c:spPr>
        <a:noFill/>
      </c:spPr>
    </c:plotArea>
    <c:plotVisOnly val="1"/>
    <c:dispBlanksAs val="zero"/>
    <c:showDLblsOverMax val="1"/>
  </c:chart>
  <c:spPr>
    <a:no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barChart>
        <c:barDir val="col"/>
        <c:grouping val="clustered"/>
        <c:varyColors val="0"/>
        <c:ser>
          <c:idx val="0"/>
          <c:order val="0"/>
          <c:tx>
            <c:v>milisegundos por hash</c:v>
          </c:tx>
          <c:spPr>
            <a:solidFill>
              <a:srgbClr val="287F83"/>
            </a:solidFill>
          </c:spPr>
          <c:invertIfNegative val="0"/>
          <c:dLbls>
            <c:numFmt formatCode="0.00" sourceLinked="0"/>
            <c:spPr>
              <a:noFill/>
              <a:ln>
                <a:noFill/>
              </a:ln>
              <a:effectLst/>
            </c:spPr>
            <c:txPr>
              <a:bodyPr anchorCtr="1"/>
              <a:lstStyle/>
              <a:p>
                <a:pPr>
                  <a:defRPr sz="1875" b="1">
                    <a:solidFill>
                      <a:srgbClr val="122630"/>
                    </a:solidFill>
                    <a:latin typeface="Manrope"/>
                    <a:ea typeface="Manrope"/>
                    <a:cs typeface="Manrope"/>
                  </a:defRPr>
                </a:pPr>
                <a:endParaRPr lang="es-419"/>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bcrypt</c:v>
              </c:pt>
              <c:pt idx="1">
                <c:v>Argon2id</c:v>
              </c:pt>
            </c:strLit>
          </c:cat>
          <c:val>
            <c:numLit>
              <c:formatCode>0</c:formatCode>
              <c:ptCount val="2"/>
              <c:pt idx="0">
                <c:v>1009.1556</c:v>
              </c:pt>
              <c:pt idx="1">
                <c:v>54.852989999999998</c:v>
              </c:pt>
            </c:numLit>
          </c:val>
          <c:extLst>
            <c:ext xmlns:c16="http://schemas.microsoft.com/office/drawing/2014/chart" uri="{C3380CC4-5D6E-409C-BE32-E72D297353CC}">
              <c16:uniqueId val="{00000000-10A4-4622-9FD9-94B218B6E0D8}"/>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725">
                <a:solidFill>
                  <a:srgbClr val="122630"/>
                </a:solidFill>
                <a:latin typeface="Manrope"/>
                <a:ea typeface="Manrope"/>
                <a:cs typeface="Manrope"/>
              </a:defRPr>
            </a:pPr>
            <a:endParaRPr lang="es-419"/>
          </a:p>
        </c:txPr>
        <c:crossAx val="48672768"/>
        <c:crosses val="autoZero"/>
        <c:auto val="1"/>
        <c:lblAlgn val="ctr"/>
        <c:lblOffset val="100"/>
        <c:noMultiLvlLbl val="1"/>
      </c:catAx>
      <c:valAx>
        <c:axId val="48672768"/>
        <c:scaling>
          <c:orientation val="minMax"/>
          <c:max val="1300"/>
          <c:min val="0"/>
        </c:scaling>
        <c:delete val="0"/>
        <c:axPos val="l"/>
        <c:majorGridlines>
          <c:spPr>
            <a:ln w="9525">
              <a:solidFill>
                <a:srgbClr val="D6D2C8"/>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275">
                <a:solidFill>
                  <a:srgbClr val="61717A"/>
                </a:solidFill>
                <a:latin typeface="Manrope"/>
                <a:ea typeface="Manrope"/>
                <a:cs typeface="Manrope"/>
              </a:defRPr>
            </a:pPr>
            <a:endParaRPr lang="es-419"/>
          </a:p>
        </c:txPr>
        <c:crossAx val="48650112"/>
        <c:crosses val="autoZero"/>
        <c:crossBetween val="between"/>
      </c:valAx>
      <c:spPr>
        <a:noFill/>
      </c:spPr>
    </c:plotArea>
    <c:plotVisOnly val="1"/>
    <c:dispBlanksAs val="zero"/>
    <c:showDLblsOverMax val="1"/>
  </c:chart>
  <c:spPr>
    <a:no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Fiorella</a:t>
            </a:r>
          </a:p>
          <a:p>
            <a:r>
              <a:t>TIEMPO: 20 segundos</a:t>
            </a:r>
          </a:p>
          <a:p>
            <a:endParaRPr/>
          </a:p>
          <a:p>
            <a:r>
              <a:t>El proyecto compara cuatro formas de guardar contraseñas y muestra qué ocurre si alguien obtiene la base de hashes. Todos los usuarios y las claves son inventados. Recorrido: teoría 8 minutos, caso real 3 minutos, demo con cierre y preguntas 9 minutos, defensa 5 minutos. Los nombres completos coinciden con la portada del informe adjunto. Imagen de portada: ilustración conceptual generada para esta presentación, no representación de un mecanismo criptográfico. Tipografía: Manrope, proyecto Google Fonts. Fuentes visuales: imagen conceptual generada y logotipo de UTN extraído sin alterar del informe.</a:t>
            </a:r>
          </a:p>
          <a:p>
            <a:endParaRPr/>
          </a:p>
          <a:p>
            <a:r>
              <a:t>FUENTES</a:t>
            </a:r>
          </a:p>
          <a:p>
            <a:r>
              <a:t>Informe del grupo: «Hashes y contraseñas (Grupo 6)», documento adjunto con fecha de portada 21/10/2026.</a:t>
            </a:r>
          </a:p>
          <a:p>
            <a:r>
              <a:t>https://github.com/fio202/ITI-922-grupo6-hashes</a:t>
            </a:r>
          </a:p>
          <a:p>
            <a:r>
              <a:t>https://github.com/google/fonts/tree/main/ofl/manrope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Ivannia</a:t>
            </a:r>
          </a:p>
          <a:p>
            <a:r>
              <a:t>TIEMPO: 60 segundos</a:t>
            </a:r>
          </a:p>
          <a:p>
            <a:endParaRPr/>
          </a:p>
          <a:p>
            <a:r>
              <a:t>Una función hash transforma datos de cualquier tamaño en una huella de tamaño fijo, para una función concreta como SHA-256. Es determinista. Para comprobar un archivo necesitamos comparar con una huella de referencia confiable. En firmas digitales se firma una representación del mensaje basada en su hash. Blockchain enlaza bloques mediante hashes. HMAC agrega una llave. Para contraseñas usamos funciones diseñadas para encarecer las adivinaciones. Un hash no se descifra con una llave, pero una contraseña sí puede descubrirse probando candidatas.</a:t>
            </a:r>
          </a:p>
          <a:p>
            <a:endParaRPr/>
          </a:p>
          <a:p>
            <a:r>
              <a:t>FUENTES</a:t>
            </a:r>
          </a:p>
          <a:p>
            <a:r>
              <a:t>https://csrc.nist.gov/pubs/fips/202/final</a:t>
            </a:r>
          </a:p>
          <a:p>
            <a:r>
              <a:t>https://www.rfc-editor.org/rfc/rfc2104.html</a:t>
            </a:r>
          </a:p>
          <a:p>
            <a:r>
              <a:t>https://cheatsheetseries.owasp.org/cheatsheets/Password_Storage_Cheat_Sheet.html</a:t>
            </a:r>
          </a:p>
          <a:p>
            <a:endParaRPr/>
          </a:p>
          <a:p>
            <a:r>
              <a:t>FUENTE DE CONTENIDO ADICIONAL</a:t>
            </a:r>
          </a:p>
          <a:p>
            <a:r>
              <a:t>Informe del grupo: «Hashes y contraseñas (Grupo 6)», documento adjunto con fecha de portada 21/10/2026.</a:t>
            </a:r>
          </a:p>
          <a:p>
            <a:endParaRPr/>
          </a:p>
          <a:p>
            <a:r>
              <a:t>El hash de costarica se reproduce de resultados/sal.txt. Los usos se distinguen: HMAC emplea un secreto compartido; blockchain enlaza bloques usando hashes. Una huella de referencia para integridad debe ser confiable.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Ivannia</a:t>
            </a:r>
          </a:p>
          <a:p>
            <a:r>
              <a:t>TIEMPO: 65 segundos</a:t>
            </a:r>
          </a:p>
          <a:p>
            <a:endParaRPr/>
          </a:p>
          <a:p>
            <a:r>
              <a:t>Resistir preimagen significa que, dada una huella, debe ser difícil hallar una entrada que la produzca. En segunda preimagen ya existe un mensaje concreto y buscamos otro que lo reemplace sin cambiar la huella. En colisiones podemos elegir los dos mensajes. No son el mismo ataque. Las colisiones existen porque el conjunto de entradas es mayor que el de salidas, pero encontrarlas debería ser impráctico. El efecto avalancha describe difusión: muchos bits cambian cuando modificamos poco la entrada. Observar avalancha no prueba que un hash sea seguro, como ilustra MD5.</a:t>
            </a:r>
          </a:p>
          <a:p>
            <a:endParaRPr/>
          </a:p>
          <a:p>
            <a:r>
              <a:t>FUENTES</a:t>
            </a:r>
          </a:p>
          <a:p>
            <a:r>
              <a:t>https://www.rfc-editor.org/rfc/rfc6151.html</a:t>
            </a:r>
          </a:p>
          <a:p>
            <a:r>
              <a:t>https://security.googleblog.com/2017/02/announcing-first-sha1-collision.html</a:t>
            </a:r>
          </a:p>
          <a:p>
            <a:r>
              <a:t>https://csrc.nist.gov/pubs/fips/202/final</a:t>
            </a:r>
          </a:p>
          <a:p>
            <a:endParaRPr/>
          </a:p>
          <a:p>
            <a:r>
              <a:t>FUENTE DE CONTENIDO ADICIONAL</a:t>
            </a:r>
          </a:p>
          <a:p>
            <a:r>
              <a:t>Informe del grupo: «Hashes y contraseñas (Grupo 6)», documento adjunto con fecha de portada 21/10/2026.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Anyelina</a:t>
            </a:r>
          </a:p>
          <a:p>
            <a:r>
              <a:t>TIEMPO: 65 segundos</a:t>
            </a:r>
          </a:p>
          <a:p>
            <a:endParaRPr/>
          </a:p>
          <a:p>
            <a:r>
              <a:t>MD5 está roto para resistencia a colisiones. En 2017, el equipo de CWI y Google presentó dos PDF diferentes con el mismo SHA-1 en SHAttered. SHA-2 y SHA-3 sirven para aplicaciones de hash de uso general, pero no debemos usar una sola ejecución de SHA-256 para guardar contraseñas. Su rapidez permite probar muchas candidatas. La inseguridad del almacenamiento de contraseñas con MD5 o SHA-1 no depende de que exista una colisión práctica. Un atacante puede simplemente adivinar la clave y comprobar su hash.</a:t>
            </a:r>
          </a:p>
          <a:p>
            <a:endParaRPr/>
          </a:p>
          <a:p>
            <a:r>
              <a:t>FUENTES</a:t>
            </a:r>
          </a:p>
          <a:p>
            <a:r>
              <a:t>https://www.rfc-editor.org/rfc/rfc6151.html</a:t>
            </a:r>
          </a:p>
          <a:p>
            <a:r>
              <a:t>https://security.googleblog.com/2017/02/announcing-first-sha1-collision.html</a:t>
            </a:r>
          </a:p>
          <a:p>
            <a:r>
              <a:t>https://csrc.nist.gov/pubs/fips/202/final</a:t>
            </a:r>
          </a:p>
          <a:p>
            <a:r>
              <a:t>https://cheatsheetseries.owasp.org/cheatsheets/Password_Storage_Cheat_Sheet.html</a:t>
            </a:r>
          </a:p>
          <a:p>
            <a:endParaRPr/>
          </a:p>
          <a:p>
            <a:r>
              <a:t>FUENTE DE CONTENIDO ADICIONAL</a:t>
            </a:r>
          </a:p>
          <a:p>
            <a:r>
              <a:t>Informe del grupo: «Hashes y contraseñas (Grupo 6)», documento adjunto con fecha de portada 21/10/2026.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Anyelina</a:t>
            </a:r>
          </a:p>
          <a:p>
            <a:r>
              <a:t>TIEMPO: 65 segundos</a:t>
            </a:r>
          </a:p>
          <a:p>
            <a:endParaRPr/>
          </a:p>
          <a:p>
            <a:r>
              <a:t>Si alguien copia la base puede hacer intentos fuera del sistema. El bloqueo de inicio de sesión no limita ese trabajo fuera de línea. Fuerza bruta recorre un espacio de combinaciones y diccionario prueba candidatas de una lista. Una tabla arcoíris usa cadenas de hash y reducción para ahorrar almacenamiento. El script del grupo implementa un diccionario con una tabla de consulta simple para MD5 y SHA-256, no una rainbow table propiamente dicha. La sal única evita reutilizar la misma tabla entre usuarios, pero no impide probar candidatas contra un usuario.</a:t>
            </a:r>
          </a:p>
          <a:p>
            <a:endParaRPr/>
          </a:p>
          <a:p>
            <a:r>
              <a:t>FUENTES</a:t>
            </a:r>
          </a:p>
          <a:p>
            <a:r>
              <a:t>https://cheatsheetseries.owasp.org/cheatsheets/Password_Storage_Cheat_Sheet.html</a:t>
            </a:r>
          </a:p>
          <a:p>
            <a:r>
              <a:t>https://github.com/fio202/ITI-922-grupo6-hashes/blob/main/ataque_diccionario.py</a:t>
            </a:r>
          </a:p>
          <a:p>
            <a:endParaRPr/>
          </a:p>
          <a:p>
            <a:r>
              <a:t>FUENTE DE CONTENIDO ADICIONAL</a:t>
            </a:r>
          </a:p>
          <a:p>
            <a:r>
              <a:t>Informe del grupo: «Hashes y contraseñas (Grupo 6)», documento adjunto con fecha de portada 21/10/2026.</a:t>
            </a:r>
          </a:p>
          <a:p>
            <a:endParaRPr/>
          </a:p>
          <a:p>
            <a:r>
              <a:t>El script del grupo usa una tabla de consulta directa para MD5/SHA-256. Una tabla arcoíris propiamente dicha usa cadenas de hash y reducción. No afirmar que ambos mecanismos sean idénticos.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Harold</a:t>
            </a:r>
          </a:p>
          <a:p>
            <a:r>
              <a:t>TIEMPO: 75 segundos</a:t>
            </a:r>
          </a:p>
          <a:p>
            <a:endParaRPr/>
          </a:p>
          <a:p>
            <a:r>
              <a:t>Mi parte explica cómo encarecemos cada intento. PBKDF2 deriva una clave a partir de una contraseña y una sal mediante muchas iteraciones de una función seudoaleatoria, normalmente HMAC. bcrypt es una función adaptativa para hash de contraseñas basada en una expansión de clave costosa. Aumentar su costo en uno aproximadamente duplica el trabajo. scrypt incorpora un consumo significativo de memoria. Argon2id permite ajustar memoria, pasadas y paralelismo. Estas funciones no vuelven fuerte una contraseña débil. PBKDF2 y scrypt se investigan en la teoría; la práctica del grupo implementa bcrypt y Argon2id, además de MD5 y SHA-256. No presentar PBKDF2 o scrypt como algoritmos medidos en este experimento.</a:t>
            </a:r>
          </a:p>
          <a:p>
            <a:endParaRPr/>
          </a:p>
          <a:p>
            <a:r>
              <a:t>FUENTES</a:t>
            </a:r>
          </a:p>
          <a:p>
            <a:r>
              <a:t>https://www.rfc-editor.org/rfc/rfc8018.html</a:t>
            </a:r>
          </a:p>
          <a:p>
            <a:r>
              <a:t>https://www.rfc-editor.org/rfc/rfc7914.html</a:t>
            </a:r>
          </a:p>
          <a:p>
            <a:r>
              <a:t>https://www.rfc-editor.org/rfc/rfc9106.html</a:t>
            </a:r>
          </a:p>
          <a:p>
            <a:r>
              <a:t>https://cheatsheetseries.owasp.org/cheatsheets/Password_Storage_Cheat_Sheet.html</a:t>
            </a:r>
          </a:p>
          <a:p>
            <a:endParaRPr/>
          </a:p>
          <a:p>
            <a:r>
              <a:t>FUENTE DE CONTENIDO ADICIONAL</a:t>
            </a:r>
          </a:p>
          <a:p>
            <a:r>
              <a:t>Informe del grupo: «Hashes y contraseñas (Grupo 6)», documento adjunto con fecha de portada 21/10/2026.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Harold</a:t>
            </a:r>
          </a:p>
          <a:p>
            <a:r>
              <a:t>TIEMPO: 75 segundos</a:t>
            </a:r>
          </a:p>
          <a:p>
            <a:endParaRPr/>
          </a:p>
          <a:p>
            <a:r>
              <a:t>La sal debe ser aleatoria y diferente para cada contraseña. No es una llave secreta. bcrypt y la API PasswordHasher de Argon2 generan la sal e incluyen los datos necesarios en el resultado. El costo aumenta el trabajo de cada prueba. bcrypt usa costo 12, es decir un factor basado en 2 elevado a 12. En Argon2id, m son 19 456 KiB, equivalentes a 19 MiB; t es el número de pasadas sobre la memoria y p el número de lanes. Pedir RAM dificulta ejecutar enormes cantidades de intentos simultáneos. Un pepper, como idea adicional, sí es secreto y se guarda aparte. El repo no implementa ese reto. Los 15 MiB del kickoff no coinciden con la configuración adoptada, por eso usamos 19 MiB.</a:t>
            </a:r>
          </a:p>
          <a:p>
            <a:endParaRPr/>
          </a:p>
          <a:p>
            <a:r>
              <a:t>FUENTES</a:t>
            </a:r>
          </a:p>
          <a:p>
            <a:r>
              <a:t>https://www.rfc-editor.org/rfc/rfc9106.html</a:t>
            </a:r>
          </a:p>
          <a:p>
            <a:r>
              <a:t>https://cheatsheetseries.owasp.org/cheatsheets/Password_Storage_Cheat_Sheet.html</a:t>
            </a:r>
          </a:p>
          <a:p>
            <a:r>
              <a:t>https://github.com/fio202/ITI-922-grupo6-hashes/blob/main/login.py</a:t>
            </a:r>
          </a:p>
          <a:p>
            <a:endParaRPr/>
          </a:p>
          <a:p>
            <a:r>
              <a:t>FUENTE DE CONTENIDO ADICIONAL</a:t>
            </a:r>
          </a:p>
          <a:p>
            <a:r>
              <a:t>Informe del grupo: «Hashes y contraseñas (Grupo 6)», documento adjunto con fecha de portada 21/10/2026.</a:t>
            </a:r>
          </a:p>
          <a:p>
            <a:endParaRPr/>
          </a:p>
          <a:p>
            <a:r>
              <a:t>Parámetros del proyecto: m = 19 456 KiB, t = 2 y p = 1. Equivalen a 19 MiB. La sal única evita compartir tablas precalculadas y el costo encarece las pruebas. El pepper se explica como control adicional, no como reto implementado.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Fiorella</a:t>
            </a:r>
          </a:p>
          <a:p>
            <a:r>
              <a:t>TIEMPO: 55 segundos</a:t>
            </a:r>
          </a:p>
          <a:p>
            <a:endParaRPr/>
          </a:p>
          <a:p>
            <a:r>
              <a:t>Registramos cada usuario con cuatro hashes para compararlos en el laboratorio. SQLite almacena usuario, md5, sha256, bcrypt y argon2. Los scripts de Ivannia importan las funciones de login.py sin abrir el menú, gracias a la condición if __name__ == "__main__". Al iniciar sesión cada verificador evalúa la contraseña suministrada y mide su tiempo con perf_counter. Esta arquitectura es didáctica: en una empresa no conservaríamos MD5 junto al hash seguro, porque el atacante elegiría la vía más fácil. Aquí terminan los 8 minutos de teoría.</a:t>
            </a:r>
          </a:p>
          <a:p>
            <a:endParaRPr/>
          </a:p>
          <a:p>
            <a:r>
              <a:t>FUENTES</a:t>
            </a:r>
          </a:p>
          <a:p>
            <a:r>
              <a:t>https://github.com/fio202/ITI-922-grupo6-hashes/blob/main/login.py</a:t>
            </a:r>
          </a:p>
          <a:p>
            <a:endParaRPr/>
          </a:p>
          <a:p>
            <a:r>
              <a:t>FUENTE DE CONTENIDO ADICIONAL</a:t>
            </a:r>
          </a:p>
          <a:p>
            <a:r>
              <a:t>Informe del grupo: «Hashes y contraseñas (Grupo 6)», documento adjunto con fecha de portada 21/10/2026.</a:t>
            </a:r>
          </a:p>
          <a:p>
            <a:endParaRPr/>
          </a:p>
          <a:p>
            <a:r>
              <a:t>Este diagrama representa el flujo, no una interfaz gráfica del programa. El verificador obtiene sal y parámetros del hash almacenado. Nunca se genera otra sal aleatoria para comprobar una contraseña existente.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Fiorella</a:t>
            </a:r>
          </a:p>
          <a:p>
            <a:r>
              <a:t>TIEMPO: 90 segundos</a:t>
            </a:r>
          </a:p>
          <a:p>
            <a:endParaRPr/>
          </a:p>
          <a:p>
            <a:r>
              <a:t>El 12 de junio de 2012 LinkedIn informó que había conocido el robo de aproximadamente 6,5 millones de contraseñas. Esta es la cifra inicialmente divulgada, no el tamaño total que se conoció después. El registro de Have I Been Pwned documenta que la filtración utilizó SHA-1 sin sal y que años después salió a la luz un conjunto mucho mayor. El comunicado de LinkedIn confirmó la transición a un sistema que usaba hash y sal. No descargamos ni atacamos esos datos reales. Usamos el caso únicamente como evidencia documental. La lección principal es que guardar una huella no basta: importan el algoritmo, la sal y el costo.</a:t>
            </a:r>
          </a:p>
          <a:p>
            <a:endParaRPr/>
          </a:p>
          <a:p>
            <a:r>
              <a:t>FUENTES</a:t>
            </a:r>
          </a:p>
          <a:p>
            <a:r>
              <a:t>https://news.linkedin.com/2012/06/linkedin-summarizes-password-theft-and-member-security-efforts</a:t>
            </a:r>
          </a:p>
          <a:p>
            <a:r>
              <a:t>https://haveibeenpwned.com/breach/LinkedIn</a:t>
            </a:r>
          </a:p>
          <a:p>
            <a:endParaRPr/>
          </a:p>
          <a:p>
            <a:r>
              <a:t>FUENTE DE CONTENIDO ADICIONAL</a:t>
            </a:r>
          </a:p>
          <a:p>
            <a:r>
              <a:t>Informe del grupo: «Hashes y contraseñas (Grupo 6)», documento adjunto con fecha de portada 21/10/2026.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Anyelina</a:t>
            </a:r>
          </a:p>
          <a:p>
            <a:r>
              <a:t>TIEMPO: 90 segundos</a:t>
            </a:r>
          </a:p>
          <a:p>
            <a:endParaRPr/>
          </a:p>
          <a:p>
            <a:r>
              <a:t>La filtración entrega al atacante un problema que puede resolver en sus propios equipos. Un hash rápido reduce el costo por candidata, y la falta de sal permite comparar cálculos precalculados contra muchas cuentas. Si una persona reutiliza la clave, descubrirla puede facilitar intentos en otros servicios. Nuestra práctica conecta con el caso porque muestra coincidencias entre claves repetidas y diferencias enormes de costo. No atribuir la filtración de 2012 a SHAttered: esa demostración de colisiones llegó en 2017 y responde a otro problema criptográfico. La defensa moderna combina un esquema para contraseñas, una sal única y un costo apropiado. Aquí terminan los 3 minutos del caso real.</a:t>
            </a:r>
          </a:p>
          <a:p>
            <a:endParaRPr/>
          </a:p>
          <a:p>
            <a:r>
              <a:t>FUENTES</a:t>
            </a:r>
          </a:p>
          <a:p>
            <a:r>
              <a:t>https://news.linkedin.com/2012/06/linkedin-summarizes-password-theft-and-member-security-efforts</a:t>
            </a:r>
          </a:p>
          <a:p>
            <a:r>
              <a:t>https://haveibeenpwned.com/breach/LinkedIn</a:t>
            </a:r>
          </a:p>
          <a:p>
            <a:r>
              <a:t>https://cheatsheetseries.owasp.org/cheatsheets/Password_Storage_Cheat_Sheet.html</a:t>
            </a:r>
          </a:p>
          <a:p>
            <a:endParaRPr/>
          </a:p>
          <a:p>
            <a:r>
              <a:t>FUENTE DE CONTENIDO ADICIONAL</a:t>
            </a:r>
          </a:p>
          <a:p>
            <a:r>
              <a:t>Informe del grupo: «Hashes y contraseñas (Grupo 6)», documento adjunto con fecha de portada 21/10/2026.</a:t>
            </a:r>
          </a:p>
          <a:p>
            <a:endParaRPr/>
          </a:p>
          <a:p>
            <a:r>
              <a:t>El informe menciona la publicación posterior de 2016. La presentación evita mezclar el alcance inicialmente divulgado con las cifras posteriores. No usar SHAttered como explicación de la filtración de 2012.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Fiorella</a:t>
            </a:r>
          </a:p>
          <a:p>
            <a:r>
              <a:t>TIEMPO: 100 segundos</a:t>
            </a:r>
          </a:p>
          <a:p>
            <a:endParaRPr/>
          </a:p>
          <a:p>
            <a:r>
              <a:t>ANTES DE EXPONER: abrir Ubuntu, activar venv y dejar la terminal dentro del repo. Tener una base con los 9 usuarios de prueba. No ejecutar opciones que borren datos. EN VIVO: python login.py. Usar opción 4 solo si aún no se cargaron los usuarios. Mostrar opción 3. Probar login con carla / costarica y luego clave incorrecta. Registrar un usuario inventado adicional solo si hay tiempo, avisando que los resultados guardados corresponden a 9 usuarios; usar una copia de la base si se quiere conservar el conjunto inicial. Mostrar los campos con SQLite: sqlite3 usuarios.db "SELECT usuario, md5, sha256, bcrypt, argon2 FROM usuarios LIMIT 1;". Esta consulta se puede ejecutar en una segunda terminal del mismo equipo. No se necesita otra PC. No mostrar contraseñas personales.</a:t>
            </a:r>
          </a:p>
          <a:p>
            <a:endParaRPr/>
          </a:p>
          <a:p>
            <a:r>
              <a:t>FUENTES</a:t>
            </a:r>
          </a:p>
          <a:p>
            <a:r>
              <a:t>https://github.com/fio202/ITI-922-grupo6-hashes/blob/main/login.py</a:t>
            </a:r>
          </a:p>
          <a:p>
            <a:endParaRPr/>
          </a:p>
          <a:p>
            <a:r>
              <a:t>FUENTE DE CONTENIDO ADICIONAL</a:t>
            </a:r>
          </a:p>
          <a:p>
            <a:r>
              <a:t>Informe del grupo: «Hashes y contraseñas (Grupo 6)», documento adjunto con fecha de portada 21/10/2026.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Ivannia</a:t>
            </a:r>
          </a:p>
          <a:p>
            <a:r>
              <a:t>TIEMPO: 100 segundos</a:t>
            </a:r>
          </a:p>
          <a:p>
            <a:endParaRPr/>
          </a:p>
          <a:p>
            <a:r>
              <a:t>Salir del menú con opción 0 y ejecutar python ataque_diccionario.py desde la raíz. MD5 y SHA-256 calculan 24 hashes y consultan a los 9 usuarios. bcrypt y Argon2id prueban un máximo de 10 palabras contra los primeros 4 usuarios, y se detienen al encontrar la clave. La corrida guardada realizó 17 verificaciones por esquema lento: bcrypt tardó 10,8944 s y Argon2id 0,9542 s. Los 3 usuarios descubiertos fueron ana, bruno y carla. Diego no se descubrió en esa muestra. Ivan no estuvo en la muestra lenta, por lo tanto no afirmamos que su clave aleatoria resistió una prueba de bcrypt o Argon2id que no se ejecutó. No comparar 6/9 contra 3/4 como porcentajes equivalentes ni presentar la razón de velocidades como una medición universal. La tabla representa estrategias y cargas distintas.</a:t>
            </a:r>
          </a:p>
          <a:p>
            <a:endParaRPr/>
          </a:p>
          <a:p>
            <a:r>
              <a:t>FUENTES</a:t>
            </a:r>
          </a:p>
          <a:p>
            <a:r>
              <a:t>https://github.com/fio202/ITI-922-grupo6-hashes/blob/main/resultados/ataque.txt</a:t>
            </a:r>
          </a:p>
          <a:p>
            <a:r>
              <a:t>https://github.com/fio202/ITI-922-grupo6-hashes/blob/main/ataque_diccionario.py</a:t>
            </a:r>
          </a:p>
          <a:p>
            <a:endParaRPr/>
          </a:p>
          <a:p>
            <a:r>
              <a:t>FUENTE DE CONTENIDO ADICIONAL</a:t>
            </a:r>
          </a:p>
          <a:p>
            <a:r>
              <a:t>Informe del grupo: «Hashes y contraseñas (Grupo 6)», documento adjunto con fecha de portada 21/10/2026.</a:t>
            </a:r>
          </a:p>
          <a:p>
            <a:endParaRPr/>
          </a:p>
          <a:p>
            <a:r>
              <a:t>Explicar las limitaciones antes de comparar porcentajes. No repetir la afirmación del informe de que la clave aleatoria resistió los cuatro esquemas: ivan no estuvo en la muestra lenta. No presentar la razón aproximada de 154 000 como una comparación universal o controlada. El informe y las cifras del repositorio se mantienen como fuentes, con esta precisión de alcance.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Ivannia</a:t>
            </a:r>
          </a:p>
          <a:p>
            <a:r>
              <a:t>TIEMPO: 60 segundos</a:t>
            </a:r>
          </a:p>
          <a:p>
            <a:endParaRPr/>
          </a:p>
          <a:p>
            <a:r>
              <a:t>Estos gráficos usan los datos de tiempos.txt: MD5 0,00122 ms, SHA-256 0,00113 ms, bcrypt 1009,15560 ms y Argon2id 54,85299 ms. A la izquierda convertimos las cifras de ms a microsegundos multiplicando por mil. Cada panel tiene su propia escala y unidad. El script mide generación de hashes, con sal nueva para los esquemas adecuados: repite 20 000 veces los rápidos y 50 veces los lentos. No son las mismas cifras que intentos/segundo del ataque, que mide verificación y consulta. La VM, la carga del sistema, los parámetros y el tamaño de muestra afectan el resultado. Que bcrypt tarde más en esta corrida no demuestra mayor seguridad que Argon2id. No ejecutar graficos.py durante la demo: las 50 repeticiones de bcrypt pueden tardar cerca de un minuto. Los gráficos ya están preparados.</a:t>
            </a:r>
          </a:p>
          <a:p>
            <a:endParaRPr/>
          </a:p>
          <a:p>
            <a:r>
              <a:t>FUENTES</a:t>
            </a:r>
          </a:p>
          <a:p>
            <a:r>
              <a:t>https://github.com/fio202/ITI-922-grupo6-hashes/blob/main/resultados/tiempos.txt</a:t>
            </a:r>
          </a:p>
          <a:p>
            <a:r>
              <a:t>https://github.com/fio202/ITI-922-grupo6-hashes/blob/main/graficos.py</a:t>
            </a:r>
          </a:p>
          <a:p>
            <a:endParaRPr/>
          </a:p>
          <a:p>
            <a:r>
              <a:t>FUENTE DE CONTENIDO ADICIONAL</a:t>
            </a:r>
          </a:p>
          <a:p>
            <a:r>
              <a:t>Informe del grupo: «Hashes y contraseñas (Grupo 6)», documento adjunto con fecha de portada 21/10/2026.</a:t>
            </a:r>
          </a:p>
          <a:p>
            <a:endParaRPr/>
          </a:p>
          <a:p>
            <a:r>
              <a:t>Los gráficos del informe mezclan tasas derivadas del tiempo de generación con tasas medidas en el ataque. Aquí se distinguen claramente: esta lámina muestra generación de hashes. La anterior muestra intentos medidos por el script de ataque. Las escalas se indican en cada panel para conservar las cuatro cifras legibles.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Ivannia</a:t>
            </a:r>
          </a:p>
          <a:p>
            <a:r>
              <a:t>TIEMPO: 50 segundos</a:t>
            </a:r>
          </a:p>
          <a:p>
            <a:endParaRPr/>
          </a:p>
          <a:p>
            <a:r>
              <a:t>Ejecutar python experimento_sal.py y leer los hashes completos de carla y gabriela. En MD5 y SHA-256 coinciden. En bcrypt y Argon2id difieren por sus sales aleatorias. Los puntos suspensivos en la diapositiva indican fragmentos, no hashes válidos. Explicar que para verificar no generamos una sal nueva: la biblioteca extrae la sal y los parámetros del valor almacenado. La sal no impide descubrir costarica si se prueba como candidata. Su propósito es evitar que la misma clave dé el mismo resultado entre cuentas y eliminar la reutilización de tablas genéricas.</a:t>
            </a:r>
          </a:p>
          <a:p>
            <a:endParaRPr/>
          </a:p>
          <a:p>
            <a:r>
              <a:t>FUENTES</a:t>
            </a:r>
          </a:p>
          <a:p>
            <a:r>
              <a:t>https://github.com/fio202/ITI-922-grupo6-hashes/blob/main/resultados/sal.txt</a:t>
            </a:r>
          </a:p>
          <a:p>
            <a:r>
              <a:t>https://github.com/fio202/ITI-922-grupo6-hashes/blob/main/experimento_sal.py</a:t>
            </a:r>
          </a:p>
          <a:p>
            <a:endParaRPr/>
          </a:p>
          <a:p>
            <a:r>
              <a:t>FUENTE DE CONTENIDO ADICIONAL</a:t>
            </a:r>
          </a:p>
          <a:p>
            <a:r>
              <a:t>Informe del grupo: «Hashes y contraseñas (Grupo 6)», documento adjunto con fecha de portada 21/10/2026.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Ivannia</a:t>
            </a:r>
          </a:p>
          <a:p>
            <a:r>
              <a:t>TIEMPO: 45 segundos</a:t>
            </a:r>
          </a:p>
          <a:p>
            <a:endParaRPr/>
          </a:p>
          <a:p>
            <a:r>
              <a:t>Ejecutar python efecto_avalancha.py. Se comparan dos cadenas que difieren en un carácter, no afirmamos que solo cambia un bit de entrada. El script calcula los hashes, hace XOR de las representaciones binarias y cuenta los bits encendidos. MD5 cambia 64 de 128 y SHA-256 129 de 256. La cifra de aproximadamente la mitad ilustra difusión, pero una sola pareja no prueba el criterio de avalancha de manera estadística ni garantiza resistencia a colisiones. MD5 puede mostrar este efecto y seguir siendo inseguro.</a:t>
            </a:r>
          </a:p>
          <a:p>
            <a:endParaRPr/>
          </a:p>
          <a:p>
            <a:r>
              <a:t>FUENTES</a:t>
            </a:r>
          </a:p>
          <a:p>
            <a:r>
              <a:t>https://github.com/fio202/ITI-922-grupo6-hashes/blob/main/resultados/avalancha.txt</a:t>
            </a:r>
          </a:p>
          <a:p>
            <a:r>
              <a:t>https://github.com/fio202/ITI-922-grupo6-hashes/blob/main/efecto_avalancha.py</a:t>
            </a:r>
          </a:p>
          <a:p>
            <a:endParaRPr/>
          </a:p>
          <a:p>
            <a:r>
              <a:t>FUENTE DE CONTENIDO ADICIONAL</a:t>
            </a:r>
          </a:p>
          <a:p>
            <a:r>
              <a:t>Informe del grupo: «Hashes y contraseñas (Grupo 6)», documento adjunto con fecha de portada 21/10/2026.</a:t>
            </a:r>
          </a:p>
          <a:p>
            <a:endParaRPr/>
          </a:p>
          <a:p>
            <a:r>
              <a:t>La matriz representa exactamente el XOR de los dos hashes SHA-256, no un patrón decorativo. Tiene 129 celdas cobre y 127 grises. Cada celda es un objeto editable. Un carácter distinto no implica un solo bit distinto en la entrada. Observar avalancha no demuestra por sí solo resistencia a preimagen o colisiones.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Ivannia</a:t>
            </a:r>
          </a:p>
          <a:p>
            <a:r>
              <a:t>TIEMPO: 45 segundos</a:t>
            </a:r>
          </a:p>
          <a:p>
            <a:endParaRPr/>
          </a:p>
          <a:p>
            <a:r>
              <a:t>Ejecutar python demo_hmac.py. Con el mensaje original el código verifica. Si cambia el monto y la cuenta, el mismo código ya no valida. El receptor vuelve a calcular HMAC con la llave compartida y compara el resultado mediante hmac.compare_digest. Un hash simple puede detectar cambios si la huella de referencia está protegida. Si un atacante puede modificar mensaje y hash, puede recalcular ambos. HMAC impide fabricar un código correcto sin conocer la llave, bajo los supuestos del esquema. No cifra ni oculta el contenido y no sustituye una firma digital, porque los participantes comparten el secreto.</a:t>
            </a:r>
          </a:p>
          <a:p>
            <a:endParaRPr/>
          </a:p>
          <a:p>
            <a:r>
              <a:t>FUENTES</a:t>
            </a:r>
          </a:p>
          <a:p>
            <a:r>
              <a:t>https://www.rfc-editor.org/rfc/rfc2104.html</a:t>
            </a:r>
          </a:p>
          <a:p>
            <a:r>
              <a:t>https://github.com/fio202/ITI-922-grupo6-hashes/blob/main/resultados/hmac.txt</a:t>
            </a:r>
          </a:p>
          <a:p>
            <a:r>
              <a:t>https://github.com/fio202/ITI-922-grupo6-hashes/blob/main/demo_hmac.py</a:t>
            </a:r>
          </a:p>
          <a:p>
            <a:endParaRPr/>
          </a:p>
          <a:p>
            <a:r>
              <a:t>FUENTE DE CONTENIDO ADICIONAL</a:t>
            </a:r>
          </a:p>
          <a:p>
            <a:r>
              <a:t>Informe del grupo: «Hashes y contraseñas (Grupo 6)», documento adjunto con fecha de portada 21/10/2026.</a:t>
            </a:r>
          </a:p>
          <a:p>
            <a:endParaRPr/>
          </a:p>
          <a:p>
            <a:r>
              <a:t>Corrección de la sección de usos del informe: el encadenamiento de bloques corresponde a blockchain. HMAC es un código de autenticación con llave compartida. No oculta el mensaje y no es una firma digital. La demo modifica monto y cuenta; no afirmar que solo cambia un carácter.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Harold</a:t>
            </a:r>
          </a:p>
          <a:p>
            <a:r>
              <a:t>TIEMPO: 60 segundos</a:t>
            </a:r>
          </a:p>
          <a:p>
            <a:endParaRPr/>
          </a:p>
          <a:p>
            <a:r>
              <a:t>OWASP prioriza Argon2id para proyectos nuevos y enumera como configuración mínima base 19 MiB, dos pasadas y p igual a uno. Se debe ajustar el costo según el servidor y su concurrencia. scrypt es la alternativa si Argon2id no está disponible; bcrypt se mantiene para sistemas heredados. NIST SP 800-63B-4 requiere sal, hash apropiado y un costo tan alto como resulte práctico, pero no debemos atribuirle una recomendación explícita de Argon2id que no figura en ese texto. Para exigencias FIPS, OWASP señala PBKDF2-HMAC-SHA256 con 600 000 o más iteraciones y una implementación validada. El kickoff usa cifras anteriores para PBKDF2 y scrypt; no repetirlas. En un sistema real también usaríamos claves largas y únicas, y defensas de autenticación como limitación de intentos y MFA. La base con los cuatro esquemas es exclusivamente didáctica.</a:t>
            </a:r>
          </a:p>
          <a:p>
            <a:endParaRPr/>
          </a:p>
          <a:p>
            <a:r>
              <a:t>FUENTES</a:t>
            </a:r>
          </a:p>
          <a:p>
            <a:r>
              <a:t>https://cheatsheetseries.owasp.org/cheatsheets/Password_Storage_Cheat_Sheet.html</a:t>
            </a:r>
          </a:p>
          <a:p>
            <a:r>
              <a:t>https://pages.nist.gov/800-63-4/sp800-63b.html</a:t>
            </a:r>
          </a:p>
          <a:p>
            <a:endParaRPr/>
          </a:p>
          <a:p>
            <a:r>
              <a:t>FUENTE DE CONTENIDO ADICIONAL</a:t>
            </a:r>
          </a:p>
          <a:p>
            <a:r>
              <a:t>Informe del grupo: «Hashes y contraseñas (Grupo 6)», documento adjunto con fecha de portada 21/10/2026.</a:t>
            </a:r>
          </a:p>
          <a:p>
            <a:endParaRPr/>
          </a:p>
          <a:p>
            <a:r>
              <a:t>El informe recomienda pepper, controles de autenticación y migración de hashes heredados. Son recomendaciones para un entorno real, no funciones demostradas por el proyecto. Guardar MD5 junto al hash fuerte conservaría una vía rápida de ataque.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EXPOSITOR SUGERIDO: Todos los integrantes</a:t>
            </a:r>
          </a:p>
          <a:p>
            <a:r>
              <a:t>TIEMPO: 300 segundos</a:t>
            </a:r>
          </a:p>
          <a:p>
            <a:endParaRPr/>
          </a:p>
          <a:p>
            <a:r>
              <a:t>Esta lámina sintetiza, sin citas textuales, las conclusiones firmadas del informe. El profesor dispone de 5 minutos para la defensa. Todos deben poder explicar el flujo general, no solo su sección. Preguntas para practicar: sal pública frente a pepper secreto; costo 12 de bcrypt; significado de 19 456/2/1; diferencia entre colisión y preimagen; por qué bcrypt más lento en esta VM no implica mayor seguridad; por qué las muestras 6/9 y 3/4 no son comparables como porcentajes; diferencia entre generar hashes y medir verificaciones. La comparación se limita a la VM, los parámetros y las candidatas usadas. No se midió GPU. El informe menciona una razón de velocidades que no debe interpretarse como un experimento controlado.</a:t>
            </a:r>
          </a:p>
          <a:p>
            <a:endParaRPr/>
          </a:p>
          <a:p>
            <a:r>
              <a:t>FUENTES</a:t>
            </a:r>
          </a:p>
          <a:p>
            <a:r>
              <a:t>Informe del grupo: «Hashes y contraseñas (Grupo 6)», documento adjunto con fecha de portada 21/10/2026.</a:t>
            </a:r>
          </a:p>
          <a:p>
            <a:r>
              <a:t>https://github.com/fio202/ITI-922-grupo6-hashes</a:t>
            </a:r>
          </a:p>
          <a:p>
            <a:r>
              <a:t>https://cheatsheetseries.owasp.org/cheatsheets/Password_Storage_Cheat_Sheet.html</a:t>
            </a:r>
          </a:p>
          <a:p>
            <a:r>
              <a:t>https://pages.nist.gov/800-63-4/sp800-63b.html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D3B1350-6D09-4D15-9A0F-F5A2BCA8CEB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38DDC85F-849C-496A-9499-C57A4CEB266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D957ADF-DC9B-4A81-BB55-FFE4C315B54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DA90C79-E7A6-4531-9829-EF8B17FECBD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65773609-A725-49D3-8638-B43B47AE8BF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7C7230A-4F87-4FF9-948C-3E5360B4B93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2638AB5-6BC8-4550-9ECE-F3CA72BA6F5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B462D931-09CE-449E-AD15-38F7D8AB632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B95180C-AEA5-4A4B-8F7E-19F93884AC5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CA0D341-02FB-44A2-8173-10A8ECA6F5F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A24"/>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D504D38-C816-4FB2-9324-6CD000C948AD}"/>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text-1">
            <a:extLst>
              <a:ext uri="{FF2B5EF4-FFF2-40B4-BE49-F238E27FC236}">
                <a16:creationId xmlns:a16="http://schemas.microsoft.com/office/drawing/2014/main" id="{C6135B7C-97CF-4D9B-B387-1A6876FB9C19}"/>
              </a:ext>
            </a:extLst>
          </p:cNvPr>
          <p:cNvSpPr>
            <a:spLocks noGrp="1"/>
          </p:cNvSpPr>
          <p:nvPr/>
        </p:nvSpPr>
        <p:spPr>
          <a:xfrm>
            <a:off x="609600" y="438150"/>
            <a:ext cx="6667500" cy="285750"/>
          </a:xfrm>
          <a:prstGeom prst="rect">
            <a:avLst/>
          </a:prstGeom>
          <a:noFill/>
          <a:ln w="0">
            <a:noFill/>
            <a:prstDash val="solid"/>
          </a:ln>
        </p:spPr>
        <p:txBody>
          <a:bodyPr wrap="square" lIns="0" tIns="0" rIns="0" bIns="0" anchor="t">
            <a:noAutofit/>
          </a:bodyPr>
          <a:lstStyle>
            <a:defPPr>
              <a:defRPr sz="1275" b="1">
                <a:solidFill>
                  <a:srgbClr val="9AC5CC"/>
                </a:solidFill>
                <a:latin typeface="Manrope"/>
                <a:ea typeface="Manrope"/>
                <a:cs typeface="Manrope"/>
              </a:defRPr>
            </a:defPPr>
            <a:lvl1pPr>
              <a:defRPr sz="1275" b="1">
                <a:solidFill>
                  <a:srgbClr val="9AC5CC"/>
                </a:solidFill>
                <a:latin typeface="Manrope"/>
                <a:ea typeface="Manrope"/>
                <a:cs typeface="Manrope"/>
              </a:defRPr>
            </a:lvl1pPr>
            <a:lvl2pPr>
              <a:defRPr sz="1275" b="1">
                <a:solidFill>
                  <a:srgbClr val="9AC5CC"/>
                </a:solidFill>
                <a:latin typeface="Manrope"/>
                <a:ea typeface="Manrope"/>
                <a:cs typeface="Manrope"/>
              </a:defRPr>
            </a:lvl2pPr>
            <a:lvl3pPr>
              <a:defRPr sz="1275" b="1">
                <a:solidFill>
                  <a:srgbClr val="9AC5CC"/>
                </a:solidFill>
                <a:latin typeface="Manrope"/>
                <a:ea typeface="Manrope"/>
                <a:cs typeface="Manrope"/>
              </a:defRPr>
            </a:lvl3pPr>
            <a:lvl4pPr>
              <a:defRPr sz="1275" b="1">
                <a:solidFill>
                  <a:srgbClr val="9AC5CC"/>
                </a:solidFill>
                <a:latin typeface="Manrope"/>
                <a:ea typeface="Manrope"/>
                <a:cs typeface="Manrope"/>
              </a:defRPr>
            </a:lvl4pPr>
            <a:lvl5pPr>
              <a:defRPr sz="1275" b="1">
                <a:solidFill>
                  <a:srgbClr val="9AC5CC"/>
                </a:solidFill>
                <a:latin typeface="Manrope"/>
                <a:ea typeface="Manrope"/>
                <a:cs typeface="Manrope"/>
              </a:defRPr>
            </a:lvl5pPr>
            <a:lvl6pPr>
              <a:defRPr sz="1275" b="1">
                <a:solidFill>
                  <a:srgbClr val="9AC5CC"/>
                </a:solidFill>
                <a:latin typeface="Manrope"/>
                <a:ea typeface="Manrope"/>
                <a:cs typeface="Manrope"/>
              </a:defRPr>
            </a:lvl6pPr>
            <a:lvl7pPr>
              <a:defRPr sz="1275" b="1">
                <a:solidFill>
                  <a:srgbClr val="9AC5CC"/>
                </a:solidFill>
                <a:latin typeface="Manrope"/>
                <a:ea typeface="Manrope"/>
                <a:cs typeface="Manrope"/>
              </a:defRPr>
            </a:lvl7pPr>
            <a:lvl8pPr>
              <a:defRPr sz="1275" b="1">
                <a:solidFill>
                  <a:srgbClr val="9AC5CC"/>
                </a:solidFill>
                <a:latin typeface="Manrope"/>
                <a:ea typeface="Manrope"/>
                <a:cs typeface="Manrope"/>
              </a:defRPr>
            </a:lvl8pPr>
            <a:lvl9pPr>
              <a:defRPr sz="1275" b="1">
                <a:solidFill>
                  <a:srgbClr val="9AC5CC"/>
                </a:solidFill>
                <a:latin typeface="Manrope"/>
                <a:ea typeface="Manrope"/>
                <a:cs typeface="Manrope"/>
              </a:defRPr>
            </a:lvl9pPr>
          </a:lstStyle>
          <a:p>
            <a:pPr>
              <a:defRPr sz="1275" b="1">
                <a:solidFill>
                  <a:srgbClr val="9AC5CC"/>
                </a:solidFill>
                <a:latin typeface="Manrope"/>
                <a:ea typeface="Manrope"/>
                <a:cs typeface="Manrope"/>
              </a:defRPr>
            </a:pPr>
            <a:r>
              <a:rPr sz="1275" b="1">
                <a:solidFill>
                  <a:srgbClr val="9AC5CC"/>
                </a:solidFill>
                <a:latin typeface="Manrope"/>
                <a:ea typeface="Manrope"/>
                <a:cs typeface="Manrope"/>
              </a:rPr>
              <a:t>UNIVERSIDAD TÉCNICA NACIONAL</a:t>
            </a:r>
          </a:p>
        </p:txBody>
      </p:sp>
      <p:sp>
        <p:nvSpPr>
          <p:cNvPr id="4" name="text-2">
            <a:extLst>
              <a:ext uri="{FF2B5EF4-FFF2-40B4-BE49-F238E27FC236}">
                <a16:creationId xmlns:a16="http://schemas.microsoft.com/office/drawing/2014/main" id="{FCB8F90B-DB0D-4F9B-83B2-F3167135973C}"/>
              </a:ext>
            </a:extLst>
          </p:cNvPr>
          <p:cNvSpPr>
            <a:spLocks noGrp="1"/>
          </p:cNvSpPr>
          <p:nvPr/>
        </p:nvSpPr>
        <p:spPr>
          <a:xfrm>
            <a:off x="609600" y="752475"/>
            <a:ext cx="6667500" cy="333375"/>
          </a:xfrm>
          <a:prstGeom prst="rect">
            <a:avLst/>
          </a:prstGeom>
          <a:noFill/>
          <a:ln w="0">
            <a:noFill/>
            <a:prstDash val="solid"/>
          </a:ln>
        </p:spPr>
        <p:txBody>
          <a:bodyPr wrap="square" lIns="0" tIns="0" rIns="0" bIns="0" anchor="t">
            <a:noAutofit/>
          </a:bodyPr>
          <a:lstStyle>
            <a:defPPr>
              <a:defRPr sz="1500" b="0">
                <a:solidFill>
                  <a:srgbClr val="FCFBF8"/>
                </a:solidFill>
                <a:latin typeface="Manrope"/>
                <a:ea typeface="Manrope"/>
                <a:cs typeface="Manrope"/>
              </a:defRPr>
            </a:defPPr>
            <a:lvl1pPr>
              <a:defRPr sz="1500" b="0">
                <a:solidFill>
                  <a:srgbClr val="FCFBF8"/>
                </a:solidFill>
                <a:latin typeface="Manrope"/>
                <a:ea typeface="Manrope"/>
                <a:cs typeface="Manrope"/>
              </a:defRPr>
            </a:lvl1pPr>
            <a:lvl2pPr>
              <a:defRPr sz="1500" b="0">
                <a:solidFill>
                  <a:srgbClr val="FCFBF8"/>
                </a:solidFill>
                <a:latin typeface="Manrope"/>
                <a:ea typeface="Manrope"/>
                <a:cs typeface="Manrope"/>
              </a:defRPr>
            </a:lvl2pPr>
            <a:lvl3pPr>
              <a:defRPr sz="1500" b="0">
                <a:solidFill>
                  <a:srgbClr val="FCFBF8"/>
                </a:solidFill>
                <a:latin typeface="Manrope"/>
                <a:ea typeface="Manrope"/>
                <a:cs typeface="Manrope"/>
              </a:defRPr>
            </a:lvl3pPr>
            <a:lvl4pPr>
              <a:defRPr sz="1500" b="0">
                <a:solidFill>
                  <a:srgbClr val="FCFBF8"/>
                </a:solidFill>
                <a:latin typeface="Manrope"/>
                <a:ea typeface="Manrope"/>
                <a:cs typeface="Manrope"/>
              </a:defRPr>
            </a:lvl4pPr>
            <a:lvl5pPr>
              <a:defRPr sz="1500" b="0">
                <a:solidFill>
                  <a:srgbClr val="FCFBF8"/>
                </a:solidFill>
                <a:latin typeface="Manrope"/>
                <a:ea typeface="Manrope"/>
                <a:cs typeface="Manrope"/>
              </a:defRPr>
            </a:lvl5pPr>
            <a:lvl6pPr>
              <a:defRPr sz="1500" b="0">
                <a:solidFill>
                  <a:srgbClr val="FCFBF8"/>
                </a:solidFill>
                <a:latin typeface="Manrope"/>
                <a:ea typeface="Manrope"/>
                <a:cs typeface="Manrope"/>
              </a:defRPr>
            </a:lvl6pPr>
            <a:lvl7pPr>
              <a:defRPr sz="1500" b="0">
                <a:solidFill>
                  <a:srgbClr val="FCFBF8"/>
                </a:solidFill>
                <a:latin typeface="Manrope"/>
                <a:ea typeface="Manrope"/>
                <a:cs typeface="Manrope"/>
              </a:defRPr>
            </a:lvl7pPr>
            <a:lvl8pPr>
              <a:defRPr sz="1500" b="0">
                <a:solidFill>
                  <a:srgbClr val="FCFBF8"/>
                </a:solidFill>
                <a:latin typeface="Manrope"/>
                <a:ea typeface="Manrope"/>
                <a:cs typeface="Manrope"/>
              </a:defRPr>
            </a:lvl8pPr>
            <a:lvl9pPr>
              <a:defRPr sz="1500" b="0">
                <a:solidFill>
                  <a:srgbClr val="FCFBF8"/>
                </a:solidFill>
                <a:latin typeface="Manrope"/>
                <a:ea typeface="Manrope"/>
                <a:cs typeface="Manrope"/>
              </a:defRPr>
            </a:lvl9pPr>
          </a:lstStyle>
          <a:p>
            <a:pPr>
              <a:defRPr sz="1500" b="0">
                <a:solidFill>
                  <a:srgbClr val="FCFBF8"/>
                </a:solidFill>
                <a:latin typeface="Manrope"/>
                <a:ea typeface="Manrope"/>
                <a:cs typeface="Manrope"/>
              </a:defRPr>
            </a:pPr>
            <a:r>
              <a:rPr sz="1500" b="0">
                <a:solidFill>
                  <a:srgbClr val="FCFBF8"/>
                </a:solidFill>
                <a:latin typeface="Manrope"/>
                <a:ea typeface="Manrope"/>
                <a:cs typeface="Manrope"/>
              </a:rPr>
              <a:t>ITI-922 · Seguridad de TI II</a:t>
            </a:r>
          </a:p>
        </p:txBody>
      </p:sp>
      <p:sp>
        <p:nvSpPr>
          <p:cNvPr id="5" name="text-3">
            <a:extLst>
              <a:ext uri="{FF2B5EF4-FFF2-40B4-BE49-F238E27FC236}">
                <a16:creationId xmlns:a16="http://schemas.microsoft.com/office/drawing/2014/main" id="{FA7D72ED-F990-446A-8FBB-F0F660548F3F}"/>
              </a:ext>
            </a:extLst>
          </p:cNvPr>
          <p:cNvSpPr>
            <a:spLocks noGrp="1"/>
          </p:cNvSpPr>
          <p:nvPr/>
        </p:nvSpPr>
        <p:spPr>
          <a:xfrm>
            <a:off x="609600" y="1790700"/>
            <a:ext cx="7667625" cy="2200275"/>
          </a:xfrm>
          <a:prstGeom prst="rect">
            <a:avLst/>
          </a:prstGeom>
          <a:noFill/>
          <a:ln w="0">
            <a:noFill/>
            <a:prstDash val="solid"/>
          </a:ln>
        </p:spPr>
        <p:txBody>
          <a:bodyPr wrap="square" lIns="0" tIns="0" rIns="0" bIns="0" anchor="t">
            <a:noAutofit/>
          </a:bodyPr>
          <a:lstStyle>
            <a:defPPr>
              <a:defRPr sz="6825" b="1">
                <a:solidFill>
                  <a:srgbClr val="FCFBF8"/>
                </a:solidFill>
                <a:latin typeface="Manrope"/>
                <a:ea typeface="Manrope"/>
                <a:cs typeface="Manrope"/>
              </a:defRPr>
            </a:defPPr>
            <a:lvl1pPr>
              <a:defRPr sz="6825" b="1">
                <a:solidFill>
                  <a:srgbClr val="FCFBF8"/>
                </a:solidFill>
                <a:latin typeface="Manrope"/>
                <a:ea typeface="Manrope"/>
                <a:cs typeface="Manrope"/>
              </a:defRPr>
            </a:lvl1pPr>
            <a:lvl2pPr>
              <a:defRPr sz="6825" b="1">
                <a:solidFill>
                  <a:srgbClr val="FCFBF8"/>
                </a:solidFill>
                <a:latin typeface="Manrope"/>
                <a:ea typeface="Manrope"/>
                <a:cs typeface="Manrope"/>
              </a:defRPr>
            </a:lvl2pPr>
            <a:lvl3pPr>
              <a:defRPr sz="6825" b="1">
                <a:solidFill>
                  <a:srgbClr val="FCFBF8"/>
                </a:solidFill>
                <a:latin typeface="Manrope"/>
                <a:ea typeface="Manrope"/>
                <a:cs typeface="Manrope"/>
              </a:defRPr>
            </a:lvl3pPr>
            <a:lvl4pPr>
              <a:defRPr sz="6825" b="1">
                <a:solidFill>
                  <a:srgbClr val="FCFBF8"/>
                </a:solidFill>
                <a:latin typeface="Manrope"/>
                <a:ea typeface="Manrope"/>
                <a:cs typeface="Manrope"/>
              </a:defRPr>
            </a:lvl4pPr>
            <a:lvl5pPr>
              <a:defRPr sz="6825" b="1">
                <a:solidFill>
                  <a:srgbClr val="FCFBF8"/>
                </a:solidFill>
                <a:latin typeface="Manrope"/>
                <a:ea typeface="Manrope"/>
                <a:cs typeface="Manrope"/>
              </a:defRPr>
            </a:lvl5pPr>
            <a:lvl6pPr>
              <a:defRPr sz="6825" b="1">
                <a:solidFill>
                  <a:srgbClr val="FCFBF8"/>
                </a:solidFill>
                <a:latin typeface="Manrope"/>
                <a:ea typeface="Manrope"/>
                <a:cs typeface="Manrope"/>
              </a:defRPr>
            </a:lvl6pPr>
            <a:lvl7pPr>
              <a:defRPr sz="6825" b="1">
                <a:solidFill>
                  <a:srgbClr val="FCFBF8"/>
                </a:solidFill>
                <a:latin typeface="Manrope"/>
                <a:ea typeface="Manrope"/>
                <a:cs typeface="Manrope"/>
              </a:defRPr>
            </a:lvl7pPr>
            <a:lvl8pPr>
              <a:defRPr sz="6825" b="1">
                <a:solidFill>
                  <a:srgbClr val="FCFBF8"/>
                </a:solidFill>
                <a:latin typeface="Manrope"/>
                <a:ea typeface="Manrope"/>
                <a:cs typeface="Manrope"/>
              </a:defRPr>
            </a:lvl8pPr>
            <a:lvl9pPr>
              <a:defRPr sz="6825" b="1">
                <a:solidFill>
                  <a:srgbClr val="FCFBF8"/>
                </a:solidFill>
                <a:latin typeface="Manrope"/>
                <a:ea typeface="Manrope"/>
                <a:cs typeface="Manrope"/>
              </a:defRPr>
            </a:lvl9pPr>
          </a:lstStyle>
          <a:p>
            <a:pPr>
              <a:defRPr sz="6825" b="1">
                <a:solidFill>
                  <a:srgbClr val="FCFBF8"/>
                </a:solidFill>
                <a:latin typeface="Manrope"/>
                <a:ea typeface="Manrope"/>
                <a:cs typeface="Manrope"/>
              </a:defRPr>
            </a:pPr>
            <a:r>
              <a:rPr sz="6825" b="1">
                <a:solidFill>
                  <a:srgbClr val="FCFBF8"/>
                </a:solidFill>
                <a:latin typeface="Manrope"/>
                <a:ea typeface="Manrope"/>
                <a:cs typeface="Manrope"/>
              </a:rPr>
              <a:t>Hashes y</a:t>
            </a:r>
          </a:p>
          <a:p>
            <a:pPr>
              <a:defRPr sz="6825" b="1">
                <a:solidFill>
                  <a:srgbClr val="FCFBF8"/>
                </a:solidFill>
                <a:latin typeface="Manrope"/>
                <a:ea typeface="Manrope"/>
                <a:cs typeface="Manrope"/>
              </a:defRPr>
            </a:pPr>
            <a:r>
              <a:rPr sz="6825" b="1">
                <a:solidFill>
                  <a:srgbClr val="FCFBF8"/>
                </a:solidFill>
                <a:latin typeface="Manrope"/>
                <a:ea typeface="Manrope"/>
                <a:cs typeface="Manrope"/>
              </a:rPr>
              <a:t>contraseñas</a:t>
            </a:r>
          </a:p>
        </p:txBody>
      </p:sp>
      <p:sp>
        <p:nvSpPr>
          <p:cNvPr id="6" name="text-4">
            <a:extLst>
              <a:ext uri="{FF2B5EF4-FFF2-40B4-BE49-F238E27FC236}">
                <a16:creationId xmlns:a16="http://schemas.microsoft.com/office/drawing/2014/main" id="{3E3E2F47-BB61-4536-A5CF-93801E692409}"/>
              </a:ext>
            </a:extLst>
          </p:cNvPr>
          <p:cNvSpPr>
            <a:spLocks noGrp="1"/>
          </p:cNvSpPr>
          <p:nvPr/>
        </p:nvSpPr>
        <p:spPr>
          <a:xfrm>
            <a:off x="647700" y="4295775"/>
            <a:ext cx="6343650" cy="904875"/>
          </a:xfrm>
          <a:prstGeom prst="rect">
            <a:avLst/>
          </a:prstGeom>
          <a:noFill/>
          <a:ln w="0">
            <a:noFill/>
            <a:prstDash val="solid"/>
          </a:ln>
        </p:spPr>
        <p:txBody>
          <a:bodyPr wrap="square" lIns="0" tIns="0" rIns="0" bIns="0" anchor="t">
            <a:noAutofit/>
          </a:bodyPr>
          <a:lstStyle>
            <a:defPPr>
              <a:defRPr sz="2325" b="0">
                <a:solidFill>
                  <a:srgbClr val="9AC5CC"/>
                </a:solidFill>
                <a:latin typeface="Manrope"/>
                <a:ea typeface="Manrope"/>
                <a:cs typeface="Manrope"/>
              </a:defRPr>
            </a:defPPr>
            <a:lvl1pPr>
              <a:defRPr sz="2325" b="0">
                <a:solidFill>
                  <a:srgbClr val="9AC5CC"/>
                </a:solidFill>
                <a:latin typeface="Manrope"/>
                <a:ea typeface="Manrope"/>
                <a:cs typeface="Manrope"/>
              </a:defRPr>
            </a:lvl1pPr>
            <a:lvl2pPr>
              <a:defRPr sz="2325" b="0">
                <a:solidFill>
                  <a:srgbClr val="9AC5CC"/>
                </a:solidFill>
                <a:latin typeface="Manrope"/>
                <a:ea typeface="Manrope"/>
                <a:cs typeface="Manrope"/>
              </a:defRPr>
            </a:lvl2pPr>
            <a:lvl3pPr>
              <a:defRPr sz="2325" b="0">
                <a:solidFill>
                  <a:srgbClr val="9AC5CC"/>
                </a:solidFill>
                <a:latin typeface="Manrope"/>
                <a:ea typeface="Manrope"/>
                <a:cs typeface="Manrope"/>
              </a:defRPr>
            </a:lvl3pPr>
            <a:lvl4pPr>
              <a:defRPr sz="2325" b="0">
                <a:solidFill>
                  <a:srgbClr val="9AC5CC"/>
                </a:solidFill>
                <a:latin typeface="Manrope"/>
                <a:ea typeface="Manrope"/>
                <a:cs typeface="Manrope"/>
              </a:defRPr>
            </a:lvl4pPr>
            <a:lvl5pPr>
              <a:defRPr sz="2325" b="0">
                <a:solidFill>
                  <a:srgbClr val="9AC5CC"/>
                </a:solidFill>
                <a:latin typeface="Manrope"/>
                <a:ea typeface="Manrope"/>
                <a:cs typeface="Manrope"/>
              </a:defRPr>
            </a:lvl5pPr>
            <a:lvl6pPr>
              <a:defRPr sz="2325" b="0">
                <a:solidFill>
                  <a:srgbClr val="9AC5CC"/>
                </a:solidFill>
                <a:latin typeface="Manrope"/>
                <a:ea typeface="Manrope"/>
                <a:cs typeface="Manrope"/>
              </a:defRPr>
            </a:lvl6pPr>
            <a:lvl7pPr>
              <a:defRPr sz="2325" b="0">
                <a:solidFill>
                  <a:srgbClr val="9AC5CC"/>
                </a:solidFill>
                <a:latin typeface="Manrope"/>
                <a:ea typeface="Manrope"/>
                <a:cs typeface="Manrope"/>
              </a:defRPr>
            </a:lvl7pPr>
            <a:lvl8pPr>
              <a:defRPr sz="2325" b="0">
                <a:solidFill>
                  <a:srgbClr val="9AC5CC"/>
                </a:solidFill>
                <a:latin typeface="Manrope"/>
                <a:ea typeface="Manrope"/>
                <a:cs typeface="Manrope"/>
              </a:defRPr>
            </a:lvl8pPr>
            <a:lvl9pPr>
              <a:defRPr sz="2325" b="0">
                <a:solidFill>
                  <a:srgbClr val="9AC5CC"/>
                </a:solidFill>
                <a:latin typeface="Manrope"/>
                <a:ea typeface="Manrope"/>
                <a:cs typeface="Manrope"/>
              </a:defRPr>
            </a:lvl9pPr>
          </a:lstStyle>
          <a:p>
            <a:pPr>
              <a:defRPr sz="2325" b="0">
                <a:solidFill>
                  <a:srgbClr val="9AC5CC"/>
                </a:solidFill>
                <a:latin typeface="Manrope"/>
                <a:ea typeface="Manrope"/>
                <a:cs typeface="Manrope"/>
              </a:defRPr>
            </a:pPr>
            <a:r>
              <a:rPr sz="2325" b="0">
                <a:solidFill>
                  <a:srgbClr val="9AC5CC"/>
                </a:solidFill>
                <a:latin typeface="Manrope"/>
                <a:ea typeface="Manrope"/>
                <a:cs typeface="Manrope"/>
              </a:rPr>
              <a:t>Funciones criptográficas y</a:t>
            </a:r>
          </a:p>
          <a:p>
            <a:pPr>
              <a:defRPr sz="2325" b="0">
                <a:solidFill>
                  <a:srgbClr val="9AC5CC"/>
                </a:solidFill>
                <a:latin typeface="Manrope"/>
                <a:ea typeface="Manrope"/>
                <a:cs typeface="Manrope"/>
              </a:defRPr>
            </a:pPr>
            <a:r>
              <a:rPr sz="2325" b="0">
                <a:solidFill>
                  <a:srgbClr val="9AC5CC"/>
                </a:solidFill>
                <a:latin typeface="Manrope"/>
                <a:ea typeface="Manrope"/>
                <a:cs typeface="Manrope"/>
              </a:rPr>
              <a:t>almacenamiento seguro</a:t>
            </a:r>
          </a:p>
        </p:txBody>
      </p:sp>
      <p:sp>
        <p:nvSpPr>
          <p:cNvPr id="7" name="text-5">
            <a:extLst>
              <a:ext uri="{FF2B5EF4-FFF2-40B4-BE49-F238E27FC236}">
                <a16:creationId xmlns:a16="http://schemas.microsoft.com/office/drawing/2014/main" id="{4A5CC7CC-709A-461F-965F-11AF62630839}"/>
              </a:ext>
            </a:extLst>
          </p:cNvPr>
          <p:cNvSpPr>
            <a:spLocks noGrp="1"/>
          </p:cNvSpPr>
          <p:nvPr/>
        </p:nvSpPr>
        <p:spPr>
          <a:xfrm>
            <a:off x="647700" y="5648325"/>
            <a:ext cx="3429000" cy="628650"/>
          </a:xfrm>
          <a:prstGeom prst="rect">
            <a:avLst/>
          </a:prstGeom>
          <a:noFill/>
          <a:ln w="0">
            <a:noFill/>
            <a:prstDash val="solid"/>
          </a:ln>
        </p:spPr>
        <p:txBody>
          <a:bodyPr wrap="square" lIns="0" tIns="0" rIns="0" bIns="0" anchor="t">
            <a:noAutofit/>
          </a:bodyPr>
          <a:lstStyle>
            <a:defPPr>
              <a:defRPr sz="1500" b="0">
                <a:solidFill>
                  <a:srgbClr val="FCFBF8"/>
                </a:solidFill>
                <a:latin typeface="Manrope"/>
                <a:ea typeface="Manrope"/>
                <a:cs typeface="Manrope"/>
              </a:defRPr>
            </a:defPPr>
            <a:lvl1pPr>
              <a:defRPr sz="1500" b="0">
                <a:solidFill>
                  <a:srgbClr val="FCFBF8"/>
                </a:solidFill>
                <a:latin typeface="Manrope"/>
                <a:ea typeface="Manrope"/>
                <a:cs typeface="Manrope"/>
              </a:defRPr>
            </a:lvl1pPr>
            <a:lvl2pPr>
              <a:defRPr sz="1500" b="0">
                <a:solidFill>
                  <a:srgbClr val="FCFBF8"/>
                </a:solidFill>
                <a:latin typeface="Manrope"/>
                <a:ea typeface="Manrope"/>
                <a:cs typeface="Manrope"/>
              </a:defRPr>
            </a:lvl2pPr>
            <a:lvl3pPr>
              <a:defRPr sz="1500" b="0">
                <a:solidFill>
                  <a:srgbClr val="FCFBF8"/>
                </a:solidFill>
                <a:latin typeface="Manrope"/>
                <a:ea typeface="Manrope"/>
                <a:cs typeface="Manrope"/>
              </a:defRPr>
            </a:lvl3pPr>
            <a:lvl4pPr>
              <a:defRPr sz="1500" b="0">
                <a:solidFill>
                  <a:srgbClr val="FCFBF8"/>
                </a:solidFill>
                <a:latin typeface="Manrope"/>
                <a:ea typeface="Manrope"/>
                <a:cs typeface="Manrope"/>
              </a:defRPr>
            </a:lvl4pPr>
            <a:lvl5pPr>
              <a:defRPr sz="1500" b="0">
                <a:solidFill>
                  <a:srgbClr val="FCFBF8"/>
                </a:solidFill>
                <a:latin typeface="Manrope"/>
                <a:ea typeface="Manrope"/>
                <a:cs typeface="Manrope"/>
              </a:defRPr>
            </a:lvl5pPr>
            <a:lvl6pPr>
              <a:defRPr sz="1500" b="0">
                <a:solidFill>
                  <a:srgbClr val="FCFBF8"/>
                </a:solidFill>
                <a:latin typeface="Manrope"/>
                <a:ea typeface="Manrope"/>
                <a:cs typeface="Manrope"/>
              </a:defRPr>
            </a:lvl6pPr>
            <a:lvl7pPr>
              <a:defRPr sz="1500" b="0">
                <a:solidFill>
                  <a:srgbClr val="FCFBF8"/>
                </a:solidFill>
                <a:latin typeface="Manrope"/>
                <a:ea typeface="Manrope"/>
                <a:cs typeface="Manrope"/>
              </a:defRPr>
            </a:lvl7pPr>
            <a:lvl8pPr>
              <a:defRPr sz="1500" b="0">
                <a:solidFill>
                  <a:srgbClr val="FCFBF8"/>
                </a:solidFill>
                <a:latin typeface="Manrope"/>
                <a:ea typeface="Manrope"/>
                <a:cs typeface="Manrope"/>
              </a:defRPr>
            </a:lvl8pPr>
            <a:lvl9pPr>
              <a:defRPr sz="1500" b="0">
                <a:solidFill>
                  <a:srgbClr val="FCFBF8"/>
                </a:solidFill>
                <a:latin typeface="Manrope"/>
                <a:ea typeface="Manrope"/>
                <a:cs typeface="Manrope"/>
              </a:defRPr>
            </a:lvl9pPr>
          </a:lstStyle>
          <a:p>
            <a:pPr>
              <a:defRPr sz="1500" b="0">
                <a:solidFill>
                  <a:srgbClr val="FCFBF8"/>
                </a:solidFill>
                <a:latin typeface="Manrope"/>
                <a:ea typeface="Manrope"/>
                <a:cs typeface="Manrope"/>
              </a:defRPr>
            </a:pPr>
            <a:r>
              <a:rPr sz="1500" b="0">
                <a:solidFill>
                  <a:srgbClr val="FCFBF8"/>
                </a:solidFill>
                <a:latin typeface="Manrope"/>
                <a:ea typeface="Manrope"/>
                <a:cs typeface="Manrope"/>
              </a:rPr>
              <a:t>Anyelina Chacón Mora</a:t>
            </a:r>
          </a:p>
          <a:p>
            <a:pPr>
              <a:defRPr sz="1500" b="0">
                <a:solidFill>
                  <a:srgbClr val="FCFBF8"/>
                </a:solidFill>
                <a:latin typeface="Manrope"/>
                <a:ea typeface="Manrope"/>
                <a:cs typeface="Manrope"/>
              </a:defRPr>
            </a:pPr>
            <a:r>
              <a:rPr sz="1500" b="0">
                <a:solidFill>
                  <a:srgbClr val="FCFBF8"/>
                </a:solidFill>
                <a:latin typeface="Manrope"/>
                <a:ea typeface="Manrope"/>
                <a:cs typeface="Manrope"/>
              </a:rPr>
              <a:t>Ivannia Porras Miranda</a:t>
            </a:r>
          </a:p>
        </p:txBody>
      </p:sp>
      <p:sp>
        <p:nvSpPr>
          <p:cNvPr id="8" name="text-6">
            <a:extLst>
              <a:ext uri="{FF2B5EF4-FFF2-40B4-BE49-F238E27FC236}">
                <a16:creationId xmlns:a16="http://schemas.microsoft.com/office/drawing/2014/main" id="{2EC32502-082B-475E-9BA7-9FDD54DA9A6F}"/>
              </a:ext>
            </a:extLst>
          </p:cNvPr>
          <p:cNvSpPr>
            <a:spLocks noGrp="1"/>
          </p:cNvSpPr>
          <p:nvPr/>
        </p:nvSpPr>
        <p:spPr>
          <a:xfrm>
            <a:off x="4238625" y="5648325"/>
            <a:ext cx="3524250" cy="628650"/>
          </a:xfrm>
          <a:prstGeom prst="rect">
            <a:avLst/>
          </a:prstGeom>
          <a:noFill/>
          <a:ln w="0">
            <a:noFill/>
            <a:prstDash val="solid"/>
          </a:ln>
        </p:spPr>
        <p:txBody>
          <a:bodyPr wrap="square" lIns="0" tIns="0" rIns="0" bIns="0" anchor="t">
            <a:noAutofit/>
          </a:bodyPr>
          <a:lstStyle>
            <a:defPPr>
              <a:defRPr sz="1500" b="0">
                <a:solidFill>
                  <a:srgbClr val="FCFBF8"/>
                </a:solidFill>
                <a:latin typeface="Manrope"/>
                <a:ea typeface="Manrope"/>
                <a:cs typeface="Manrope"/>
              </a:defRPr>
            </a:defPPr>
            <a:lvl1pPr>
              <a:defRPr sz="1500" b="0">
                <a:solidFill>
                  <a:srgbClr val="FCFBF8"/>
                </a:solidFill>
                <a:latin typeface="Manrope"/>
                <a:ea typeface="Manrope"/>
                <a:cs typeface="Manrope"/>
              </a:defRPr>
            </a:lvl1pPr>
            <a:lvl2pPr>
              <a:defRPr sz="1500" b="0">
                <a:solidFill>
                  <a:srgbClr val="FCFBF8"/>
                </a:solidFill>
                <a:latin typeface="Manrope"/>
                <a:ea typeface="Manrope"/>
                <a:cs typeface="Manrope"/>
              </a:defRPr>
            </a:lvl2pPr>
            <a:lvl3pPr>
              <a:defRPr sz="1500" b="0">
                <a:solidFill>
                  <a:srgbClr val="FCFBF8"/>
                </a:solidFill>
                <a:latin typeface="Manrope"/>
                <a:ea typeface="Manrope"/>
                <a:cs typeface="Manrope"/>
              </a:defRPr>
            </a:lvl3pPr>
            <a:lvl4pPr>
              <a:defRPr sz="1500" b="0">
                <a:solidFill>
                  <a:srgbClr val="FCFBF8"/>
                </a:solidFill>
                <a:latin typeface="Manrope"/>
                <a:ea typeface="Manrope"/>
                <a:cs typeface="Manrope"/>
              </a:defRPr>
            </a:lvl4pPr>
            <a:lvl5pPr>
              <a:defRPr sz="1500" b="0">
                <a:solidFill>
                  <a:srgbClr val="FCFBF8"/>
                </a:solidFill>
                <a:latin typeface="Manrope"/>
                <a:ea typeface="Manrope"/>
                <a:cs typeface="Manrope"/>
              </a:defRPr>
            </a:lvl5pPr>
            <a:lvl6pPr>
              <a:defRPr sz="1500" b="0">
                <a:solidFill>
                  <a:srgbClr val="FCFBF8"/>
                </a:solidFill>
                <a:latin typeface="Manrope"/>
                <a:ea typeface="Manrope"/>
                <a:cs typeface="Manrope"/>
              </a:defRPr>
            </a:lvl6pPr>
            <a:lvl7pPr>
              <a:defRPr sz="1500" b="0">
                <a:solidFill>
                  <a:srgbClr val="FCFBF8"/>
                </a:solidFill>
                <a:latin typeface="Manrope"/>
                <a:ea typeface="Manrope"/>
                <a:cs typeface="Manrope"/>
              </a:defRPr>
            </a:lvl7pPr>
            <a:lvl8pPr>
              <a:defRPr sz="1500" b="0">
                <a:solidFill>
                  <a:srgbClr val="FCFBF8"/>
                </a:solidFill>
                <a:latin typeface="Manrope"/>
                <a:ea typeface="Manrope"/>
                <a:cs typeface="Manrope"/>
              </a:defRPr>
            </a:lvl8pPr>
            <a:lvl9pPr>
              <a:defRPr sz="1500" b="0">
                <a:solidFill>
                  <a:srgbClr val="FCFBF8"/>
                </a:solidFill>
                <a:latin typeface="Manrope"/>
                <a:ea typeface="Manrope"/>
                <a:cs typeface="Manrope"/>
              </a:defRPr>
            </a:lvl9pPr>
          </a:lstStyle>
          <a:p>
            <a:pPr>
              <a:defRPr sz="1500" b="0">
                <a:solidFill>
                  <a:srgbClr val="FCFBF8"/>
                </a:solidFill>
                <a:latin typeface="Manrope"/>
                <a:ea typeface="Manrope"/>
                <a:cs typeface="Manrope"/>
              </a:defRPr>
            </a:pPr>
            <a:r>
              <a:rPr sz="1500" b="0">
                <a:solidFill>
                  <a:srgbClr val="FCFBF8"/>
                </a:solidFill>
                <a:latin typeface="Manrope"/>
                <a:ea typeface="Manrope"/>
                <a:cs typeface="Manrope"/>
              </a:rPr>
              <a:t>Fiorella Zamora Campos</a:t>
            </a:r>
          </a:p>
          <a:p>
            <a:pPr>
              <a:defRPr sz="1500" b="0">
                <a:solidFill>
                  <a:srgbClr val="FCFBF8"/>
                </a:solidFill>
                <a:latin typeface="Manrope"/>
                <a:ea typeface="Manrope"/>
                <a:cs typeface="Manrope"/>
              </a:defRPr>
            </a:pPr>
            <a:r>
              <a:rPr sz="1500" b="0">
                <a:solidFill>
                  <a:srgbClr val="FCFBF8"/>
                </a:solidFill>
                <a:latin typeface="Manrope"/>
                <a:ea typeface="Manrope"/>
                <a:cs typeface="Manrope"/>
              </a:rPr>
              <a:t>Harold Saborío Arce</a:t>
            </a:r>
          </a:p>
        </p:txBody>
      </p:sp>
      <p:sp>
        <p:nvSpPr>
          <p:cNvPr id="9" name="text-7">
            <a:extLst>
              <a:ext uri="{FF2B5EF4-FFF2-40B4-BE49-F238E27FC236}">
                <a16:creationId xmlns:a16="http://schemas.microsoft.com/office/drawing/2014/main" id="{B098B5C8-D95A-48D6-A0C5-27EE64773782}"/>
              </a:ext>
            </a:extLst>
          </p:cNvPr>
          <p:cNvSpPr>
            <a:spLocks noGrp="1"/>
          </p:cNvSpPr>
          <p:nvPr/>
        </p:nvSpPr>
        <p:spPr>
          <a:xfrm>
            <a:off x="647700" y="6438900"/>
            <a:ext cx="5238750" cy="238125"/>
          </a:xfrm>
          <a:prstGeom prst="rect">
            <a:avLst/>
          </a:prstGeom>
          <a:noFill/>
          <a:ln w="0">
            <a:noFill/>
            <a:prstDash val="solid"/>
          </a:ln>
        </p:spPr>
        <p:txBody>
          <a:bodyPr wrap="square" lIns="0" tIns="0" rIns="0" bIns="0" anchor="t">
            <a:noAutofit/>
          </a:bodyPr>
          <a:lstStyle>
            <a:defPPr>
              <a:defRPr sz="1125" b="1">
                <a:solidFill>
                  <a:srgbClr val="E4B084"/>
                </a:solidFill>
                <a:latin typeface="Manrope"/>
                <a:ea typeface="Manrope"/>
                <a:cs typeface="Manrope"/>
              </a:defRPr>
            </a:defPPr>
            <a:lvl1pPr>
              <a:defRPr sz="1125" b="1">
                <a:solidFill>
                  <a:srgbClr val="E4B084"/>
                </a:solidFill>
                <a:latin typeface="Manrope"/>
                <a:ea typeface="Manrope"/>
                <a:cs typeface="Manrope"/>
              </a:defRPr>
            </a:lvl1pPr>
            <a:lvl2pPr>
              <a:defRPr sz="1125" b="1">
                <a:solidFill>
                  <a:srgbClr val="E4B084"/>
                </a:solidFill>
                <a:latin typeface="Manrope"/>
                <a:ea typeface="Manrope"/>
                <a:cs typeface="Manrope"/>
              </a:defRPr>
            </a:lvl2pPr>
            <a:lvl3pPr>
              <a:defRPr sz="1125" b="1">
                <a:solidFill>
                  <a:srgbClr val="E4B084"/>
                </a:solidFill>
                <a:latin typeface="Manrope"/>
                <a:ea typeface="Manrope"/>
                <a:cs typeface="Manrope"/>
              </a:defRPr>
            </a:lvl3pPr>
            <a:lvl4pPr>
              <a:defRPr sz="1125" b="1">
                <a:solidFill>
                  <a:srgbClr val="E4B084"/>
                </a:solidFill>
                <a:latin typeface="Manrope"/>
                <a:ea typeface="Manrope"/>
                <a:cs typeface="Manrope"/>
              </a:defRPr>
            </a:lvl4pPr>
            <a:lvl5pPr>
              <a:defRPr sz="1125" b="1">
                <a:solidFill>
                  <a:srgbClr val="E4B084"/>
                </a:solidFill>
                <a:latin typeface="Manrope"/>
                <a:ea typeface="Manrope"/>
                <a:cs typeface="Manrope"/>
              </a:defRPr>
            </a:lvl5pPr>
            <a:lvl6pPr>
              <a:defRPr sz="1125" b="1">
                <a:solidFill>
                  <a:srgbClr val="E4B084"/>
                </a:solidFill>
                <a:latin typeface="Manrope"/>
                <a:ea typeface="Manrope"/>
                <a:cs typeface="Manrope"/>
              </a:defRPr>
            </a:lvl6pPr>
            <a:lvl7pPr>
              <a:defRPr sz="1125" b="1">
                <a:solidFill>
                  <a:srgbClr val="E4B084"/>
                </a:solidFill>
                <a:latin typeface="Manrope"/>
                <a:ea typeface="Manrope"/>
                <a:cs typeface="Manrope"/>
              </a:defRPr>
            </a:lvl7pPr>
            <a:lvl8pPr>
              <a:defRPr sz="1125" b="1">
                <a:solidFill>
                  <a:srgbClr val="E4B084"/>
                </a:solidFill>
                <a:latin typeface="Manrope"/>
                <a:ea typeface="Manrope"/>
                <a:cs typeface="Manrope"/>
              </a:defRPr>
            </a:lvl8pPr>
            <a:lvl9pPr>
              <a:defRPr sz="1125" b="1">
                <a:solidFill>
                  <a:srgbClr val="E4B084"/>
                </a:solidFill>
                <a:latin typeface="Manrope"/>
                <a:ea typeface="Manrope"/>
                <a:cs typeface="Manrope"/>
              </a:defRPr>
            </a:lvl9pPr>
          </a:lstStyle>
          <a:p>
            <a:pPr>
              <a:defRPr sz="1125" b="1">
                <a:solidFill>
                  <a:srgbClr val="E4B084"/>
                </a:solidFill>
                <a:latin typeface="Manrope"/>
                <a:ea typeface="Manrope"/>
                <a:cs typeface="Manrope"/>
              </a:defRPr>
            </a:pPr>
            <a:r>
              <a:rPr sz="1125" b="1">
                <a:solidFill>
                  <a:srgbClr val="E4B084"/>
                </a:solidFill>
                <a:latin typeface="Manrope"/>
                <a:ea typeface="Manrope"/>
                <a:cs typeface="Manrope"/>
              </a:rPr>
              <a:t>GRUPO 6</a:t>
            </a:r>
          </a:p>
        </p:txBody>
      </p:sp>
    </p:spTree>
    <p:extLst>
      <p:ext uri="{BB962C8B-B14F-4D97-AF65-F5344CB8AC3E}">
        <p14:creationId xmlns:p14="http://schemas.microsoft.com/office/powerpoint/2010/main" val="619365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1EB"/>
        </a:solidFill>
        <a:effectLst/>
      </p:bgPr>
    </p:bg>
    <p:spTree>
      <p:nvGrpSpPr>
        <p:cNvPr id="1" name=""/>
        <p:cNvGrpSpPr/>
        <p:nvPr/>
      </p:nvGrpSpPr>
      <p:grpSpPr>
        <a:xfrm>
          <a:off x="0" y="0"/>
          <a:ext cx="0" cy="0"/>
          <a:chOff x="0" y="0"/>
          <a:chExt cx="0" cy="0"/>
        </a:xfrm>
      </p:grpSpPr>
      <p:cxnSp>
        <p:nvCxnSpPr>
          <p:cNvPr id="2" name="Conector recto de flecha 1">
            <a:extLst>
              <a:ext uri="{FF2B5EF4-FFF2-40B4-BE49-F238E27FC236}">
                <a16:creationId xmlns:a16="http://schemas.microsoft.com/office/drawing/2014/main" id="{6D2EB0A8-26B4-490A-BF0F-018FDA1A4D13}"/>
              </a:ext>
            </a:extLst>
          </p:cNvPr>
          <p:cNvCxnSpPr>
            <a:stCxn id="9" idx="3"/>
            <a:endCxn id="10" idx="1"/>
          </p:cNvCxnSpPr>
          <p:nvPr/>
        </p:nvCxnSpPr>
        <p:spPr>
          <a:xfrm>
            <a:off x="8067675" y="2438400"/>
            <a:ext cx="1038225" cy="0"/>
          </a:xfrm>
          <a:prstGeom prst="straightConnector1">
            <a:avLst/>
          </a:prstGeom>
          <a:ln w="16193">
            <a:solidFill>
              <a:srgbClr val="287F83"/>
            </a:solidFill>
            <a:prstDash val="solid"/>
            <a:tailEnd type="triangle" w="sm" len="sm"/>
          </a:ln>
        </p:spPr>
      </p:cxnSp>
      <p:sp>
        <p:nvSpPr>
          <p:cNvPr id="3" name="text-8">
            <a:extLst>
              <a:ext uri="{FF2B5EF4-FFF2-40B4-BE49-F238E27FC236}">
                <a16:creationId xmlns:a16="http://schemas.microsoft.com/office/drawing/2014/main" id="{93C643A9-B4DF-4D1D-A214-FFA9A70705FE}"/>
              </a:ext>
            </a:extLst>
          </p:cNvPr>
          <p:cNvSpPr>
            <a:spLocks noGrp="1"/>
          </p:cNvSpPr>
          <p:nvPr/>
        </p:nvSpPr>
        <p:spPr>
          <a:xfrm>
            <a:off x="609600" y="371475"/>
            <a:ext cx="962025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FUNDAMENTOS</a:t>
            </a:r>
          </a:p>
        </p:txBody>
      </p:sp>
      <p:sp>
        <p:nvSpPr>
          <p:cNvPr id="4" name="text-9">
            <a:extLst>
              <a:ext uri="{FF2B5EF4-FFF2-40B4-BE49-F238E27FC236}">
                <a16:creationId xmlns:a16="http://schemas.microsoft.com/office/drawing/2014/main" id="{1700E3BC-0F24-4200-B4CB-989D6842B96A}"/>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122630"/>
                </a:solidFill>
                <a:latin typeface="Manrope"/>
                <a:ea typeface="Manrope"/>
                <a:cs typeface="Manrope"/>
              </a:defRPr>
            </a:defPPr>
            <a:lvl1pPr>
              <a:defRPr sz="3900" b="1">
                <a:solidFill>
                  <a:srgbClr val="122630"/>
                </a:solidFill>
                <a:latin typeface="Manrope"/>
                <a:ea typeface="Manrope"/>
                <a:cs typeface="Manrope"/>
              </a:defRPr>
            </a:lvl1pPr>
            <a:lvl2pPr>
              <a:defRPr sz="3900" b="1">
                <a:solidFill>
                  <a:srgbClr val="122630"/>
                </a:solidFill>
                <a:latin typeface="Manrope"/>
                <a:ea typeface="Manrope"/>
                <a:cs typeface="Manrope"/>
              </a:defRPr>
            </a:lvl2pPr>
            <a:lvl3pPr>
              <a:defRPr sz="3900" b="1">
                <a:solidFill>
                  <a:srgbClr val="122630"/>
                </a:solidFill>
                <a:latin typeface="Manrope"/>
                <a:ea typeface="Manrope"/>
                <a:cs typeface="Manrope"/>
              </a:defRPr>
            </a:lvl3pPr>
            <a:lvl4pPr>
              <a:defRPr sz="3900" b="1">
                <a:solidFill>
                  <a:srgbClr val="122630"/>
                </a:solidFill>
                <a:latin typeface="Manrope"/>
                <a:ea typeface="Manrope"/>
                <a:cs typeface="Manrope"/>
              </a:defRPr>
            </a:lvl4pPr>
            <a:lvl5pPr>
              <a:defRPr sz="3900" b="1">
                <a:solidFill>
                  <a:srgbClr val="122630"/>
                </a:solidFill>
                <a:latin typeface="Manrope"/>
                <a:ea typeface="Manrope"/>
                <a:cs typeface="Manrope"/>
              </a:defRPr>
            </a:lvl5pPr>
            <a:lvl6pPr>
              <a:defRPr sz="3900" b="1">
                <a:solidFill>
                  <a:srgbClr val="122630"/>
                </a:solidFill>
                <a:latin typeface="Manrope"/>
                <a:ea typeface="Manrope"/>
                <a:cs typeface="Manrope"/>
              </a:defRPr>
            </a:lvl6pPr>
            <a:lvl7pPr>
              <a:defRPr sz="3900" b="1">
                <a:solidFill>
                  <a:srgbClr val="122630"/>
                </a:solidFill>
                <a:latin typeface="Manrope"/>
                <a:ea typeface="Manrope"/>
                <a:cs typeface="Manrope"/>
              </a:defRPr>
            </a:lvl7pPr>
            <a:lvl8pPr>
              <a:defRPr sz="3900" b="1">
                <a:solidFill>
                  <a:srgbClr val="122630"/>
                </a:solidFill>
                <a:latin typeface="Manrope"/>
                <a:ea typeface="Manrope"/>
                <a:cs typeface="Manrope"/>
              </a:defRPr>
            </a:lvl8pPr>
            <a:lvl9pPr>
              <a:defRPr sz="3900" b="1">
                <a:solidFill>
                  <a:srgbClr val="122630"/>
                </a:solidFill>
                <a:latin typeface="Manrope"/>
                <a:ea typeface="Manrope"/>
                <a:cs typeface="Manrope"/>
              </a:defRPr>
            </a:lvl9pPr>
          </a:lstStyle>
          <a:p>
            <a:pPr>
              <a:defRPr sz="3900" b="1">
                <a:solidFill>
                  <a:srgbClr val="122630"/>
                </a:solidFill>
                <a:latin typeface="Manrope"/>
                <a:ea typeface="Manrope"/>
                <a:cs typeface="Manrope"/>
              </a:defRPr>
            </a:pPr>
            <a:r>
              <a:rPr sz="3900" b="1">
                <a:solidFill>
                  <a:srgbClr val="122630"/>
                </a:solidFill>
                <a:latin typeface="Manrope"/>
                <a:ea typeface="Manrope"/>
                <a:cs typeface="Manrope"/>
              </a:rPr>
              <a:t>La huella de un mensaje</a:t>
            </a:r>
          </a:p>
        </p:txBody>
      </p:sp>
      <p:sp>
        <p:nvSpPr>
          <p:cNvPr id="5" name="text-10">
            <a:extLst>
              <a:ext uri="{FF2B5EF4-FFF2-40B4-BE49-F238E27FC236}">
                <a16:creationId xmlns:a16="http://schemas.microsoft.com/office/drawing/2014/main" id="{DC592255-1E8A-4BF3-A894-D92877AB8960}"/>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61717A"/>
                </a:solidFill>
                <a:latin typeface="Manrope"/>
                <a:ea typeface="Manrope"/>
                <a:cs typeface="Manrope"/>
              </a:defRPr>
            </a:defPPr>
            <a:lvl1pPr>
              <a:defRPr sz="1050" b="0">
                <a:solidFill>
                  <a:srgbClr val="61717A"/>
                </a:solidFill>
                <a:latin typeface="Manrope"/>
                <a:ea typeface="Manrope"/>
                <a:cs typeface="Manrope"/>
              </a:defRPr>
            </a:lvl1pPr>
            <a:lvl2pPr>
              <a:defRPr sz="1050" b="0">
                <a:solidFill>
                  <a:srgbClr val="61717A"/>
                </a:solidFill>
                <a:latin typeface="Manrope"/>
                <a:ea typeface="Manrope"/>
                <a:cs typeface="Manrope"/>
              </a:defRPr>
            </a:lvl2pPr>
            <a:lvl3pPr>
              <a:defRPr sz="1050" b="0">
                <a:solidFill>
                  <a:srgbClr val="61717A"/>
                </a:solidFill>
                <a:latin typeface="Manrope"/>
                <a:ea typeface="Manrope"/>
                <a:cs typeface="Manrope"/>
              </a:defRPr>
            </a:lvl3pPr>
            <a:lvl4pPr>
              <a:defRPr sz="1050" b="0">
                <a:solidFill>
                  <a:srgbClr val="61717A"/>
                </a:solidFill>
                <a:latin typeface="Manrope"/>
                <a:ea typeface="Manrope"/>
                <a:cs typeface="Manrope"/>
              </a:defRPr>
            </a:lvl4pPr>
            <a:lvl5pPr>
              <a:defRPr sz="1050" b="0">
                <a:solidFill>
                  <a:srgbClr val="61717A"/>
                </a:solidFill>
                <a:latin typeface="Manrope"/>
                <a:ea typeface="Manrope"/>
                <a:cs typeface="Manrope"/>
              </a:defRPr>
            </a:lvl5pPr>
            <a:lvl6pPr>
              <a:defRPr sz="1050" b="0">
                <a:solidFill>
                  <a:srgbClr val="61717A"/>
                </a:solidFill>
                <a:latin typeface="Manrope"/>
                <a:ea typeface="Manrope"/>
                <a:cs typeface="Manrope"/>
              </a:defRPr>
            </a:lvl6pPr>
            <a:lvl7pPr>
              <a:defRPr sz="1050" b="0">
                <a:solidFill>
                  <a:srgbClr val="61717A"/>
                </a:solidFill>
                <a:latin typeface="Manrope"/>
                <a:ea typeface="Manrope"/>
                <a:cs typeface="Manrope"/>
              </a:defRPr>
            </a:lvl7pPr>
            <a:lvl8pPr>
              <a:defRPr sz="1050" b="0">
                <a:solidFill>
                  <a:srgbClr val="61717A"/>
                </a:solidFill>
                <a:latin typeface="Manrope"/>
                <a:ea typeface="Manrope"/>
                <a:cs typeface="Manrope"/>
              </a:defRPr>
            </a:lvl8pPr>
            <a:lvl9pPr>
              <a:defRPr sz="1050" b="0">
                <a:solidFill>
                  <a:srgbClr val="61717A"/>
                </a:solidFill>
                <a:latin typeface="Manrope"/>
                <a:ea typeface="Manrope"/>
                <a:cs typeface="Manrope"/>
              </a:defRPr>
            </a:lvl9pPr>
          </a:lstStyle>
          <a:p>
            <a:pPr>
              <a:defRPr sz="1050" b="0">
                <a:solidFill>
                  <a:srgbClr val="61717A"/>
                </a:solidFill>
                <a:latin typeface="Manrope"/>
                <a:ea typeface="Manrope"/>
                <a:cs typeface="Manrope"/>
              </a:defRPr>
            </a:pPr>
            <a:r>
              <a:rPr sz="1050" b="0">
                <a:solidFill>
                  <a:srgbClr val="61717A"/>
                </a:solidFill>
                <a:latin typeface="Manrope"/>
                <a:ea typeface="Manrope"/>
                <a:cs typeface="Manrope"/>
              </a:rPr>
              <a:t>ITI-922  /  GRUPO 6</a:t>
            </a:r>
          </a:p>
        </p:txBody>
      </p:sp>
      <p:sp>
        <p:nvSpPr>
          <p:cNvPr id="6" name="text-11">
            <a:extLst>
              <a:ext uri="{FF2B5EF4-FFF2-40B4-BE49-F238E27FC236}">
                <a16:creationId xmlns:a16="http://schemas.microsoft.com/office/drawing/2014/main" id="{0302C284-4DF1-4470-9CE6-C33F7923D553}"/>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61717A"/>
                </a:solidFill>
                <a:latin typeface="Manrope"/>
                <a:ea typeface="Manrope"/>
                <a:cs typeface="Manrope"/>
              </a:defRPr>
            </a:defPPr>
            <a:lvl1pPr algn="r">
              <a:defRPr sz="1425" b="0">
                <a:solidFill>
                  <a:srgbClr val="61717A"/>
                </a:solidFill>
                <a:latin typeface="Manrope"/>
                <a:ea typeface="Manrope"/>
                <a:cs typeface="Manrope"/>
              </a:defRPr>
            </a:lvl1pPr>
            <a:lvl2pPr algn="r">
              <a:defRPr sz="1425" b="0">
                <a:solidFill>
                  <a:srgbClr val="61717A"/>
                </a:solidFill>
                <a:latin typeface="Manrope"/>
                <a:ea typeface="Manrope"/>
                <a:cs typeface="Manrope"/>
              </a:defRPr>
            </a:lvl2pPr>
            <a:lvl3pPr algn="r">
              <a:defRPr sz="1425" b="0">
                <a:solidFill>
                  <a:srgbClr val="61717A"/>
                </a:solidFill>
                <a:latin typeface="Manrope"/>
                <a:ea typeface="Manrope"/>
                <a:cs typeface="Manrope"/>
              </a:defRPr>
            </a:lvl3pPr>
            <a:lvl4pPr algn="r">
              <a:defRPr sz="1425" b="0">
                <a:solidFill>
                  <a:srgbClr val="61717A"/>
                </a:solidFill>
                <a:latin typeface="Manrope"/>
                <a:ea typeface="Manrope"/>
                <a:cs typeface="Manrope"/>
              </a:defRPr>
            </a:lvl4pPr>
            <a:lvl5pPr algn="r">
              <a:defRPr sz="1425" b="0">
                <a:solidFill>
                  <a:srgbClr val="61717A"/>
                </a:solidFill>
                <a:latin typeface="Manrope"/>
                <a:ea typeface="Manrope"/>
                <a:cs typeface="Manrope"/>
              </a:defRPr>
            </a:lvl5pPr>
            <a:lvl6pPr algn="r">
              <a:defRPr sz="1425" b="0">
                <a:solidFill>
                  <a:srgbClr val="61717A"/>
                </a:solidFill>
                <a:latin typeface="Manrope"/>
                <a:ea typeface="Manrope"/>
                <a:cs typeface="Manrope"/>
              </a:defRPr>
            </a:lvl6pPr>
            <a:lvl7pPr algn="r">
              <a:defRPr sz="1425" b="0">
                <a:solidFill>
                  <a:srgbClr val="61717A"/>
                </a:solidFill>
                <a:latin typeface="Manrope"/>
                <a:ea typeface="Manrope"/>
                <a:cs typeface="Manrope"/>
              </a:defRPr>
            </a:lvl7pPr>
            <a:lvl8pPr algn="r">
              <a:defRPr sz="1425" b="0">
                <a:solidFill>
                  <a:srgbClr val="61717A"/>
                </a:solidFill>
                <a:latin typeface="Manrope"/>
                <a:ea typeface="Manrope"/>
                <a:cs typeface="Manrope"/>
              </a:defRPr>
            </a:lvl8pPr>
            <a:lvl9pPr algn="r">
              <a:defRPr sz="1425" b="0">
                <a:solidFill>
                  <a:srgbClr val="61717A"/>
                </a:solidFill>
                <a:latin typeface="Manrope"/>
                <a:ea typeface="Manrope"/>
                <a:cs typeface="Manrope"/>
              </a:defRPr>
            </a:lvl9pPr>
          </a:lstStyle>
          <a:p>
            <a:pPr algn="r">
              <a:defRPr sz="1425" b="0">
                <a:solidFill>
                  <a:srgbClr val="61717A"/>
                </a:solidFill>
                <a:latin typeface="Manrope"/>
                <a:ea typeface="Manrope"/>
                <a:cs typeface="Manrope"/>
              </a:defRPr>
            </a:pPr>
            <a:r>
              <a:rPr sz="1425" b="0">
                <a:solidFill>
                  <a:srgbClr val="61717A"/>
                </a:solidFill>
                <a:latin typeface="Manrope"/>
                <a:ea typeface="Manrope"/>
                <a:cs typeface="Manrope"/>
              </a:rPr>
              <a:t>02</a:t>
            </a:r>
          </a:p>
        </p:txBody>
      </p:sp>
      <p:sp>
        <p:nvSpPr>
          <p:cNvPr id="7" name="text-12">
            <a:extLst>
              <a:ext uri="{FF2B5EF4-FFF2-40B4-BE49-F238E27FC236}">
                <a16:creationId xmlns:a16="http://schemas.microsoft.com/office/drawing/2014/main" id="{5A23F1B8-B604-4931-88A2-092E2E73212F}"/>
              </a:ext>
            </a:extLst>
          </p:cNvPr>
          <p:cNvSpPr>
            <a:spLocks noGrp="1"/>
          </p:cNvSpPr>
          <p:nvPr/>
        </p:nvSpPr>
        <p:spPr>
          <a:xfrm>
            <a:off x="609600" y="2200275"/>
            <a:ext cx="4000500" cy="1038225"/>
          </a:xfrm>
          <a:prstGeom prst="rect">
            <a:avLst/>
          </a:prstGeom>
          <a:noFill/>
          <a:ln w="0">
            <a:noFill/>
            <a:prstDash val="solid"/>
          </a:ln>
        </p:spPr>
        <p:txBody>
          <a:bodyPr wrap="square" lIns="0" tIns="0" rIns="0" bIns="0" anchor="t">
            <a:noAutofit/>
          </a:bodyPr>
          <a:lstStyle>
            <a:defPPr>
              <a:defRPr sz="3000" b="1">
                <a:solidFill>
                  <a:srgbClr val="122630"/>
                </a:solidFill>
                <a:latin typeface="Manrope"/>
                <a:ea typeface="Manrope"/>
                <a:cs typeface="Manrope"/>
              </a:defRPr>
            </a:defPPr>
            <a:lvl1pPr>
              <a:defRPr sz="3000" b="1">
                <a:solidFill>
                  <a:srgbClr val="122630"/>
                </a:solidFill>
                <a:latin typeface="Manrope"/>
                <a:ea typeface="Manrope"/>
                <a:cs typeface="Manrope"/>
              </a:defRPr>
            </a:lvl1pPr>
            <a:lvl2pPr>
              <a:defRPr sz="3000" b="1">
                <a:solidFill>
                  <a:srgbClr val="122630"/>
                </a:solidFill>
                <a:latin typeface="Manrope"/>
                <a:ea typeface="Manrope"/>
                <a:cs typeface="Manrope"/>
              </a:defRPr>
            </a:lvl2pPr>
            <a:lvl3pPr>
              <a:defRPr sz="3000" b="1">
                <a:solidFill>
                  <a:srgbClr val="122630"/>
                </a:solidFill>
                <a:latin typeface="Manrope"/>
                <a:ea typeface="Manrope"/>
                <a:cs typeface="Manrope"/>
              </a:defRPr>
            </a:lvl3pPr>
            <a:lvl4pPr>
              <a:defRPr sz="3000" b="1">
                <a:solidFill>
                  <a:srgbClr val="122630"/>
                </a:solidFill>
                <a:latin typeface="Manrope"/>
                <a:ea typeface="Manrope"/>
                <a:cs typeface="Manrope"/>
              </a:defRPr>
            </a:lvl4pPr>
            <a:lvl5pPr>
              <a:defRPr sz="3000" b="1">
                <a:solidFill>
                  <a:srgbClr val="122630"/>
                </a:solidFill>
                <a:latin typeface="Manrope"/>
                <a:ea typeface="Manrope"/>
                <a:cs typeface="Manrope"/>
              </a:defRPr>
            </a:lvl5pPr>
            <a:lvl6pPr>
              <a:defRPr sz="3000" b="1">
                <a:solidFill>
                  <a:srgbClr val="122630"/>
                </a:solidFill>
                <a:latin typeface="Manrope"/>
                <a:ea typeface="Manrope"/>
                <a:cs typeface="Manrope"/>
              </a:defRPr>
            </a:lvl6pPr>
            <a:lvl7pPr>
              <a:defRPr sz="3000" b="1">
                <a:solidFill>
                  <a:srgbClr val="122630"/>
                </a:solidFill>
                <a:latin typeface="Manrope"/>
                <a:ea typeface="Manrope"/>
                <a:cs typeface="Manrope"/>
              </a:defRPr>
            </a:lvl7pPr>
            <a:lvl8pPr>
              <a:defRPr sz="3000" b="1">
                <a:solidFill>
                  <a:srgbClr val="122630"/>
                </a:solidFill>
                <a:latin typeface="Manrope"/>
                <a:ea typeface="Manrope"/>
                <a:cs typeface="Manrope"/>
              </a:defRPr>
            </a:lvl8pPr>
            <a:lvl9pPr>
              <a:defRPr sz="3000" b="1">
                <a:solidFill>
                  <a:srgbClr val="122630"/>
                </a:solidFill>
                <a:latin typeface="Manrope"/>
                <a:ea typeface="Manrope"/>
                <a:cs typeface="Manrope"/>
              </a:defRPr>
            </a:lvl9pPr>
          </a:lstStyle>
          <a:p>
            <a:pPr>
              <a:defRPr sz="3000" b="1">
                <a:solidFill>
                  <a:srgbClr val="122630"/>
                </a:solidFill>
                <a:latin typeface="Manrope"/>
                <a:ea typeface="Manrope"/>
                <a:cs typeface="Manrope"/>
              </a:defRPr>
            </a:pPr>
            <a:r>
              <a:rPr sz="3000" b="1">
                <a:solidFill>
                  <a:srgbClr val="122630"/>
                </a:solidFill>
                <a:latin typeface="Manrope"/>
                <a:ea typeface="Manrope"/>
                <a:cs typeface="Manrope"/>
              </a:rPr>
              <a:t>Una entrada</a:t>
            </a:r>
          </a:p>
          <a:p>
            <a:pPr>
              <a:defRPr sz="3000" b="1">
                <a:solidFill>
                  <a:srgbClr val="122630"/>
                </a:solidFill>
                <a:latin typeface="Manrope"/>
                <a:ea typeface="Manrope"/>
                <a:cs typeface="Manrope"/>
              </a:defRPr>
            </a:pPr>
            <a:r>
              <a:rPr sz="3000" b="1">
                <a:solidFill>
                  <a:srgbClr val="122630"/>
                </a:solidFill>
                <a:latin typeface="Manrope"/>
                <a:ea typeface="Manrope"/>
                <a:cs typeface="Manrope"/>
              </a:rPr>
              <a:t>de cualquier tamaño</a:t>
            </a:r>
          </a:p>
        </p:txBody>
      </p:sp>
      <p:sp>
        <p:nvSpPr>
          <p:cNvPr id="8" name="text-13">
            <a:extLst>
              <a:ext uri="{FF2B5EF4-FFF2-40B4-BE49-F238E27FC236}">
                <a16:creationId xmlns:a16="http://schemas.microsoft.com/office/drawing/2014/main" id="{128B1B24-273A-4342-B597-453CEDF0CC04}"/>
              </a:ext>
            </a:extLst>
          </p:cNvPr>
          <p:cNvSpPr>
            <a:spLocks noGrp="1"/>
          </p:cNvSpPr>
          <p:nvPr/>
        </p:nvSpPr>
        <p:spPr>
          <a:xfrm>
            <a:off x="609600" y="3562350"/>
            <a:ext cx="4095750" cy="952500"/>
          </a:xfrm>
          <a:prstGeom prst="rect">
            <a:avLst/>
          </a:prstGeom>
          <a:noFill/>
          <a:ln w="0">
            <a:noFill/>
            <a:prstDash val="solid"/>
          </a:ln>
        </p:spPr>
        <p:txBody>
          <a:bodyPr wrap="square" lIns="0" tIns="0" rIns="0" bIns="0" anchor="t">
            <a:noAutofit/>
          </a:bodyPr>
          <a:lstStyle>
            <a:defPPr>
              <a:defRPr sz="2100" b="0">
                <a:solidFill>
                  <a:srgbClr val="61717A"/>
                </a:solidFill>
                <a:latin typeface="Manrope"/>
                <a:ea typeface="Manrope"/>
                <a:cs typeface="Manrope"/>
              </a:defRPr>
            </a:defPPr>
            <a:lvl1pPr>
              <a:defRPr sz="2100" b="0">
                <a:solidFill>
                  <a:srgbClr val="61717A"/>
                </a:solidFill>
                <a:latin typeface="Manrope"/>
                <a:ea typeface="Manrope"/>
                <a:cs typeface="Manrope"/>
              </a:defRPr>
            </a:lvl1pPr>
            <a:lvl2pPr>
              <a:defRPr sz="2100" b="0">
                <a:solidFill>
                  <a:srgbClr val="61717A"/>
                </a:solidFill>
                <a:latin typeface="Manrope"/>
                <a:ea typeface="Manrope"/>
                <a:cs typeface="Manrope"/>
              </a:defRPr>
            </a:lvl2pPr>
            <a:lvl3pPr>
              <a:defRPr sz="2100" b="0">
                <a:solidFill>
                  <a:srgbClr val="61717A"/>
                </a:solidFill>
                <a:latin typeface="Manrope"/>
                <a:ea typeface="Manrope"/>
                <a:cs typeface="Manrope"/>
              </a:defRPr>
            </a:lvl3pPr>
            <a:lvl4pPr>
              <a:defRPr sz="2100" b="0">
                <a:solidFill>
                  <a:srgbClr val="61717A"/>
                </a:solidFill>
                <a:latin typeface="Manrope"/>
                <a:ea typeface="Manrope"/>
                <a:cs typeface="Manrope"/>
              </a:defRPr>
            </a:lvl4pPr>
            <a:lvl5pPr>
              <a:defRPr sz="2100" b="0">
                <a:solidFill>
                  <a:srgbClr val="61717A"/>
                </a:solidFill>
                <a:latin typeface="Manrope"/>
                <a:ea typeface="Manrope"/>
                <a:cs typeface="Manrope"/>
              </a:defRPr>
            </a:lvl5pPr>
            <a:lvl6pPr>
              <a:defRPr sz="2100" b="0">
                <a:solidFill>
                  <a:srgbClr val="61717A"/>
                </a:solidFill>
                <a:latin typeface="Manrope"/>
                <a:ea typeface="Manrope"/>
                <a:cs typeface="Manrope"/>
              </a:defRPr>
            </a:lvl6pPr>
            <a:lvl7pPr>
              <a:defRPr sz="2100" b="0">
                <a:solidFill>
                  <a:srgbClr val="61717A"/>
                </a:solidFill>
                <a:latin typeface="Manrope"/>
                <a:ea typeface="Manrope"/>
                <a:cs typeface="Manrope"/>
              </a:defRPr>
            </a:lvl7pPr>
            <a:lvl8pPr>
              <a:defRPr sz="2100" b="0">
                <a:solidFill>
                  <a:srgbClr val="61717A"/>
                </a:solidFill>
                <a:latin typeface="Manrope"/>
                <a:ea typeface="Manrope"/>
                <a:cs typeface="Manrope"/>
              </a:defRPr>
            </a:lvl8pPr>
            <a:lvl9pPr>
              <a:defRPr sz="2100" b="0">
                <a:solidFill>
                  <a:srgbClr val="61717A"/>
                </a:solidFill>
                <a:latin typeface="Manrope"/>
                <a:ea typeface="Manrope"/>
                <a:cs typeface="Manrope"/>
              </a:defRPr>
            </a:lvl9pPr>
          </a:lstStyle>
          <a:p>
            <a:pPr>
              <a:defRPr sz="2100" b="0">
                <a:solidFill>
                  <a:srgbClr val="61717A"/>
                </a:solidFill>
                <a:latin typeface="Manrope"/>
                <a:ea typeface="Manrope"/>
                <a:cs typeface="Manrope"/>
              </a:defRPr>
            </a:pPr>
            <a:r>
              <a:rPr sz="2100" b="0">
                <a:solidFill>
                  <a:srgbClr val="61717A"/>
                </a:solidFill>
                <a:latin typeface="Manrope"/>
                <a:ea typeface="Manrope"/>
                <a:cs typeface="Manrope"/>
              </a:rPr>
              <a:t>Una salida de tamaño fijo.</a:t>
            </a:r>
          </a:p>
          <a:p>
            <a:pPr>
              <a:defRPr sz="2100" b="0">
                <a:solidFill>
                  <a:srgbClr val="61717A"/>
                </a:solidFill>
                <a:latin typeface="Manrope"/>
                <a:ea typeface="Manrope"/>
                <a:cs typeface="Manrope"/>
              </a:defRPr>
            </a:pPr>
            <a:r>
              <a:rPr sz="2100" b="0">
                <a:solidFill>
                  <a:srgbClr val="61717A"/>
                </a:solidFill>
                <a:latin typeface="Manrope"/>
                <a:ea typeface="Manrope"/>
                <a:cs typeface="Manrope"/>
              </a:rPr>
              <a:t>El mismo mensaje da el mismo hash.</a:t>
            </a:r>
          </a:p>
        </p:txBody>
      </p:sp>
      <p:sp>
        <p:nvSpPr>
          <p:cNvPr id="9" name="diagram-14">
            <a:extLst>
              <a:ext uri="{FF2B5EF4-FFF2-40B4-BE49-F238E27FC236}">
                <a16:creationId xmlns:a16="http://schemas.microsoft.com/office/drawing/2014/main" id="{7F3E869F-4E79-48F6-842A-EE0585CA8316}"/>
              </a:ext>
            </a:extLst>
          </p:cNvPr>
          <p:cNvSpPr>
            <a:spLocks noGrp="1"/>
          </p:cNvSpPr>
          <p:nvPr/>
        </p:nvSpPr>
        <p:spPr>
          <a:xfrm>
            <a:off x="5781675" y="2124075"/>
            <a:ext cx="2286000" cy="628650"/>
          </a:xfrm>
          <a:prstGeom prst="rect">
            <a:avLst/>
          </a:prstGeom>
          <a:noFill/>
          <a:ln w="12383">
            <a:solidFill>
              <a:srgbClr val="287F83"/>
            </a:solidFill>
            <a:prstDash val="solid"/>
          </a:ln>
        </p:spPr>
        <p:txBody>
          <a:bodyPr lIns="114300" tIns="114300" rIns="114300" bIns="114300" anchor="ctr">
            <a:noAutofit/>
          </a:bodyPr>
          <a:lstStyle>
            <a:defPPr algn="ctr">
              <a:defRPr sz="2175" b="1">
                <a:solidFill>
                  <a:srgbClr val="122630"/>
                </a:solidFill>
                <a:latin typeface="Manrope"/>
                <a:ea typeface="Manrope"/>
                <a:cs typeface="Manrope"/>
              </a:defRPr>
            </a:defPPr>
            <a:lvl1pPr algn="ctr">
              <a:defRPr sz="2175" b="1">
                <a:solidFill>
                  <a:srgbClr val="122630"/>
                </a:solidFill>
                <a:latin typeface="Manrope"/>
                <a:ea typeface="Manrope"/>
                <a:cs typeface="Manrope"/>
              </a:defRPr>
            </a:lvl1pPr>
            <a:lvl2pPr algn="ctr">
              <a:defRPr sz="2175" b="1">
                <a:solidFill>
                  <a:srgbClr val="122630"/>
                </a:solidFill>
                <a:latin typeface="Manrope"/>
                <a:ea typeface="Manrope"/>
                <a:cs typeface="Manrope"/>
              </a:defRPr>
            </a:lvl2pPr>
            <a:lvl3pPr algn="ctr">
              <a:defRPr sz="2175" b="1">
                <a:solidFill>
                  <a:srgbClr val="122630"/>
                </a:solidFill>
                <a:latin typeface="Manrope"/>
                <a:ea typeface="Manrope"/>
                <a:cs typeface="Manrope"/>
              </a:defRPr>
            </a:lvl3pPr>
            <a:lvl4pPr algn="ctr">
              <a:defRPr sz="2175" b="1">
                <a:solidFill>
                  <a:srgbClr val="122630"/>
                </a:solidFill>
                <a:latin typeface="Manrope"/>
                <a:ea typeface="Manrope"/>
                <a:cs typeface="Manrope"/>
              </a:defRPr>
            </a:lvl4pPr>
            <a:lvl5pPr algn="ctr">
              <a:defRPr sz="2175" b="1">
                <a:solidFill>
                  <a:srgbClr val="122630"/>
                </a:solidFill>
                <a:latin typeface="Manrope"/>
                <a:ea typeface="Manrope"/>
                <a:cs typeface="Manrope"/>
              </a:defRPr>
            </a:lvl5pPr>
            <a:lvl6pPr algn="ctr">
              <a:defRPr sz="2175" b="1">
                <a:solidFill>
                  <a:srgbClr val="122630"/>
                </a:solidFill>
                <a:latin typeface="Manrope"/>
                <a:ea typeface="Manrope"/>
                <a:cs typeface="Manrope"/>
              </a:defRPr>
            </a:lvl6pPr>
            <a:lvl7pPr algn="ctr">
              <a:defRPr sz="2175" b="1">
                <a:solidFill>
                  <a:srgbClr val="122630"/>
                </a:solidFill>
                <a:latin typeface="Manrope"/>
                <a:ea typeface="Manrope"/>
                <a:cs typeface="Manrope"/>
              </a:defRPr>
            </a:lvl7pPr>
            <a:lvl8pPr algn="ctr">
              <a:defRPr sz="2175" b="1">
                <a:solidFill>
                  <a:srgbClr val="122630"/>
                </a:solidFill>
                <a:latin typeface="Manrope"/>
                <a:ea typeface="Manrope"/>
                <a:cs typeface="Manrope"/>
              </a:defRPr>
            </a:lvl8pPr>
            <a:lvl9pPr algn="ctr">
              <a:defRPr sz="2175" b="1">
                <a:solidFill>
                  <a:srgbClr val="122630"/>
                </a:solidFill>
                <a:latin typeface="Manrope"/>
                <a:ea typeface="Manrope"/>
                <a:cs typeface="Manrope"/>
              </a:defRPr>
            </a:lvl9pPr>
          </a:lstStyle>
          <a:p>
            <a:pPr algn="ctr">
              <a:defRPr sz="2175" b="1">
                <a:solidFill>
                  <a:srgbClr val="122630"/>
                </a:solidFill>
                <a:latin typeface="Manrope"/>
                <a:ea typeface="Manrope"/>
                <a:cs typeface="Manrope"/>
              </a:defRPr>
            </a:pPr>
            <a:r>
              <a:rPr sz="2175" b="1">
                <a:solidFill>
                  <a:srgbClr val="122630"/>
                </a:solidFill>
                <a:latin typeface="Manrope"/>
                <a:ea typeface="Manrope"/>
                <a:cs typeface="Manrope"/>
              </a:rPr>
              <a:t>costarica</a:t>
            </a:r>
          </a:p>
        </p:txBody>
      </p:sp>
      <p:sp>
        <p:nvSpPr>
          <p:cNvPr id="10" name="diagram-15">
            <a:extLst>
              <a:ext uri="{FF2B5EF4-FFF2-40B4-BE49-F238E27FC236}">
                <a16:creationId xmlns:a16="http://schemas.microsoft.com/office/drawing/2014/main" id="{A3ED9A1A-BAF9-4A16-A6AD-A4693A09F869}"/>
              </a:ext>
            </a:extLst>
          </p:cNvPr>
          <p:cNvSpPr>
            <a:spLocks noGrp="1"/>
          </p:cNvSpPr>
          <p:nvPr/>
        </p:nvSpPr>
        <p:spPr>
          <a:xfrm>
            <a:off x="9105900" y="2124075"/>
            <a:ext cx="2476500" cy="628650"/>
          </a:xfrm>
          <a:prstGeom prst="rect">
            <a:avLst/>
          </a:prstGeom>
          <a:noFill/>
          <a:ln w="12383">
            <a:solidFill>
              <a:srgbClr val="287F83"/>
            </a:solidFill>
            <a:prstDash val="solid"/>
          </a:ln>
        </p:spPr>
        <p:txBody>
          <a:bodyPr lIns="114300" tIns="114300" rIns="114300" bIns="114300" anchor="ctr">
            <a:noAutofit/>
          </a:bodyPr>
          <a:lstStyle>
            <a:defPPr algn="ctr">
              <a:defRPr sz="2175" b="1">
                <a:solidFill>
                  <a:srgbClr val="287F83"/>
                </a:solidFill>
                <a:latin typeface="Manrope"/>
                <a:ea typeface="Manrope"/>
                <a:cs typeface="Manrope"/>
              </a:defRPr>
            </a:defPPr>
            <a:lvl1pPr algn="ctr">
              <a:defRPr sz="2175" b="1">
                <a:solidFill>
                  <a:srgbClr val="287F83"/>
                </a:solidFill>
                <a:latin typeface="Manrope"/>
                <a:ea typeface="Manrope"/>
                <a:cs typeface="Manrope"/>
              </a:defRPr>
            </a:lvl1pPr>
            <a:lvl2pPr algn="ctr">
              <a:defRPr sz="2175" b="1">
                <a:solidFill>
                  <a:srgbClr val="287F83"/>
                </a:solidFill>
                <a:latin typeface="Manrope"/>
                <a:ea typeface="Manrope"/>
                <a:cs typeface="Manrope"/>
              </a:defRPr>
            </a:lvl2pPr>
            <a:lvl3pPr algn="ctr">
              <a:defRPr sz="2175" b="1">
                <a:solidFill>
                  <a:srgbClr val="287F83"/>
                </a:solidFill>
                <a:latin typeface="Manrope"/>
                <a:ea typeface="Manrope"/>
                <a:cs typeface="Manrope"/>
              </a:defRPr>
            </a:lvl3pPr>
            <a:lvl4pPr algn="ctr">
              <a:defRPr sz="2175" b="1">
                <a:solidFill>
                  <a:srgbClr val="287F83"/>
                </a:solidFill>
                <a:latin typeface="Manrope"/>
                <a:ea typeface="Manrope"/>
                <a:cs typeface="Manrope"/>
              </a:defRPr>
            </a:lvl4pPr>
            <a:lvl5pPr algn="ctr">
              <a:defRPr sz="2175" b="1">
                <a:solidFill>
                  <a:srgbClr val="287F83"/>
                </a:solidFill>
                <a:latin typeface="Manrope"/>
                <a:ea typeface="Manrope"/>
                <a:cs typeface="Manrope"/>
              </a:defRPr>
            </a:lvl5pPr>
            <a:lvl6pPr algn="ctr">
              <a:defRPr sz="2175" b="1">
                <a:solidFill>
                  <a:srgbClr val="287F83"/>
                </a:solidFill>
                <a:latin typeface="Manrope"/>
                <a:ea typeface="Manrope"/>
                <a:cs typeface="Manrope"/>
              </a:defRPr>
            </a:lvl6pPr>
            <a:lvl7pPr algn="ctr">
              <a:defRPr sz="2175" b="1">
                <a:solidFill>
                  <a:srgbClr val="287F83"/>
                </a:solidFill>
                <a:latin typeface="Manrope"/>
                <a:ea typeface="Manrope"/>
                <a:cs typeface="Manrope"/>
              </a:defRPr>
            </a:lvl7pPr>
            <a:lvl8pPr algn="ctr">
              <a:defRPr sz="2175" b="1">
                <a:solidFill>
                  <a:srgbClr val="287F83"/>
                </a:solidFill>
                <a:latin typeface="Manrope"/>
                <a:ea typeface="Manrope"/>
                <a:cs typeface="Manrope"/>
              </a:defRPr>
            </a:lvl8pPr>
            <a:lvl9pPr algn="ctr">
              <a:defRPr sz="2175" b="1">
                <a:solidFill>
                  <a:srgbClr val="287F83"/>
                </a:solidFill>
                <a:latin typeface="Manrope"/>
                <a:ea typeface="Manrope"/>
                <a:cs typeface="Manrope"/>
              </a:defRPr>
            </a:lvl9pPr>
          </a:lstStyle>
          <a:p>
            <a:pPr algn="ctr">
              <a:defRPr sz="2175" b="1">
                <a:solidFill>
                  <a:srgbClr val="287F83"/>
                </a:solidFill>
                <a:latin typeface="Manrope"/>
                <a:ea typeface="Manrope"/>
                <a:cs typeface="Manrope"/>
              </a:defRPr>
            </a:pPr>
            <a:r>
              <a:rPr sz="2175" b="1">
                <a:solidFill>
                  <a:srgbClr val="287F83"/>
                </a:solidFill>
                <a:latin typeface="Manrope"/>
                <a:ea typeface="Manrope"/>
                <a:cs typeface="Manrope"/>
              </a:rPr>
              <a:t>SHA-256</a:t>
            </a:r>
          </a:p>
        </p:txBody>
      </p:sp>
      <p:sp>
        <p:nvSpPr>
          <p:cNvPr id="11" name="text-16">
            <a:extLst>
              <a:ext uri="{FF2B5EF4-FFF2-40B4-BE49-F238E27FC236}">
                <a16:creationId xmlns:a16="http://schemas.microsoft.com/office/drawing/2014/main" id="{C092D9D4-1CE2-455C-887F-0759D6BDF644}"/>
              </a:ext>
            </a:extLst>
          </p:cNvPr>
          <p:cNvSpPr>
            <a:spLocks noGrp="1"/>
          </p:cNvSpPr>
          <p:nvPr/>
        </p:nvSpPr>
        <p:spPr>
          <a:xfrm>
            <a:off x="5781675" y="3143250"/>
            <a:ext cx="5524500" cy="285750"/>
          </a:xfrm>
          <a:prstGeom prst="rect">
            <a:avLst/>
          </a:prstGeom>
          <a:noFill/>
          <a:ln w="0">
            <a:noFill/>
            <a:prstDash val="solid"/>
          </a:ln>
        </p:spPr>
        <p:txBody>
          <a:bodyPr wrap="square" lIns="0" tIns="0" rIns="0" bIns="0" anchor="t">
            <a:noAutofit/>
          </a:bodyPr>
          <a:lstStyle>
            <a:defPPr>
              <a:defRPr sz="1275" b="1">
                <a:solidFill>
                  <a:srgbClr val="61717A"/>
                </a:solidFill>
                <a:latin typeface="Manrope"/>
                <a:ea typeface="Manrope"/>
                <a:cs typeface="Manrope"/>
              </a:defRPr>
            </a:defPPr>
            <a:lvl1pPr>
              <a:defRPr sz="1275" b="1">
                <a:solidFill>
                  <a:srgbClr val="61717A"/>
                </a:solidFill>
                <a:latin typeface="Manrope"/>
                <a:ea typeface="Manrope"/>
                <a:cs typeface="Manrope"/>
              </a:defRPr>
            </a:lvl1pPr>
            <a:lvl2pPr>
              <a:defRPr sz="1275" b="1">
                <a:solidFill>
                  <a:srgbClr val="61717A"/>
                </a:solidFill>
                <a:latin typeface="Manrope"/>
                <a:ea typeface="Manrope"/>
                <a:cs typeface="Manrope"/>
              </a:defRPr>
            </a:lvl2pPr>
            <a:lvl3pPr>
              <a:defRPr sz="1275" b="1">
                <a:solidFill>
                  <a:srgbClr val="61717A"/>
                </a:solidFill>
                <a:latin typeface="Manrope"/>
                <a:ea typeface="Manrope"/>
                <a:cs typeface="Manrope"/>
              </a:defRPr>
            </a:lvl3pPr>
            <a:lvl4pPr>
              <a:defRPr sz="1275" b="1">
                <a:solidFill>
                  <a:srgbClr val="61717A"/>
                </a:solidFill>
                <a:latin typeface="Manrope"/>
                <a:ea typeface="Manrope"/>
                <a:cs typeface="Manrope"/>
              </a:defRPr>
            </a:lvl4pPr>
            <a:lvl5pPr>
              <a:defRPr sz="1275" b="1">
                <a:solidFill>
                  <a:srgbClr val="61717A"/>
                </a:solidFill>
                <a:latin typeface="Manrope"/>
                <a:ea typeface="Manrope"/>
                <a:cs typeface="Manrope"/>
              </a:defRPr>
            </a:lvl5pPr>
            <a:lvl6pPr>
              <a:defRPr sz="1275" b="1">
                <a:solidFill>
                  <a:srgbClr val="61717A"/>
                </a:solidFill>
                <a:latin typeface="Manrope"/>
                <a:ea typeface="Manrope"/>
                <a:cs typeface="Manrope"/>
              </a:defRPr>
            </a:lvl6pPr>
            <a:lvl7pPr>
              <a:defRPr sz="1275" b="1">
                <a:solidFill>
                  <a:srgbClr val="61717A"/>
                </a:solidFill>
                <a:latin typeface="Manrope"/>
                <a:ea typeface="Manrope"/>
                <a:cs typeface="Manrope"/>
              </a:defRPr>
            </a:lvl7pPr>
            <a:lvl8pPr>
              <a:defRPr sz="1275" b="1">
                <a:solidFill>
                  <a:srgbClr val="61717A"/>
                </a:solidFill>
                <a:latin typeface="Manrope"/>
                <a:ea typeface="Manrope"/>
                <a:cs typeface="Manrope"/>
              </a:defRPr>
            </a:lvl8pPr>
            <a:lvl9pPr>
              <a:defRPr sz="1275" b="1">
                <a:solidFill>
                  <a:srgbClr val="61717A"/>
                </a:solidFill>
                <a:latin typeface="Manrope"/>
                <a:ea typeface="Manrope"/>
                <a:cs typeface="Manrope"/>
              </a:defRPr>
            </a:lvl9pPr>
          </a:lstStyle>
          <a:p>
            <a:pPr>
              <a:defRPr sz="1275" b="1">
                <a:solidFill>
                  <a:srgbClr val="61717A"/>
                </a:solidFill>
                <a:latin typeface="Manrope"/>
                <a:ea typeface="Manrope"/>
                <a:cs typeface="Manrope"/>
              </a:defRPr>
            </a:pPr>
            <a:r>
              <a:rPr sz="1275" b="1">
                <a:solidFill>
                  <a:srgbClr val="61717A"/>
                </a:solidFill>
                <a:latin typeface="Manrope"/>
                <a:ea typeface="Manrope"/>
                <a:cs typeface="Manrope"/>
              </a:rPr>
              <a:t>HUELLA HEXADECIMAL</a:t>
            </a:r>
          </a:p>
        </p:txBody>
      </p:sp>
      <p:sp>
        <p:nvSpPr>
          <p:cNvPr id="12" name="text-17">
            <a:extLst>
              <a:ext uri="{FF2B5EF4-FFF2-40B4-BE49-F238E27FC236}">
                <a16:creationId xmlns:a16="http://schemas.microsoft.com/office/drawing/2014/main" id="{89DE4610-43EF-46A1-BD20-CC7F9D48718B}"/>
              </a:ext>
            </a:extLst>
          </p:cNvPr>
          <p:cNvSpPr>
            <a:spLocks noGrp="1"/>
          </p:cNvSpPr>
          <p:nvPr/>
        </p:nvSpPr>
        <p:spPr>
          <a:xfrm>
            <a:off x="5781675" y="3619500"/>
            <a:ext cx="5715000" cy="1581150"/>
          </a:xfrm>
          <a:prstGeom prst="rect">
            <a:avLst/>
          </a:prstGeom>
          <a:noFill/>
          <a:ln w="0">
            <a:noFill/>
            <a:prstDash val="solid"/>
          </a:ln>
        </p:spPr>
        <p:txBody>
          <a:bodyPr wrap="square" lIns="0" tIns="0" rIns="0" bIns="0" anchor="t">
            <a:noAutofit/>
          </a:bodyPr>
          <a:lstStyle>
            <a:defPPr>
              <a:defRPr sz="2325" b="0">
                <a:solidFill>
                  <a:srgbClr val="287F83"/>
                </a:solidFill>
                <a:latin typeface="DejaVu Sans Mono"/>
                <a:ea typeface="DejaVu Sans Mono"/>
                <a:cs typeface="DejaVu Sans Mono"/>
              </a:defRPr>
            </a:defPPr>
            <a:lvl1pPr>
              <a:defRPr sz="2325" b="0">
                <a:solidFill>
                  <a:srgbClr val="287F83"/>
                </a:solidFill>
                <a:latin typeface="DejaVu Sans Mono"/>
                <a:ea typeface="DejaVu Sans Mono"/>
                <a:cs typeface="DejaVu Sans Mono"/>
              </a:defRPr>
            </a:lvl1pPr>
            <a:lvl2pPr>
              <a:defRPr sz="2325" b="0">
                <a:solidFill>
                  <a:srgbClr val="287F83"/>
                </a:solidFill>
                <a:latin typeface="DejaVu Sans Mono"/>
                <a:ea typeface="DejaVu Sans Mono"/>
                <a:cs typeface="DejaVu Sans Mono"/>
              </a:defRPr>
            </a:lvl2pPr>
            <a:lvl3pPr>
              <a:defRPr sz="2325" b="0">
                <a:solidFill>
                  <a:srgbClr val="287F83"/>
                </a:solidFill>
                <a:latin typeface="DejaVu Sans Mono"/>
                <a:ea typeface="DejaVu Sans Mono"/>
                <a:cs typeface="DejaVu Sans Mono"/>
              </a:defRPr>
            </a:lvl3pPr>
            <a:lvl4pPr>
              <a:defRPr sz="2325" b="0">
                <a:solidFill>
                  <a:srgbClr val="287F83"/>
                </a:solidFill>
                <a:latin typeface="DejaVu Sans Mono"/>
                <a:ea typeface="DejaVu Sans Mono"/>
                <a:cs typeface="DejaVu Sans Mono"/>
              </a:defRPr>
            </a:lvl4pPr>
            <a:lvl5pPr>
              <a:defRPr sz="2325" b="0">
                <a:solidFill>
                  <a:srgbClr val="287F83"/>
                </a:solidFill>
                <a:latin typeface="DejaVu Sans Mono"/>
                <a:ea typeface="DejaVu Sans Mono"/>
                <a:cs typeface="DejaVu Sans Mono"/>
              </a:defRPr>
            </a:lvl5pPr>
            <a:lvl6pPr>
              <a:defRPr sz="2325" b="0">
                <a:solidFill>
                  <a:srgbClr val="287F83"/>
                </a:solidFill>
                <a:latin typeface="DejaVu Sans Mono"/>
                <a:ea typeface="DejaVu Sans Mono"/>
                <a:cs typeface="DejaVu Sans Mono"/>
              </a:defRPr>
            </a:lvl6pPr>
            <a:lvl7pPr>
              <a:defRPr sz="2325" b="0">
                <a:solidFill>
                  <a:srgbClr val="287F83"/>
                </a:solidFill>
                <a:latin typeface="DejaVu Sans Mono"/>
                <a:ea typeface="DejaVu Sans Mono"/>
                <a:cs typeface="DejaVu Sans Mono"/>
              </a:defRPr>
            </a:lvl7pPr>
            <a:lvl8pPr>
              <a:defRPr sz="2325" b="0">
                <a:solidFill>
                  <a:srgbClr val="287F83"/>
                </a:solidFill>
                <a:latin typeface="DejaVu Sans Mono"/>
                <a:ea typeface="DejaVu Sans Mono"/>
                <a:cs typeface="DejaVu Sans Mono"/>
              </a:defRPr>
            </a:lvl8pPr>
            <a:lvl9pPr>
              <a:defRPr sz="2325" b="0">
                <a:solidFill>
                  <a:srgbClr val="287F83"/>
                </a:solidFill>
                <a:latin typeface="DejaVu Sans Mono"/>
                <a:ea typeface="DejaVu Sans Mono"/>
                <a:cs typeface="DejaVu Sans Mono"/>
              </a:defRPr>
            </a:lvl9pPr>
          </a:lstStyle>
          <a:p>
            <a:pPr>
              <a:defRPr sz="2325" b="0">
                <a:solidFill>
                  <a:srgbClr val="287F83"/>
                </a:solidFill>
                <a:latin typeface="DejaVu Sans Mono"/>
                <a:ea typeface="DejaVu Sans Mono"/>
                <a:cs typeface="DejaVu Sans Mono"/>
              </a:defRPr>
            </a:pPr>
            <a:r>
              <a:rPr sz="2325" b="0">
                <a:solidFill>
                  <a:srgbClr val="287F83"/>
                </a:solidFill>
                <a:latin typeface="DejaVu Sans Mono"/>
                <a:ea typeface="DejaVu Sans Mono"/>
                <a:cs typeface="DejaVu Sans Mono"/>
              </a:rPr>
              <a:t>ca2796a1cd1b5785</a:t>
            </a:r>
          </a:p>
          <a:p>
            <a:pPr>
              <a:defRPr sz="2325" b="0">
                <a:solidFill>
                  <a:srgbClr val="287F83"/>
                </a:solidFill>
                <a:latin typeface="DejaVu Sans Mono"/>
                <a:ea typeface="DejaVu Sans Mono"/>
                <a:cs typeface="DejaVu Sans Mono"/>
              </a:defRPr>
            </a:pPr>
            <a:r>
              <a:rPr sz="2325" b="0">
                <a:solidFill>
                  <a:srgbClr val="287F83"/>
                </a:solidFill>
                <a:latin typeface="DejaVu Sans Mono"/>
                <a:ea typeface="DejaVu Sans Mono"/>
                <a:cs typeface="DejaVu Sans Mono"/>
              </a:rPr>
              <a:t>493468734cf77213</a:t>
            </a:r>
          </a:p>
          <a:p>
            <a:pPr>
              <a:defRPr sz="2325" b="0">
                <a:solidFill>
                  <a:srgbClr val="287F83"/>
                </a:solidFill>
                <a:latin typeface="DejaVu Sans Mono"/>
                <a:ea typeface="DejaVu Sans Mono"/>
                <a:cs typeface="DejaVu Sans Mono"/>
              </a:defRPr>
            </a:pPr>
            <a:r>
              <a:rPr sz="2325" b="0">
                <a:solidFill>
                  <a:srgbClr val="287F83"/>
                </a:solidFill>
                <a:latin typeface="DejaVu Sans Mono"/>
                <a:ea typeface="DejaVu Sans Mono"/>
                <a:cs typeface="DejaVu Sans Mono"/>
              </a:rPr>
              <a:t>c8bb491e16987fe3</a:t>
            </a:r>
          </a:p>
          <a:p>
            <a:pPr>
              <a:defRPr sz="2325" b="0">
                <a:solidFill>
                  <a:srgbClr val="287F83"/>
                </a:solidFill>
                <a:latin typeface="DejaVu Sans Mono"/>
                <a:ea typeface="DejaVu Sans Mono"/>
                <a:cs typeface="DejaVu Sans Mono"/>
              </a:defRPr>
            </a:pPr>
            <a:r>
              <a:rPr sz="2325" b="0">
                <a:solidFill>
                  <a:srgbClr val="287F83"/>
                </a:solidFill>
                <a:latin typeface="DejaVu Sans Mono"/>
                <a:ea typeface="DejaVu Sans Mono"/>
                <a:cs typeface="DejaVu Sans Mono"/>
              </a:rPr>
              <a:t>03999d5eaa8cb0bd</a:t>
            </a:r>
          </a:p>
        </p:txBody>
      </p:sp>
      <p:sp>
        <p:nvSpPr>
          <p:cNvPr id="13" name="rule-18">
            <a:extLst>
              <a:ext uri="{FF2B5EF4-FFF2-40B4-BE49-F238E27FC236}">
                <a16:creationId xmlns:a16="http://schemas.microsoft.com/office/drawing/2014/main" id="{7290B5F3-E70F-4BBF-BE88-A62EC9B55AA1}"/>
              </a:ext>
            </a:extLst>
          </p:cNvPr>
          <p:cNvSpPr>
            <a:spLocks noGrp="1"/>
          </p:cNvSpPr>
          <p:nvPr/>
        </p:nvSpPr>
        <p:spPr>
          <a:xfrm>
            <a:off x="609600" y="5305425"/>
            <a:ext cx="10972800" cy="0"/>
          </a:xfrm>
          <a:prstGeom prst="line">
            <a:avLst/>
          </a:prstGeom>
          <a:noFill/>
          <a:ln w="9525">
            <a:solidFill>
              <a:srgbClr val="D6D2C8"/>
            </a:solidFill>
            <a:prstDash val="solid"/>
          </a:ln>
        </p:spPr>
        <p:txBody>
          <a:bodyPr/>
          <a:lstStyle/>
          <a:p>
            <a:endParaRPr lang="es-419"/>
          </a:p>
        </p:txBody>
      </p:sp>
      <p:sp>
        <p:nvSpPr>
          <p:cNvPr id="14" name="text-19">
            <a:extLst>
              <a:ext uri="{FF2B5EF4-FFF2-40B4-BE49-F238E27FC236}">
                <a16:creationId xmlns:a16="http://schemas.microsoft.com/office/drawing/2014/main" id="{E20A29DF-57DC-4647-8F5F-106AE0563BF5}"/>
              </a:ext>
            </a:extLst>
          </p:cNvPr>
          <p:cNvSpPr>
            <a:spLocks noGrp="1"/>
          </p:cNvSpPr>
          <p:nvPr/>
        </p:nvSpPr>
        <p:spPr>
          <a:xfrm>
            <a:off x="609600" y="5543550"/>
            <a:ext cx="1809750" cy="381000"/>
          </a:xfrm>
          <a:prstGeom prst="rect">
            <a:avLst/>
          </a:prstGeom>
          <a:noFill/>
          <a:ln w="0">
            <a:noFill/>
            <a:prstDash val="solid"/>
          </a:ln>
        </p:spPr>
        <p:txBody>
          <a:bodyPr wrap="square" lIns="0" tIns="0" rIns="0" bIns="0" anchor="t">
            <a:noAutofit/>
          </a:bodyPr>
          <a:lstStyle>
            <a:defPPr>
              <a:defRPr sz="1800" b="1">
                <a:solidFill>
                  <a:srgbClr val="122630"/>
                </a:solidFill>
                <a:latin typeface="Manrope"/>
                <a:ea typeface="Manrope"/>
                <a:cs typeface="Manrope"/>
              </a:defRPr>
            </a:defPPr>
            <a:lvl1pPr>
              <a:defRPr sz="1800" b="1">
                <a:solidFill>
                  <a:srgbClr val="122630"/>
                </a:solidFill>
                <a:latin typeface="Manrope"/>
                <a:ea typeface="Manrope"/>
                <a:cs typeface="Manrope"/>
              </a:defRPr>
            </a:lvl1pPr>
            <a:lvl2pPr>
              <a:defRPr sz="1800" b="1">
                <a:solidFill>
                  <a:srgbClr val="122630"/>
                </a:solidFill>
                <a:latin typeface="Manrope"/>
                <a:ea typeface="Manrope"/>
                <a:cs typeface="Manrope"/>
              </a:defRPr>
            </a:lvl2pPr>
            <a:lvl3pPr>
              <a:defRPr sz="1800" b="1">
                <a:solidFill>
                  <a:srgbClr val="122630"/>
                </a:solidFill>
                <a:latin typeface="Manrope"/>
                <a:ea typeface="Manrope"/>
                <a:cs typeface="Manrope"/>
              </a:defRPr>
            </a:lvl3pPr>
            <a:lvl4pPr>
              <a:defRPr sz="1800" b="1">
                <a:solidFill>
                  <a:srgbClr val="122630"/>
                </a:solidFill>
                <a:latin typeface="Manrope"/>
                <a:ea typeface="Manrope"/>
                <a:cs typeface="Manrope"/>
              </a:defRPr>
            </a:lvl4pPr>
            <a:lvl5pPr>
              <a:defRPr sz="1800" b="1">
                <a:solidFill>
                  <a:srgbClr val="122630"/>
                </a:solidFill>
                <a:latin typeface="Manrope"/>
                <a:ea typeface="Manrope"/>
                <a:cs typeface="Manrope"/>
              </a:defRPr>
            </a:lvl5pPr>
            <a:lvl6pPr>
              <a:defRPr sz="1800" b="1">
                <a:solidFill>
                  <a:srgbClr val="122630"/>
                </a:solidFill>
                <a:latin typeface="Manrope"/>
                <a:ea typeface="Manrope"/>
                <a:cs typeface="Manrope"/>
              </a:defRPr>
            </a:lvl6pPr>
            <a:lvl7pPr>
              <a:defRPr sz="1800" b="1">
                <a:solidFill>
                  <a:srgbClr val="122630"/>
                </a:solidFill>
                <a:latin typeface="Manrope"/>
                <a:ea typeface="Manrope"/>
                <a:cs typeface="Manrope"/>
              </a:defRPr>
            </a:lvl7pPr>
            <a:lvl8pPr>
              <a:defRPr sz="1800" b="1">
                <a:solidFill>
                  <a:srgbClr val="122630"/>
                </a:solidFill>
                <a:latin typeface="Manrope"/>
                <a:ea typeface="Manrope"/>
                <a:cs typeface="Manrope"/>
              </a:defRPr>
            </a:lvl8pPr>
            <a:lvl9pPr>
              <a:defRPr sz="1800" b="1">
                <a:solidFill>
                  <a:srgbClr val="122630"/>
                </a:solidFill>
                <a:latin typeface="Manrope"/>
                <a:ea typeface="Manrope"/>
                <a:cs typeface="Manrope"/>
              </a:defRPr>
            </a:lvl9pPr>
          </a:lstStyle>
          <a:p>
            <a:pPr>
              <a:defRPr sz="1800" b="1">
                <a:solidFill>
                  <a:srgbClr val="122630"/>
                </a:solidFill>
                <a:latin typeface="Manrope"/>
                <a:ea typeface="Manrope"/>
                <a:cs typeface="Manrope"/>
              </a:defRPr>
            </a:pPr>
            <a:r>
              <a:rPr sz="1800" b="1">
                <a:solidFill>
                  <a:srgbClr val="122630"/>
                </a:solidFill>
                <a:latin typeface="Manrope"/>
                <a:ea typeface="Manrope"/>
                <a:cs typeface="Manrope"/>
              </a:rPr>
              <a:t>Archivos</a:t>
            </a:r>
          </a:p>
        </p:txBody>
      </p:sp>
      <p:sp>
        <p:nvSpPr>
          <p:cNvPr id="15" name="text-20">
            <a:extLst>
              <a:ext uri="{FF2B5EF4-FFF2-40B4-BE49-F238E27FC236}">
                <a16:creationId xmlns:a16="http://schemas.microsoft.com/office/drawing/2014/main" id="{BBF7D5E9-A35F-45F2-9D30-F0BA5D079633}"/>
              </a:ext>
            </a:extLst>
          </p:cNvPr>
          <p:cNvSpPr>
            <a:spLocks noGrp="1"/>
          </p:cNvSpPr>
          <p:nvPr/>
        </p:nvSpPr>
        <p:spPr>
          <a:xfrm>
            <a:off x="2790825" y="5543550"/>
            <a:ext cx="1809750" cy="381000"/>
          </a:xfrm>
          <a:prstGeom prst="rect">
            <a:avLst/>
          </a:prstGeom>
          <a:noFill/>
          <a:ln w="0">
            <a:noFill/>
            <a:prstDash val="solid"/>
          </a:ln>
        </p:spPr>
        <p:txBody>
          <a:bodyPr wrap="square" lIns="0" tIns="0" rIns="0" bIns="0" anchor="t">
            <a:noAutofit/>
          </a:bodyPr>
          <a:lstStyle>
            <a:defPPr>
              <a:defRPr sz="1800" b="1">
                <a:solidFill>
                  <a:srgbClr val="122630"/>
                </a:solidFill>
                <a:latin typeface="Manrope"/>
                <a:ea typeface="Manrope"/>
                <a:cs typeface="Manrope"/>
              </a:defRPr>
            </a:defPPr>
            <a:lvl1pPr>
              <a:defRPr sz="1800" b="1">
                <a:solidFill>
                  <a:srgbClr val="122630"/>
                </a:solidFill>
                <a:latin typeface="Manrope"/>
                <a:ea typeface="Manrope"/>
                <a:cs typeface="Manrope"/>
              </a:defRPr>
            </a:lvl1pPr>
            <a:lvl2pPr>
              <a:defRPr sz="1800" b="1">
                <a:solidFill>
                  <a:srgbClr val="122630"/>
                </a:solidFill>
                <a:latin typeface="Manrope"/>
                <a:ea typeface="Manrope"/>
                <a:cs typeface="Manrope"/>
              </a:defRPr>
            </a:lvl2pPr>
            <a:lvl3pPr>
              <a:defRPr sz="1800" b="1">
                <a:solidFill>
                  <a:srgbClr val="122630"/>
                </a:solidFill>
                <a:latin typeface="Manrope"/>
                <a:ea typeface="Manrope"/>
                <a:cs typeface="Manrope"/>
              </a:defRPr>
            </a:lvl3pPr>
            <a:lvl4pPr>
              <a:defRPr sz="1800" b="1">
                <a:solidFill>
                  <a:srgbClr val="122630"/>
                </a:solidFill>
                <a:latin typeface="Manrope"/>
                <a:ea typeface="Manrope"/>
                <a:cs typeface="Manrope"/>
              </a:defRPr>
            </a:lvl4pPr>
            <a:lvl5pPr>
              <a:defRPr sz="1800" b="1">
                <a:solidFill>
                  <a:srgbClr val="122630"/>
                </a:solidFill>
                <a:latin typeface="Manrope"/>
                <a:ea typeface="Manrope"/>
                <a:cs typeface="Manrope"/>
              </a:defRPr>
            </a:lvl5pPr>
            <a:lvl6pPr>
              <a:defRPr sz="1800" b="1">
                <a:solidFill>
                  <a:srgbClr val="122630"/>
                </a:solidFill>
                <a:latin typeface="Manrope"/>
                <a:ea typeface="Manrope"/>
                <a:cs typeface="Manrope"/>
              </a:defRPr>
            </a:lvl6pPr>
            <a:lvl7pPr>
              <a:defRPr sz="1800" b="1">
                <a:solidFill>
                  <a:srgbClr val="122630"/>
                </a:solidFill>
                <a:latin typeface="Manrope"/>
                <a:ea typeface="Manrope"/>
                <a:cs typeface="Manrope"/>
              </a:defRPr>
            </a:lvl7pPr>
            <a:lvl8pPr>
              <a:defRPr sz="1800" b="1">
                <a:solidFill>
                  <a:srgbClr val="122630"/>
                </a:solidFill>
                <a:latin typeface="Manrope"/>
                <a:ea typeface="Manrope"/>
                <a:cs typeface="Manrope"/>
              </a:defRPr>
            </a:lvl8pPr>
            <a:lvl9pPr>
              <a:defRPr sz="1800" b="1">
                <a:solidFill>
                  <a:srgbClr val="122630"/>
                </a:solidFill>
                <a:latin typeface="Manrope"/>
                <a:ea typeface="Manrope"/>
                <a:cs typeface="Manrope"/>
              </a:defRPr>
            </a:lvl9pPr>
          </a:lstStyle>
          <a:p>
            <a:pPr>
              <a:defRPr sz="1800" b="1">
                <a:solidFill>
                  <a:srgbClr val="122630"/>
                </a:solidFill>
                <a:latin typeface="Manrope"/>
                <a:ea typeface="Manrope"/>
                <a:cs typeface="Manrope"/>
              </a:defRPr>
            </a:pPr>
            <a:r>
              <a:rPr sz="1800" b="1">
                <a:solidFill>
                  <a:srgbClr val="122630"/>
                </a:solidFill>
                <a:latin typeface="Manrope"/>
                <a:ea typeface="Manrope"/>
                <a:cs typeface="Manrope"/>
              </a:rPr>
              <a:t>Firmas</a:t>
            </a:r>
          </a:p>
        </p:txBody>
      </p:sp>
      <p:sp>
        <p:nvSpPr>
          <p:cNvPr id="16" name="text-21">
            <a:extLst>
              <a:ext uri="{FF2B5EF4-FFF2-40B4-BE49-F238E27FC236}">
                <a16:creationId xmlns:a16="http://schemas.microsoft.com/office/drawing/2014/main" id="{8E03192D-C9F1-489F-AB25-A52C3A4E651F}"/>
              </a:ext>
            </a:extLst>
          </p:cNvPr>
          <p:cNvSpPr>
            <a:spLocks noGrp="1"/>
          </p:cNvSpPr>
          <p:nvPr/>
        </p:nvSpPr>
        <p:spPr>
          <a:xfrm>
            <a:off x="4972050" y="5543550"/>
            <a:ext cx="1809750" cy="381000"/>
          </a:xfrm>
          <a:prstGeom prst="rect">
            <a:avLst/>
          </a:prstGeom>
          <a:noFill/>
          <a:ln w="0">
            <a:noFill/>
            <a:prstDash val="solid"/>
          </a:ln>
        </p:spPr>
        <p:txBody>
          <a:bodyPr wrap="square" lIns="0" tIns="0" rIns="0" bIns="0" anchor="t">
            <a:noAutofit/>
          </a:bodyPr>
          <a:lstStyle>
            <a:defPPr>
              <a:defRPr sz="1800" b="1">
                <a:solidFill>
                  <a:srgbClr val="122630"/>
                </a:solidFill>
                <a:latin typeface="Manrope"/>
                <a:ea typeface="Manrope"/>
                <a:cs typeface="Manrope"/>
              </a:defRPr>
            </a:defPPr>
            <a:lvl1pPr>
              <a:defRPr sz="1800" b="1">
                <a:solidFill>
                  <a:srgbClr val="122630"/>
                </a:solidFill>
                <a:latin typeface="Manrope"/>
                <a:ea typeface="Manrope"/>
                <a:cs typeface="Manrope"/>
              </a:defRPr>
            </a:lvl1pPr>
            <a:lvl2pPr>
              <a:defRPr sz="1800" b="1">
                <a:solidFill>
                  <a:srgbClr val="122630"/>
                </a:solidFill>
                <a:latin typeface="Manrope"/>
                <a:ea typeface="Manrope"/>
                <a:cs typeface="Manrope"/>
              </a:defRPr>
            </a:lvl2pPr>
            <a:lvl3pPr>
              <a:defRPr sz="1800" b="1">
                <a:solidFill>
                  <a:srgbClr val="122630"/>
                </a:solidFill>
                <a:latin typeface="Manrope"/>
                <a:ea typeface="Manrope"/>
                <a:cs typeface="Manrope"/>
              </a:defRPr>
            </a:lvl3pPr>
            <a:lvl4pPr>
              <a:defRPr sz="1800" b="1">
                <a:solidFill>
                  <a:srgbClr val="122630"/>
                </a:solidFill>
                <a:latin typeface="Manrope"/>
                <a:ea typeface="Manrope"/>
                <a:cs typeface="Manrope"/>
              </a:defRPr>
            </a:lvl4pPr>
            <a:lvl5pPr>
              <a:defRPr sz="1800" b="1">
                <a:solidFill>
                  <a:srgbClr val="122630"/>
                </a:solidFill>
                <a:latin typeface="Manrope"/>
                <a:ea typeface="Manrope"/>
                <a:cs typeface="Manrope"/>
              </a:defRPr>
            </a:lvl5pPr>
            <a:lvl6pPr>
              <a:defRPr sz="1800" b="1">
                <a:solidFill>
                  <a:srgbClr val="122630"/>
                </a:solidFill>
                <a:latin typeface="Manrope"/>
                <a:ea typeface="Manrope"/>
                <a:cs typeface="Manrope"/>
              </a:defRPr>
            </a:lvl6pPr>
            <a:lvl7pPr>
              <a:defRPr sz="1800" b="1">
                <a:solidFill>
                  <a:srgbClr val="122630"/>
                </a:solidFill>
                <a:latin typeface="Manrope"/>
                <a:ea typeface="Manrope"/>
                <a:cs typeface="Manrope"/>
              </a:defRPr>
            </a:lvl7pPr>
            <a:lvl8pPr>
              <a:defRPr sz="1800" b="1">
                <a:solidFill>
                  <a:srgbClr val="122630"/>
                </a:solidFill>
                <a:latin typeface="Manrope"/>
                <a:ea typeface="Manrope"/>
                <a:cs typeface="Manrope"/>
              </a:defRPr>
            </a:lvl8pPr>
            <a:lvl9pPr>
              <a:defRPr sz="1800" b="1">
                <a:solidFill>
                  <a:srgbClr val="122630"/>
                </a:solidFill>
                <a:latin typeface="Manrope"/>
                <a:ea typeface="Manrope"/>
                <a:cs typeface="Manrope"/>
              </a:defRPr>
            </a:lvl9pPr>
          </a:lstStyle>
          <a:p>
            <a:pPr>
              <a:defRPr sz="1800" b="1">
                <a:solidFill>
                  <a:srgbClr val="122630"/>
                </a:solidFill>
                <a:latin typeface="Manrope"/>
                <a:ea typeface="Manrope"/>
                <a:cs typeface="Manrope"/>
              </a:defRPr>
            </a:pPr>
            <a:r>
              <a:rPr sz="1800" b="1">
                <a:solidFill>
                  <a:srgbClr val="122630"/>
                </a:solidFill>
                <a:latin typeface="Manrope"/>
                <a:ea typeface="Manrope"/>
                <a:cs typeface="Manrope"/>
              </a:rPr>
              <a:t>HMAC</a:t>
            </a:r>
          </a:p>
        </p:txBody>
      </p:sp>
      <p:sp>
        <p:nvSpPr>
          <p:cNvPr id="17" name="text-22">
            <a:extLst>
              <a:ext uri="{FF2B5EF4-FFF2-40B4-BE49-F238E27FC236}">
                <a16:creationId xmlns:a16="http://schemas.microsoft.com/office/drawing/2014/main" id="{5296ADCE-1A00-44E0-A55B-A76643B76C08}"/>
              </a:ext>
            </a:extLst>
          </p:cNvPr>
          <p:cNvSpPr>
            <a:spLocks noGrp="1"/>
          </p:cNvSpPr>
          <p:nvPr/>
        </p:nvSpPr>
        <p:spPr>
          <a:xfrm>
            <a:off x="7153275" y="5543550"/>
            <a:ext cx="1905000" cy="381000"/>
          </a:xfrm>
          <a:prstGeom prst="rect">
            <a:avLst/>
          </a:prstGeom>
          <a:noFill/>
          <a:ln w="0">
            <a:noFill/>
            <a:prstDash val="solid"/>
          </a:ln>
        </p:spPr>
        <p:txBody>
          <a:bodyPr wrap="square" lIns="0" tIns="0" rIns="0" bIns="0" anchor="t">
            <a:noAutofit/>
          </a:bodyPr>
          <a:lstStyle>
            <a:defPPr>
              <a:defRPr sz="1800" b="1">
                <a:solidFill>
                  <a:srgbClr val="122630"/>
                </a:solidFill>
                <a:latin typeface="Manrope"/>
                <a:ea typeface="Manrope"/>
                <a:cs typeface="Manrope"/>
              </a:defRPr>
            </a:defPPr>
            <a:lvl1pPr>
              <a:defRPr sz="1800" b="1">
                <a:solidFill>
                  <a:srgbClr val="122630"/>
                </a:solidFill>
                <a:latin typeface="Manrope"/>
                <a:ea typeface="Manrope"/>
                <a:cs typeface="Manrope"/>
              </a:defRPr>
            </a:lvl1pPr>
            <a:lvl2pPr>
              <a:defRPr sz="1800" b="1">
                <a:solidFill>
                  <a:srgbClr val="122630"/>
                </a:solidFill>
                <a:latin typeface="Manrope"/>
                <a:ea typeface="Manrope"/>
                <a:cs typeface="Manrope"/>
              </a:defRPr>
            </a:lvl2pPr>
            <a:lvl3pPr>
              <a:defRPr sz="1800" b="1">
                <a:solidFill>
                  <a:srgbClr val="122630"/>
                </a:solidFill>
                <a:latin typeface="Manrope"/>
                <a:ea typeface="Manrope"/>
                <a:cs typeface="Manrope"/>
              </a:defRPr>
            </a:lvl3pPr>
            <a:lvl4pPr>
              <a:defRPr sz="1800" b="1">
                <a:solidFill>
                  <a:srgbClr val="122630"/>
                </a:solidFill>
                <a:latin typeface="Manrope"/>
                <a:ea typeface="Manrope"/>
                <a:cs typeface="Manrope"/>
              </a:defRPr>
            </a:lvl4pPr>
            <a:lvl5pPr>
              <a:defRPr sz="1800" b="1">
                <a:solidFill>
                  <a:srgbClr val="122630"/>
                </a:solidFill>
                <a:latin typeface="Manrope"/>
                <a:ea typeface="Manrope"/>
                <a:cs typeface="Manrope"/>
              </a:defRPr>
            </a:lvl5pPr>
            <a:lvl6pPr>
              <a:defRPr sz="1800" b="1">
                <a:solidFill>
                  <a:srgbClr val="122630"/>
                </a:solidFill>
                <a:latin typeface="Manrope"/>
                <a:ea typeface="Manrope"/>
                <a:cs typeface="Manrope"/>
              </a:defRPr>
            </a:lvl6pPr>
            <a:lvl7pPr>
              <a:defRPr sz="1800" b="1">
                <a:solidFill>
                  <a:srgbClr val="122630"/>
                </a:solidFill>
                <a:latin typeface="Manrope"/>
                <a:ea typeface="Manrope"/>
                <a:cs typeface="Manrope"/>
              </a:defRPr>
            </a:lvl7pPr>
            <a:lvl8pPr>
              <a:defRPr sz="1800" b="1">
                <a:solidFill>
                  <a:srgbClr val="122630"/>
                </a:solidFill>
                <a:latin typeface="Manrope"/>
                <a:ea typeface="Manrope"/>
                <a:cs typeface="Manrope"/>
              </a:defRPr>
            </a:lvl8pPr>
            <a:lvl9pPr>
              <a:defRPr sz="1800" b="1">
                <a:solidFill>
                  <a:srgbClr val="122630"/>
                </a:solidFill>
                <a:latin typeface="Manrope"/>
                <a:ea typeface="Manrope"/>
                <a:cs typeface="Manrope"/>
              </a:defRPr>
            </a:lvl9pPr>
          </a:lstStyle>
          <a:p>
            <a:pPr>
              <a:defRPr sz="1800" b="1">
                <a:solidFill>
                  <a:srgbClr val="122630"/>
                </a:solidFill>
                <a:latin typeface="Manrope"/>
                <a:ea typeface="Manrope"/>
                <a:cs typeface="Manrope"/>
              </a:defRPr>
            </a:pPr>
            <a:r>
              <a:rPr sz="1800" b="1">
                <a:solidFill>
                  <a:srgbClr val="122630"/>
                </a:solidFill>
                <a:latin typeface="Manrope"/>
                <a:ea typeface="Manrope"/>
                <a:cs typeface="Manrope"/>
              </a:rPr>
              <a:t>Blockchain</a:t>
            </a:r>
          </a:p>
        </p:txBody>
      </p:sp>
      <p:sp>
        <p:nvSpPr>
          <p:cNvPr id="18" name="text-23">
            <a:extLst>
              <a:ext uri="{FF2B5EF4-FFF2-40B4-BE49-F238E27FC236}">
                <a16:creationId xmlns:a16="http://schemas.microsoft.com/office/drawing/2014/main" id="{CEAF285D-E8AA-4E3E-84BD-BB5F0B71F86C}"/>
              </a:ext>
            </a:extLst>
          </p:cNvPr>
          <p:cNvSpPr>
            <a:spLocks noGrp="1"/>
          </p:cNvSpPr>
          <p:nvPr/>
        </p:nvSpPr>
        <p:spPr>
          <a:xfrm>
            <a:off x="9486900" y="5543550"/>
            <a:ext cx="2095500" cy="381000"/>
          </a:xfrm>
          <a:prstGeom prst="rect">
            <a:avLst/>
          </a:prstGeom>
          <a:noFill/>
          <a:ln w="0">
            <a:noFill/>
            <a:prstDash val="solid"/>
          </a:ln>
        </p:spPr>
        <p:txBody>
          <a:bodyPr wrap="square" lIns="0" tIns="0" rIns="0" bIns="0" anchor="t">
            <a:noAutofit/>
          </a:bodyPr>
          <a:lstStyle>
            <a:defPPr>
              <a:defRPr sz="1800" b="1">
                <a:solidFill>
                  <a:srgbClr val="122630"/>
                </a:solidFill>
                <a:latin typeface="Manrope"/>
                <a:ea typeface="Manrope"/>
                <a:cs typeface="Manrope"/>
              </a:defRPr>
            </a:defPPr>
            <a:lvl1pPr>
              <a:defRPr sz="1800" b="1">
                <a:solidFill>
                  <a:srgbClr val="122630"/>
                </a:solidFill>
                <a:latin typeface="Manrope"/>
                <a:ea typeface="Manrope"/>
                <a:cs typeface="Manrope"/>
              </a:defRPr>
            </a:lvl1pPr>
            <a:lvl2pPr>
              <a:defRPr sz="1800" b="1">
                <a:solidFill>
                  <a:srgbClr val="122630"/>
                </a:solidFill>
                <a:latin typeface="Manrope"/>
                <a:ea typeface="Manrope"/>
                <a:cs typeface="Manrope"/>
              </a:defRPr>
            </a:lvl2pPr>
            <a:lvl3pPr>
              <a:defRPr sz="1800" b="1">
                <a:solidFill>
                  <a:srgbClr val="122630"/>
                </a:solidFill>
                <a:latin typeface="Manrope"/>
                <a:ea typeface="Manrope"/>
                <a:cs typeface="Manrope"/>
              </a:defRPr>
            </a:lvl3pPr>
            <a:lvl4pPr>
              <a:defRPr sz="1800" b="1">
                <a:solidFill>
                  <a:srgbClr val="122630"/>
                </a:solidFill>
                <a:latin typeface="Manrope"/>
                <a:ea typeface="Manrope"/>
                <a:cs typeface="Manrope"/>
              </a:defRPr>
            </a:lvl4pPr>
            <a:lvl5pPr>
              <a:defRPr sz="1800" b="1">
                <a:solidFill>
                  <a:srgbClr val="122630"/>
                </a:solidFill>
                <a:latin typeface="Manrope"/>
                <a:ea typeface="Manrope"/>
                <a:cs typeface="Manrope"/>
              </a:defRPr>
            </a:lvl5pPr>
            <a:lvl6pPr>
              <a:defRPr sz="1800" b="1">
                <a:solidFill>
                  <a:srgbClr val="122630"/>
                </a:solidFill>
                <a:latin typeface="Manrope"/>
                <a:ea typeface="Manrope"/>
                <a:cs typeface="Manrope"/>
              </a:defRPr>
            </a:lvl6pPr>
            <a:lvl7pPr>
              <a:defRPr sz="1800" b="1">
                <a:solidFill>
                  <a:srgbClr val="122630"/>
                </a:solidFill>
                <a:latin typeface="Manrope"/>
                <a:ea typeface="Manrope"/>
                <a:cs typeface="Manrope"/>
              </a:defRPr>
            </a:lvl7pPr>
            <a:lvl8pPr>
              <a:defRPr sz="1800" b="1">
                <a:solidFill>
                  <a:srgbClr val="122630"/>
                </a:solidFill>
                <a:latin typeface="Manrope"/>
                <a:ea typeface="Manrope"/>
                <a:cs typeface="Manrope"/>
              </a:defRPr>
            </a:lvl8pPr>
            <a:lvl9pPr>
              <a:defRPr sz="1800" b="1">
                <a:solidFill>
                  <a:srgbClr val="122630"/>
                </a:solidFill>
                <a:latin typeface="Manrope"/>
                <a:ea typeface="Manrope"/>
                <a:cs typeface="Manrope"/>
              </a:defRPr>
            </a:lvl9pPr>
          </a:lstStyle>
          <a:p>
            <a:pPr>
              <a:defRPr sz="1800" b="1">
                <a:solidFill>
                  <a:srgbClr val="122630"/>
                </a:solidFill>
                <a:latin typeface="Manrope"/>
                <a:ea typeface="Manrope"/>
                <a:cs typeface="Manrope"/>
              </a:defRPr>
            </a:pPr>
            <a:r>
              <a:rPr sz="1800" b="1">
                <a:solidFill>
                  <a:srgbClr val="122630"/>
                </a:solidFill>
                <a:latin typeface="Manrope"/>
                <a:ea typeface="Manrope"/>
                <a:cs typeface="Manrope"/>
              </a:rPr>
              <a:t>Contraseñas</a:t>
            </a:r>
          </a:p>
        </p:txBody>
      </p:sp>
      <p:sp>
        <p:nvSpPr>
          <p:cNvPr id="19" name="text-24">
            <a:extLst>
              <a:ext uri="{FF2B5EF4-FFF2-40B4-BE49-F238E27FC236}">
                <a16:creationId xmlns:a16="http://schemas.microsoft.com/office/drawing/2014/main" id="{1C366AF6-7D17-4109-A3FE-C06F700CF56F}"/>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61717A"/>
                </a:solidFill>
                <a:latin typeface="Manrope"/>
                <a:ea typeface="Manrope"/>
                <a:cs typeface="Manrope"/>
              </a:defRPr>
            </a:defPPr>
            <a:lvl1pPr>
              <a:defRPr sz="1200" b="0">
                <a:solidFill>
                  <a:srgbClr val="61717A"/>
                </a:solidFill>
                <a:latin typeface="Manrope"/>
                <a:ea typeface="Manrope"/>
                <a:cs typeface="Manrope"/>
              </a:defRPr>
            </a:lvl1pPr>
            <a:lvl2pPr>
              <a:defRPr sz="1200" b="0">
                <a:solidFill>
                  <a:srgbClr val="61717A"/>
                </a:solidFill>
                <a:latin typeface="Manrope"/>
                <a:ea typeface="Manrope"/>
                <a:cs typeface="Manrope"/>
              </a:defRPr>
            </a:lvl2pPr>
            <a:lvl3pPr>
              <a:defRPr sz="1200" b="0">
                <a:solidFill>
                  <a:srgbClr val="61717A"/>
                </a:solidFill>
                <a:latin typeface="Manrope"/>
                <a:ea typeface="Manrope"/>
                <a:cs typeface="Manrope"/>
              </a:defRPr>
            </a:lvl3pPr>
            <a:lvl4pPr>
              <a:defRPr sz="1200" b="0">
                <a:solidFill>
                  <a:srgbClr val="61717A"/>
                </a:solidFill>
                <a:latin typeface="Manrope"/>
                <a:ea typeface="Manrope"/>
                <a:cs typeface="Manrope"/>
              </a:defRPr>
            </a:lvl4pPr>
            <a:lvl5pPr>
              <a:defRPr sz="1200" b="0">
                <a:solidFill>
                  <a:srgbClr val="61717A"/>
                </a:solidFill>
                <a:latin typeface="Manrope"/>
                <a:ea typeface="Manrope"/>
                <a:cs typeface="Manrope"/>
              </a:defRPr>
            </a:lvl5pPr>
            <a:lvl6pPr>
              <a:defRPr sz="1200" b="0">
                <a:solidFill>
                  <a:srgbClr val="61717A"/>
                </a:solidFill>
                <a:latin typeface="Manrope"/>
                <a:ea typeface="Manrope"/>
                <a:cs typeface="Manrope"/>
              </a:defRPr>
            </a:lvl6pPr>
            <a:lvl7pPr>
              <a:defRPr sz="1200" b="0">
                <a:solidFill>
                  <a:srgbClr val="61717A"/>
                </a:solidFill>
                <a:latin typeface="Manrope"/>
                <a:ea typeface="Manrope"/>
                <a:cs typeface="Manrope"/>
              </a:defRPr>
            </a:lvl7pPr>
            <a:lvl8pPr>
              <a:defRPr sz="1200" b="0">
                <a:solidFill>
                  <a:srgbClr val="61717A"/>
                </a:solidFill>
                <a:latin typeface="Manrope"/>
                <a:ea typeface="Manrope"/>
                <a:cs typeface="Manrope"/>
              </a:defRPr>
            </a:lvl8pPr>
            <a:lvl9pPr>
              <a:defRPr sz="1200" b="0">
                <a:solidFill>
                  <a:srgbClr val="61717A"/>
                </a:solidFill>
                <a:latin typeface="Manrope"/>
                <a:ea typeface="Manrope"/>
                <a:cs typeface="Manrope"/>
              </a:defRPr>
            </a:lvl9pPr>
          </a:lstStyle>
          <a:p>
            <a:pPr>
              <a:defRPr sz="1200" b="0">
                <a:solidFill>
                  <a:srgbClr val="61717A"/>
                </a:solidFill>
                <a:latin typeface="Manrope"/>
                <a:ea typeface="Manrope"/>
                <a:cs typeface="Manrope"/>
              </a:defRPr>
            </a:pPr>
            <a:r>
              <a:rPr sz="1200" b="0">
                <a:solidFill>
                  <a:srgbClr val="61717A"/>
                </a:solidFill>
                <a:latin typeface="Manrope"/>
                <a:ea typeface="Manrope"/>
                <a:cs typeface="Manrope"/>
              </a:rPr>
              <a:t>Las contraseñas requieren un esquema con sal y costo.</a:t>
            </a:r>
          </a:p>
        </p:txBody>
      </p:sp>
    </p:spTree>
    <p:extLst>
      <p:ext uri="{BB962C8B-B14F-4D97-AF65-F5344CB8AC3E}">
        <p14:creationId xmlns:p14="http://schemas.microsoft.com/office/powerpoint/2010/main" val="1750283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1EB"/>
        </a:solidFill>
        <a:effectLst/>
      </p:bgPr>
    </p:bg>
    <p:spTree>
      <p:nvGrpSpPr>
        <p:cNvPr id="1" name=""/>
        <p:cNvGrpSpPr/>
        <p:nvPr/>
      </p:nvGrpSpPr>
      <p:grpSpPr>
        <a:xfrm>
          <a:off x="0" y="0"/>
          <a:ext cx="0" cy="0"/>
          <a:chOff x="0" y="0"/>
          <a:chExt cx="0" cy="0"/>
        </a:xfrm>
      </p:grpSpPr>
      <p:sp>
        <p:nvSpPr>
          <p:cNvPr id="2" name="text-25">
            <a:extLst>
              <a:ext uri="{FF2B5EF4-FFF2-40B4-BE49-F238E27FC236}">
                <a16:creationId xmlns:a16="http://schemas.microsoft.com/office/drawing/2014/main" id="{E74647A2-579C-4A26-9FF3-5512FEAF15D7}"/>
              </a:ext>
            </a:extLst>
          </p:cNvPr>
          <p:cNvSpPr>
            <a:spLocks noGrp="1"/>
          </p:cNvSpPr>
          <p:nvPr/>
        </p:nvSpPr>
        <p:spPr>
          <a:xfrm>
            <a:off x="609600" y="371475"/>
            <a:ext cx="962025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PROPIEDADES CRIPTOGRÁFICAS</a:t>
            </a:r>
          </a:p>
        </p:txBody>
      </p:sp>
      <p:sp>
        <p:nvSpPr>
          <p:cNvPr id="3" name="text-26">
            <a:extLst>
              <a:ext uri="{FF2B5EF4-FFF2-40B4-BE49-F238E27FC236}">
                <a16:creationId xmlns:a16="http://schemas.microsoft.com/office/drawing/2014/main" id="{40EF2124-D2AF-476E-9F91-6FC3F9478AAC}"/>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122630"/>
                </a:solidFill>
                <a:latin typeface="Manrope"/>
                <a:ea typeface="Manrope"/>
                <a:cs typeface="Manrope"/>
              </a:defRPr>
            </a:defPPr>
            <a:lvl1pPr>
              <a:defRPr sz="3900" b="1">
                <a:solidFill>
                  <a:srgbClr val="122630"/>
                </a:solidFill>
                <a:latin typeface="Manrope"/>
                <a:ea typeface="Manrope"/>
                <a:cs typeface="Manrope"/>
              </a:defRPr>
            </a:lvl1pPr>
            <a:lvl2pPr>
              <a:defRPr sz="3900" b="1">
                <a:solidFill>
                  <a:srgbClr val="122630"/>
                </a:solidFill>
                <a:latin typeface="Manrope"/>
                <a:ea typeface="Manrope"/>
                <a:cs typeface="Manrope"/>
              </a:defRPr>
            </a:lvl2pPr>
            <a:lvl3pPr>
              <a:defRPr sz="3900" b="1">
                <a:solidFill>
                  <a:srgbClr val="122630"/>
                </a:solidFill>
                <a:latin typeface="Manrope"/>
                <a:ea typeface="Manrope"/>
                <a:cs typeface="Manrope"/>
              </a:defRPr>
            </a:lvl3pPr>
            <a:lvl4pPr>
              <a:defRPr sz="3900" b="1">
                <a:solidFill>
                  <a:srgbClr val="122630"/>
                </a:solidFill>
                <a:latin typeface="Manrope"/>
                <a:ea typeface="Manrope"/>
                <a:cs typeface="Manrope"/>
              </a:defRPr>
            </a:lvl4pPr>
            <a:lvl5pPr>
              <a:defRPr sz="3900" b="1">
                <a:solidFill>
                  <a:srgbClr val="122630"/>
                </a:solidFill>
                <a:latin typeface="Manrope"/>
                <a:ea typeface="Manrope"/>
                <a:cs typeface="Manrope"/>
              </a:defRPr>
            </a:lvl5pPr>
            <a:lvl6pPr>
              <a:defRPr sz="3900" b="1">
                <a:solidFill>
                  <a:srgbClr val="122630"/>
                </a:solidFill>
                <a:latin typeface="Manrope"/>
                <a:ea typeface="Manrope"/>
                <a:cs typeface="Manrope"/>
              </a:defRPr>
            </a:lvl6pPr>
            <a:lvl7pPr>
              <a:defRPr sz="3900" b="1">
                <a:solidFill>
                  <a:srgbClr val="122630"/>
                </a:solidFill>
                <a:latin typeface="Manrope"/>
                <a:ea typeface="Manrope"/>
                <a:cs typeface="Manrope"/>
              </a:defRPr>
            </a:lvl7pPr>
            <a:lvl8pPr>
              <a:defRPr sz="3900" b="1">
                <a:solidFill>
                  <a:srgbClr val="122630"/>
                </a:solidFill>
                <a:latin typeface="Manrope"/>
                <a:ea typeface="Manrope"/>
                <a:cs typeface="Manrope"/>
              </a:defRPr>
            </a:lvl8pPr>
            <a:lvl9pPr>
              <a:defRPr sz="3900" b="1">
                <a:solidFill>
                  <a:srgbClr val="122630"/>
                </a:solidFill>
                <a:latin typeface="Manrope"/>
                <a:ea typeface="Manrope"/>
                <a:cs typeface="Manrope"/>
              </a:defRPr>
            </a:lvl9pPr>
          </a:lstStyle>
          <a:p>
            <a:pPr>
              <a:defRPr sz="3900" b="1">
                <a:solidFill>
                  <a:srgbClr val="122630"/>
                </a:solidFill>
                <a:latin typeface="Manrope"/>
                <a:ea typeface="Manrope"/>
                <a:cs typeface="Manrope"/>
              </a:defRPr>
            </a:pPr>
            <a:r>
              <a:rPr sz="3900" b="1">
                <a:solidFill>
                  <a:srgbClr val="122630"/>
                </a:solidFill>
                <a:latin typeface="Manrope"/>
                <a:ea typeface="Manrope"/>
                <a:cs typeface="Manrope"/>
              </a:rPr>
              <a:t>Tres problemas diferentes</a:t>
            </a:r>
          </a:p>
        </p:txBody>
      </p:sp>
      <p:sp>
        <p:nvSpPr>
          <p:cNvPr id="4" name="text-27">
            <a:extLst>
              <a:ext uri="{FF2B5EF4-FFF2-40B4-BE49-F238E27FC236}">
                <a16:creationId xmlns:a16="http://schemas.microsoft.com/office/drawing/2014/main" id="{E1198C67-33F3-4A72-A655-3134023C3846}"/>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61717A"/>
                </a:solidFill>
                <a:latin typeface="Manrope"/>
                <a:ea typeface="Manrope"/>
                <a:cs typeface="Manrope"/>
              </a:defRPr>
            </a:defPPr>
            <a:lvl1pPr>
              <a:defRPr sz="1050" b="0">
                <a:solidFill>
                  <a:srgbClr val="61717A"/>
                </a:solidFill>
                <a:latin typeface="Manrope"/>
                <a:ea typeface="Manrope"/>
                <a:cs typeface="Manrope"/>
              </a:defRPr>
            </a:lvl1pPr>
            <a:lvl2pPr>
              <a:defRPr sz="1050" b="0">
                <a:solidFill>
                  <a:srgbClr val="61717A"/>
                </a:solidFill>
                <a:latin typeface="Manrope"/>
                <a:ea typeface="Manrope"/>
                <a:cs typeface="Manrope"/>
              </a:defRPr>
            </a:lvl2pPr>
            <a:lvl3pPr>
              <a:defRPr sz="1050" b="0">
                <a:solidFill>
                  <a:srgbClr val="61717A"/>
                </a:solidFill>
                <a:latin typeface="Manrope"/>
                <a:ea typeface="Manrope"/>
                <a:cs typeface="Manrope"/>
              </a:defRPr>
            </a:lvl3pPr>
            <a:lvl4pPr>
              <a:defRPr sz="1050" b="0">
                <a:solidFill>
                  <a:srgbClr val="61717A"/>
                </a:solidFill>
                <a:latin typeface="Manrope"/>
                <a:ea typeface="Manrope"/>
                <a:cs typeface="Manrope"/>
              </a:defRPr>
            </a:lvl4pPr>
            <a:lvl5pPr>
              <a:defRPr sz="1050" b="0">
                <a:solidFill>
                  <a:srgbClr val="61717A"/>
                </a:solidFill>
                <a:latin typeface="Manrope"/>
                <a:ea typeface="Manrope"/>
                <a:cs typeface="Manrope"/>
              </a:defRPr>
            </a:lvl5pPr>
            <a:lvl6pPr>
              <a:defRPr sz="1050" b="0">
                <a:solidFill>
                  <a:srgbClr val="61717A"/>
                </a:solidFill>
                <a:latin typeface="Manrope"/>
                <a:ea typeface="Manrope"/>
                <a:cs typeface="Manrope"/>
              </a:defRPr>
            </a:lvl6pPr>
            <a:lvl7pPr>
              <a:defRPr sz="1050" b="0">
                <a:solidFill>
                  <a:srgbClr val="61717A"/>
                </a:solidFill>
                <a:latin typeface="Manrope"/>
                <a:ea typeface="Manrope"/>
                <a:cs typeface="Manrope"/>
              </a:defRPr>
            </a:lvl7pPr>
            <a:lvl8pPr>
              <a:defRPr sz="1050" b="0">
                <a:solidFill>
                  <a:srgbClr val="61717A"/>
                </a:solidFill>
                <a:latin typeface="Manrope"/>
                <a:ea typeface="Manrope"/>
                <a:cs typeface="Manrope"/>
              </a:defRPr>
            </a:lvl8pPr>
            <a:lvl9pPr>
              <a:defRPr sz="1050" b="0">
                <a:solidFill>
                  <a:srgbClr val="61717A"/>
                </a:solidFill>
                <a:latin typeface="Manrope"/>
                <a:ea typeface="Manrope"/>
                <a:cs typeface="Manrope"/>
              </a:defRPr>
            </a:lvl9pPr>
          </a:lstStyle>
          <a:p>
            <a:pPr>
              <a:defRPr sz="1050" b="0">
                <a:solidFill>
                  <a:srgbClr val="61717A"/>
                </a:solidFill>
                <a:latin typeface="Manrope"/>
                <a:ea typeface="Manrope"/>
                <a:cs typeface="Manrope"/>
              </a:defRPr>
            </a:pPr>
            <a:r>
              <a:rPr sz="1050" b="0">
                <a:solidFill>
                  <a:srgbClr val="61717A"/>
                </a:solidFill>
                <a:latin typeface="Manrope"/>
                <a:ea typeface="Manrope"/>
                <a:cs typeface="Manrope"/>
              </a:rPr>
              <a:t>ITI-922  /  GRUPO 6</a:t>
            </a:r>
          </a:p>
        </p:txBody>
      </p:sp>
      <p:sp>
        <p:nvSpPr>
          <p:cNvPr id="5" name="text-28">
            <a:extLst>
              <a:ext uri="{FF2B5EF4-FFF2-40B4-BE49-F238E27FC236}">
                <a16:creationId xmlns:a16="http://schemas.microsoft.com/office/drawing/2014/main" id="{9740CAF6-3EA2-499B-B063-5A0F4FB18C1B}"/>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61717A"/>
                </a:solidFill>
                <a:latin typeface="Manrope"/>
                <a:ea typeface="Manrope"/>
                <a:cs typeface="Manrope"/>
              </a:defRPr>
            </a:defPPr>
            <a:lvl1pPr algn="r">
              <a:defRPr sz="1425" b="0">
                <a:solidFill>
                  <a:srgbClr val="61717A"/>
                </a:solidFill>
                <a:latin typeface="Manrope"/>
                <a:ea typeface="Manrope"/>
                <a:cs typeface="Manrope"/>
              </a:defRPr>
            </a:lvl1pPr>
            <a:lvl2pPr algn="r">
              <a:defRPr sz="1425" b="0">
                <a:solidFill>
                  <a:srgbClr val="61717A"/>
                </a:solidFill>
                <a:latin typeface="Manrope"/>
                <a:ea typeface="Manrope"/>
                <a:cs typeface="Manrope"/>
              </a:defRPr>
            </a:lvl2pPr>
            <a:lvl3pPr algn="r">
              <a:defRPr sz="1425" b="0">
                <a:solidFill>
                  <a:srgbClr val="61717A"/>
                </a:solidFill>
                <a:latin typeface="Manrope"/>
                <a:ea typeface="Manrope"/>
                <a:cs typeface="Manrope"/>
              </a:defRPr>
            </a:lvl3pPr>
            <a:lvl4pPr algn="r">
              <a:defRPr sz="1425" b="0">
                <a:solidFill>
                  <a:srgbClr val="61717A"/>
                </a:solidFill>
                <a:latin typeface="Manrope"/>
                <a:ea typeface="Manrope"/>
                <a:cs typeface="Manrope"/>
              </a:defRPr>
            </a:lvl4pPr>
            <a:lvl5pPr algn="r">
              <a:defRPr sz="1425" b="0">
                <a:solidFill>
                  <a:srgbClr val="61717A"/>
                </a:solidFill>
                <a:latin typeface="Manrope"/>
                <a:ea typeface="Manrope"/>
                <a:cs typeface="Manrope"/>
              </a:defRPr>
            </a:lvl5pPr>
            <a:lvl6pPr algn="r">
              <a:defRPr sz="1425" b="0">
                <a:solidFill>
                  <a:srgbClr val="61717A"/>
                </a:solidFill>
                <a:latin typeface="Manrope"/>
                <a:ea typeface="Manrope"/>
                <a:cs typeface="Manrope"/>
              </a:defRPr>
            </a:lvl6pPr>
            <a:lvl7pPr algn="r">
              <a:defRPr sz="1425" b="0">
                <a:solidFill>
                  <a:srgbClr val="61717A"/>
                </a:solidFill>
                <a:latin typeface="Manrope"/>
                <a:ea typeface="Manrope"/>
                <a:cs typeface="Manrope"/>
              </a:defRPr>
            </a:lvl7pPr>
            <a:lvl8pPr algn="r">
              <a:defRPr sz="1425" b="0">
                <a:solidFill>
                  <a:srgbClr val="61717A"/>
                </a:solidFill>
                <a:latin typeface="Manrope"/>
                <a:ea typeface="Manrope"/>
                <a:cs typeface="Manrope"/>
              </a:defRPr>
            </a:lvl8pPr>
            <a:lvl9pPr algn="r">
              <a:defRPr sz="1425" b="0">
                <a:solidFill>
                  <a:srgbClr val="61717A"/>
                </a:solidFill>
                <a:latin typeface="Manrope"/>
                <a:ea typeface="Manrope"/>
                <a:cs typeface="Manrope"/>
              </a:defRPr>
            </a:lvl9pPr>
          </a:lstStyle>
          <a:p>
            <a:pPr algn="r">
              <a:defRPr sz="1425" b="0">
                <a:solidFill>
                  <a:srgbClr val="61717A"/>
                </a:solidFill>
                <a:latin typeface="Manrope"/>
                <a:ea typeface="Manrope"/>
                <a:cs typeface="Manrope"/>
              </a:defRPr>
            </a:pPr>
            <a:r>
              <a:rPr sz="1425" b="0">
                <a:solidFill>
                  <a:srgbClr val="61717A"/>
                </a:solidFill>
                <a:latin typeface="Manrope"/>
                <a:ea typeface="Manrope"/>
                <a:cs typeface="Manrope"/>
              </a:rPr>
              <a:t>03</a:t>
            </a:r>
          </a:p>
        </p:txBody>
      </p:sp>
      <p:sp>
        <p:nvSpPr>
          <p:cNvPr id="6" name="text-29">
            <a:extLst>
              <a:ext uri="{FF2B5EF4-FFF2-40B4-BE49-F238E27FC236}">
                <a16:creationId xmlns:a16="http://schemas.microsoft.com/office/drawing/2014/main" id="{01B82059-73E6-4D27-9E8F-62DF83EBB253}"/>
              </a:ext>
            </a:extLst>
          </p:cNvPr>
          <p:cNvSpPr>
            <a:spLocks noGrp="1"/>
          </p:cNvSpPr>
          <p:nvPr/>
        </p:nvSpPr>
        <p:spPr>
          <a:xfrm>
            <a:off x="609600" y="2085975"/>
            <a:ext cx="314325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01</a:t>
            </a:r>
          </a:p>
        </p:txBody>
      </p:sp>
      <p:sp>
        <p:nvSpPr>
          <p:cNvPr id="7" name="text-30">
            <a:extLst>
              <a:ext uri="{FF2B5EF4-FFF2-40B4-BE49-F238E27FC236}">
                <a16:creationId xmlns:a16="http://schemas.microsoft.com/office/drawing/2014/main" id="{40990A8B-ACA3-420F-BC53-3FD85A7FCFF9}"/>
              </a:ext>
            </a:extLst>
          </p:cNvPr>
          <p:cNvSpPr>
            <a:spLocks noGrp="1"/>
          </p:cNvSpPr>
          <p:nvPr/>
        </p:nvSpPr>
        <p:spPr>
          <a:xfrm>
            <a:off x="609600" y="2514600"/>
            <a:ext cx="3314700" cy="962025"/>
          </a:xfrm>
          <a:prstGeom prst="rect">
            <a:avLst/>
          </a:prstGeom>
          <a:noFill/>
          <a:ln w="0">
            <a:noFill/>
            <a:prstDash val="solid"/>
          </a:ln>
        </p:spPr>
        <p:txBody>
          <a:bodyPr wrap="square" lIns="0" tIns="0" rIns="0" bIns="0" anchor="t">
            <a:noAutofit/>
          </a:bodyPr>
          <a:lstStyle>
            <a:defPPr>
              <a:defRPr sz="2775" b="1">
                <a:solidFill>
                  <a:srgbClr val="122630"/>
                </a:solidFill>
                <a:latin typeface="Manrope"/>
                <a:ea typeface="Manrope"/>
                <a:cs typeface="Manrope"/>
              </a:defRPr>
            </a:defPPr>
            <a:lvl1pPr>
              <a:defRPr sz="2775" b="1">
                <a:solidFill>
                  <a:srgbClr val="122630"/>
                </a:solidFill>
                <a:latin typeface="Manrope"/>
                <a:ea typeface="Manrope"/>
                <a:cs typeface="Manrope"/>
              </a:defRPr>
            </a:lvl1pPr>
            <a:lvl2pPr>
              <a:defRPr sz="2775" b="1">
                <a:solidFill>
                  <a:srgbClr val="122630"/>
                </a:solidFill>
                <a:latin typeface="Manrope"/>
                <a:ea typeface="Manrope"/>
                <a:cs typeface="Manrope"/>
              </a:defRPr>
            </a:lvl2pPr>
            <a:lvl3pPr>
              <a:defRPr sz="2775" b="1">
                <a:solidFill>
                  <a:srgbClr val="122630"/>
                </a:solidFill>
                <a:latin typeface="Manrope"/>
                <a:ea typeface="Manrope"/>
                <a:cs typeface="Manrope"/>
              </a:defRPr>
            </a:lvl3pPr>
            <a:lvl4pPr>
              <a:defRPr sz="2775" b="1">
                <a:solidFill>
                  <a:srgbClr val="122630"/>
                </a:solidFill>
                <a:latin typeface="Manrope"/>
                <a:ea typeface="Manrope"/>
                <a:cs typeface="Manrope"/>
              </a:defRPr>
            </a:lvl4pPr>
            <a:lvl5pPr>
              <a:defRPr sz="2775" b="1">
                <a:solidFill>
                  <a:srgbClr val="122630"/>
                </a:solidFill>
                <a:latin typeface="Manrope"/>
                <a:ea typeface="Manrope"/>
                <a:cs typeface="Manrope"/>
              </a:defRPr>
            </a:lvl5pPr>
            <a:lvl6pPr>
              <a:defRPr sz="2775" b="1">
                <a:solidFill>
                  <a:srgbClr val="122630"/>
                </a:solidFill>
                <a:latin typeface="Manrope"/>
                <a:ea typeface="Manrope"/>
                <a:cs typeface="Manrope"/>
              </a:defRPr>
            </a:lvl6pPr>
            <a:lvl7pPr>
              <a:defRPr sz="2775" b="1">
                <a:solidFill>
                  <a:srgbClr val="122630"/>
                </a:solidFill>
                <a:latin typeface="Manrope"/>
                <a:ea typeface="Manrope"/>
                <a:cs typeface="Manrope"/>
              </a:defRPr>
            </a:lvl7pPr>
            <a:lvl8pPr>
              <a:defRPr sz="2775" b="1">
                <a:solidFill>
                  <a:srgbClr val="122630"/>
                </a:solidFill>
                <a:latin typeface="Manrope"/>
                <a:ea typeface="Manrope"/>
                <a:cs typeface="Manrope"/>
              </a:defRPr>
            </a:lvl8pPr>
            <a:lvl9pPr>
              <a:defRPr sz="2775" b="1">
                <a:solidFill>
                  <a:srgbClr val="122630"/>
                </a:solidFill>
                <a:latin typeface="Manrope"/>
                <a:ea typeface="Manrope"/>
                <a:cs typeface="Manrope"/>
              </a:defRPr>
            </a:lvl9pPr>
          </a:lstStyle>
          <a:p>
            <a:pPr>
              <a:defRPr sz="2775" b="1">
                <a:solidFill>
                  <a:srgbClr val="122630"/>
                </a:solidFill>
                <a:latin typeface="Manrope"/>
                <a:ea typeface="Manrope"/>
                <a:cs typeface="Manrope"/>
              </a:defRPr>
            </a:pPr>
            <a:r>
              <a:rPr sz="2775" b="1">
                <a:solidFill>
                  <a:srgbClr val="122630"/>
                </a:solidFill>
                <a:latin typeface="Manrope"/>
                <a:ea typeface="Manrope"/>
                <a:cs typeface="Manrope"/>
              </a:rPr>
              <a:t>Preimagen</a:t>
            </a:r>
          </a:p>
        </p:txBody>
      </p:sp>
      <p:sp>
        <p:nvSpPr>
          <p:cNvPr id="8" name="text-31">
            <a:extLst>
              <a:ext uri="{FF2B5EF4-FFF2-40B4-BE49-F238E27FC236}">
                <a16:creationId xmlns:a16="http://schemas.microsoft.com/office/drawing/2014/main" id="{AA9FFDDB-1D38-4965-B147-D31EDE916A76}"/>
              </a:ext>
            </a:extLst>
          </p:cNvPr>
          <p:cNvSpPr>
            <a:spLocks noGrp="1"/>
          </p:cNvSpPr>
          <p:nvPr/>
        </p:nvSpPr>
        <p:spPr>
          <a:xfrm>
            <a:off x="609600" y="3800475"/>
            <a:ext cx="3314700" cy="619125"/>
          </a:xfrm>
          <a:prstGeom prst="rect">
            <a:avLst/>
          </a:prstGeom>
          <a:noFill/>
          <a:ln w="0">
            <a:noFill/>
            <a:prstDash val="solid"/>
          </a:ln>
        </p:spPr>
        <p:txBody>
          <a:bodyPr wrap="square" lIns="0" tIns="0" rIns="0" bIns="0" anchor="t">
            <a:noAutofit/>
          </a:bodyPr>
          <a:lstStyle>
            <a:defPPr>
              <a:defRPr sz="1875" b="0">
                <a:solidFill>
                  <a:srgbClr val="61717A"/>
                </a:solidFill>
                <a:latin typeface="Manrope"/>
                <a:ea typeface="Manrope"/>
                <a:cs typeface="Manrope"/>
              </a:defRPr>
            </a:defPPr>
            <a:lvl1pPr>
              <a:defRPr sz="1875" b="0">
                <a:solidFill>
                  <a:srgbClr val="61717A"/>
                </a:solidFill>
                <a:latin typeface="Manrope"/>
                <a:ea typeface="Manrope"/>
                <a:cs typeface="Manrope"/>
              </a:defRPr>
            </a:lvl1pPr>
            <a:lvl2pPr>
              <a:defRPr sz="1875" b="0">
                <a:solidFill>
                  <a:srgbClr val="61717A"/>
                </a:solidFill>
                <a:latin typeface="Manrope"/>
                <a:ea typeface="Manrope"/>
                <a:cs typeface="Manrope"/>
              </a:defRPr>
            </a:lvl2pPr>
            <a:lvl3pPr>
              <a:defRPr sz="1875" b="0">
                <a:solidFill>
                  <a:srgbClr val="61717A"/>
                </a:solidFill>
                <a:latin typeface="Manrope"/>
                <a:ea typeface="Manrope"/>
                <a:cs typeface="Manrope"/>
              </a:defRPr>
            </a:lvl3pPr>
            <a:lvl4pPr>
              <a:defRPr sz="1875" b="0">
                <a:solidFill>
                  <a:srgbClr val="61717A"/>
                </a:solidFill>
                <a:latin typeface="Manrope"/>
                <a:ea typeface="Manrope"/>
                <a:cs typeface="Manrope"/>
              </a:defRPr>
            </a:lvl4pPr>
            <a:lvl5pPr>
              <a:defRPr sz="1875" b="0">
                <a:solidFill>
                  <a:srgbClr val="61717A"/>
                </a:solidFill>
                <a:latin typeface="Manrope"/>
                <a:ea typeface="Manrope"/>
                <a:cs typeface="Manrope"/>
              </a:defRPr>
            </a:lvl5pPr>
            <a:lvl6pPr>
              <a:defRPr sz="1875" b="0">
                <a:solidFill>
                  <a:srgbClr val="61717A"/>
                </a:solidFill>
                <a:latin typeface="Manrope"/>
                <a:ea typeface="Manrope"/>
                <a:cs typeface="Manrope"/>
              </a:defRPr>
            </a:lvl6pPr>
            <a:lvl7pPr>
              <a:defRPr sz="1875" b="0">
                <a:solidFill>
                  <a:srgbClr val="61717A"/>
                </a:solidFill>
                <a:latin typeface="Manrope"/>
                <a:ea typeface="Manrope"/>
                <a:cs typeface="Manrope"/>
              </a:defRPr>
            </a:lvl7pPr>
            <a:lvl8pPr>
              <a:defRPr sz="1875" b="0">
                <a:solidFill>
                  <a:srgbClr val="61717A"/>
                </a:solidFill>
                <a:latin typeface="Manrope"/>
                <a:ea typeface="Manrope"/>
                <a:cs typeface="Manrope"/>
              </a:defRPr>
            </a:lvl8pPr>
            <a:lvl9pPr>
              <a:defRPr sz="1875" b="0">
                <a:solidFill>
                  <a:srgbClr val="61717A"/>
                </a:solidFill>
                <a:latin typeface="Manrope"/>
                <a:ea typeface="Manrope"/>
                <a:cs typeface="Manrope"/>
              </a:defRPr>
            </a:lvl9pPr>
          </a:lstStyle>
          <a:p>
            <a:pPr>
              <a:defRPr sz="1875" b="0">
                <a:solidFill>
                  <a:srgbClr val="61717A"/>
                </a:solidFill>
                <a:latin typeface="Manrope"/>
                <a:ea typeface="Manrope"/>
                <a:cs typeface="Manrope"/>
              </a:defRPr>
            </a:pPr>
            <a:r>
              <a:rPr sz="1875" b="0">
                <a:solidFill>
                  <a:srgbClr val="61717A"/>
                </a:solidFill>
                <a:latin typeface="Manrope"/>
                <a:ea typeface="Manrope"/>
                <a:cs typeface="Manrope"/>
              </a:rPr>
              <a:t>Conozco una huella h</a:t>
            </a:r>
          </a:p>
        </p:txBody>
      </p:sp>
      <p:sp>
        <p:nvSpPr>
          <p:cNvPr id="9" name="text-32">
            <a:extLst>
              <a:ext uri="{FF2B5EF4-FFF2-40B4-BE49-F238E27FC236}">
                <a16:creationId xmlns:a16="http://schemas.microsoft.com/office/drawing/2014/main" id="{0753BEE8-48AD-4475-9EB7-ADDBE58CF123}"/>
              </a:ext>
            </a:extLst>
          </p:cNvPr>
          <p:cNvSpPr>
            <a:spLocks noGrp="1"/>
          </p:cNvSpPr>
          <p:nvPr/>
        </p:nvSpPr>
        <p:spPr>
          <a:xfrm>
            <a:off x="609600" y="4581525"/>
            <a:ext cx="3314700" cy="904875"/>
          </a:xfrm>
          <a:prstGeom prst="rect">
            <a:avLst/>
          </a:prstGeom>
          <a:noFill/>
          <a:ln w="0">
            <a:noFill/>
            <a:prstDash val="solid"/>
          </a:ln>
        </p:spPr>
        <p:txBody>
          <a:bodyPr wrap="square" lIns="0" tIns="0" rIns="0" bIns="0" anchor="t">
            <a:noAutofit/>
          </a:bodyPr>
          <a:lstStyle>
            <a:defPPr>
              <a:defRPr sz="2025" b="1">
                <a:solidFill>
                  <a:srgbClr val="287F83"/>
                </a:solidFill>
                <a:latin typeface="Manrope"/>
                <a:ea typeface="Manrope"/>
                <a:cs typeface="Manrope"/>
              </a:defRPr>
            </a:defPPr>
            <a:lvl1pPr>
              <a:defRPr sz="2025" b="1">
                <a:solidFill>
                  <a:srgbClr val="287F83"/>
                </a:solidFill>
                <a:latin typeface="Manrope"/>
                <a:ea typeface="Manrope"/>
                <a:cs typeface="Manrope"/>
              </a:defRPr>
            </a:lvl1pPr>
            <a:lvl2pPr>
              <a:defRPr sz="2025" b="1">
                <a:solidFill>
                  <a:srgbClr val="287F83"/>
                </a:solidFill>
                <a:latin typeface="Manrope"/>
                <a:ea typeface="Manrope"/>
                <a:cs typeface="Manrope"/>
              </a:defRPr>
            </a:lvl2pPr>
            <a:lvl3pPr>
              <a:defRPr sz="2025" b="1">
                <a:solidFill>
                  <a:srgbClr val="287F83"/>
                </a:solidFill>
                <a:latin typeface="Manrope"/>
                <a:ea typeface="Manrope"/>
                <a:cs typeface="Manrope"/>
              </a:defRPr>
            </a:lvl3pPr>
            <a:lvl4pPr>
              <a:defRPr sz="2025" b="1">
                <a:solidFill>
                  <a:srgbClr val="287F83"/>
                </a:solidFill>
                <a:latin typeface="Manrope"/>
                <a:ea typeface="Manrope"/>
                <a:cs typeface="Manrope"/>
              </a:defRPr>
            </a:lvl4pPr>
            <a:lvl5pPr>
              <a:defRPr sz="2025" b="1">
                <a:solidFill>
                  <a:srgbClr val="287F83"/>
                </a:solidFill>
                <a:latin typeface="Manrope"/>
                <a:ea typeface="Manrope"/>
                <a:cs typeface="Manrope"/>
              </a:defRPr>
            </a:lvl5pPr>
            <a:lvl6pPr>
              <a:defRPr sz="2025" b="1">
                <a:solidFill>
                  <a:srgbClr val="287F83"/>
                </a:solidFill>
                <a:latin typeface="Manrope"/>
                <a:ea typeface="Manrope"/>
                <a:cs typeface="Manrope"/>
              </a:defRPr>
            </a:lvl6pPr>
            <a:lvl7pPr>
              <a:defRPr sz="2025" b="1">
                <a:solidFill>
                  <a:srgbClr val="287F83"/>
                </a:solidFill>
                <a:latin typeface="Manrope"/>
                <a:ea typeface="Manrope"/>
                <a:cs typeface="Manrope"/>
              </a:defRPr>
            </a:lvl7pPr>
            <a:lvl8pPr>
              <a:defRPr sz="2025" b="1">
                <a:solidFill>
                  <a:srgbClr val="287F83"/>
                </a:solidFill>
                <a:latin typeface="Manrope"/>
                <a:ea typeface="Manrope"/>
                <a:cs typeface="Manrope"/>
              </a:defRPr>
            </a:lvl8pPr>
            <a:lvl9pPr>
              <a:defRPr sz="2025" b="1">
                <a:solidFill>
                  <a:srgbClr val="287F83"/>
                </a:solidFill>
                <a:latin typeface="Manrope"/>
                <a:ea typeface="Manrope"/>
                <a:cs typeface="Manrope"/>
              </a:defRPr>
            </a:lvl9pPr>
          </a:lstStyle>
          <a:p>
            <a:pPr>
              <a:defRPr sz="2025" b="1">
                <a:solidFill>
                  <a:srgbClr val="287F83"/>
                </a:solidFill>
                <a:latin typeface="Manrope"/>
                <a:ea typeface="Manrope"/>
                <a:cs typeface="Manrope"/>
              </a:defRPr>
            </a:pPr>
            <a:r>
              <a:rPr sz="2025" b="1">
                <a:solidFill>
                  <a:srgbClr val="287F83"/>
                </a:solidFill>
                <a:latin typeface="Manrope"/>
                <a:ea typeface="Manrope"/>
                <a:cs typeface="Manrope"/>
              </a:rPr>
              <a:t>Busco un mensaje m</a:t>
            </a:r>
          </a:p>
          <a:p>
            <a:pPr>
              <a:defRPr sz="2025" b="1">
                <a:solidFill>
                  <a:srgbClr val="287F83"/>
                </a:solidFill>
                <a:latin typeface="Manrope"/>
                <a:ea typeface="Manrope"/>
                <a:cs typeface="Manrope"/>
              </a:defRPr>
            </a:pPr>
            <a:r>
              <a:rPr sz="2025" b="1">
                <a:solidFill>
                  <a:srgbClr val="287F83"/>
                </a:solidFill>
                <a:latin typeface="Manrope"/>
                <a:ea typeface="Manrope"/>
                <a:cs typeface="Manrope"/>
              </a:rPr>
              <a:t>con H(m) = h</a:t>
            </a:r>
          </a:p>
        </p:txBody>
      </p:sp>
      <p:sp>
        <p:nvSpPr>
          <p:cNvPr id="10" name="text-33">
            <a:extLst>
              <a:ext uri="{FF2B5EF4-FFF2-40B4-BE49-F238E27FC236}">
                <a16:creationId xmlns:a16="http://schemas.microsoft.com/office/drawing/2014/main" id="{A985AF3C-85C0-46AC-A354-1EA13A90E583}"/>
              </a:ext>
            </a:extLst>
          </p:cNvPr>
          <p:cNvSpPr>
            <a:spLocks noGrp="1"/>
          </p:cNvSpPr>
          <p:nvPr/>
        </p:nvSpPr>
        <p:spPr>
          <a:xfrm>
            <a:off x="4438650" y="2085975"/>
            <a:ext cx="314325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02</a:t>
            </a:r>
          </a:p>
        </p:txBody>
      </p:sp>
      <p:sp>
        <p:nvSpPr>
          <p:cNvPr id="11" name="text-34">
            <a:extLst>
              <a:ext uri="{FF2B5EF4-FFF2-40B4-BE49-F238E27FC236}">
                <a16:creationId xmlns:a16="http://schemas.microsoft.com/office/drawing/2014/main" id="{7FC42B6D-F65B-47AA-9DB2-44A7EF512398}"/>
              </a:ext>
            </a:extLst>
          </p:cNvPr>
          <p:cNvSpPr>
            <a:spLocks noGrp="1"/>
          </p:cNvSpPr>
          <p:nvPr/>
        </p:nvSpPr>
        <p:spPr>
          <a:xfrm>
            <a:off x="4438650" y="2514600"/>
            <a:ext cx="3314700" cy="962025"/>
          </a:xfrm>
          <a:prstGeom prst="rect">
            <a:avLst/>
          </a:prstGeom>
          <a:noFill/>
          <a:ln w="0">
            <a:noFill/>
            <a:prstDash val="solid"/>
          </a:ln>
        </p:spPr>
        <p:txBody>
          <a:bodyPr wrap="square" lIns="0" tIns="0" rIns="0" bIns="0" anchor="t">
            <a:noAutofit/>
          </a:bodyPr>
          <a:lstStyle>
            <a:defPPr>
              <a:defRPr sz="2775" b="1">
                <a:solidFill>
                  <a:srgbClr val="122630"/>
                </a:solidFill>
                <a:latin typeface="Manrope"/>
                <a:ea typeface="Manrope"/>
                <a:cs typeface="Manrope"/>
              </a:defRPr>
            </a:defPPr>
            <a:lvl1pPr>
              <a:defRPr sz="2775" b="1">
                <a:solidFill>
                  <a:srgbClr val="122630"/>
                </a:solidFill>
                <a:latin typeface="Manrope"/>
                <a:ea typeface="Manrope"/>
                <a:cs typeface="Manrope"/>
              </a:defRPr>
            </a:lvl1pPr>
            <a:lvl2pPr>
              <a:defRPr sz="2775" b="1">
                <a:solidFill>
                  <a:srgbClr val="122630"/>
                </a:solidFill>
                <a:latin typeface="Manrope"/>
                <a:ea typeface="Manrope"/>
                <a:cs typeface="Manrope"/>
              </a:defRPr>
            </a:lvl2pPr>
            <a:lvl3pPr>
              <a:defRPr sz="2775" b="1">
                <a:solidFill>
                  <a:srgbClr val="122630"/>
                </a:solidFill>
                <a:latin typeface="Manrope"/>
                <a:ea typeface="Manrope"/>
                <a:cs typeface="Manrope"/>
              </a:defRPr>
            </a:lvl3pPr>
            <a:lvl4pPr>
              <a:defRPr sz="2775" b="1">
                <a:solidFill>
                  <a:srgbClr val="122630"/>
                </a:solidFill>
                <a:latin typeface="Manrope"/>
                <a:ea typeface="Manrope"/>
                <a:cs typeface="Manrope"/>
              </a:defRPr>
            </a:lvl4pPr>
            <a:lvl5pPr>
              <a:defRPr sz="2775" b="1">
                <a:solidFill>
                  <a:srgbClr val="122630"/>
                </a:solidFill>
                <a:latin typeface="Manrope"/>
                <a:ea typeface="Manrope"/>
                <a:cs typeface="Manrope"/>
              </a:defRPr>
            </a:lvl5pPr>
            <a:lvl6pPr>
              <a:defRPr sz="2775" b="1">
                <a:solidFill>
                  <a:srgbClr val="122630"/>
                </a:solidFill>
                <a:latin typeface="Manrope"/>
                <a:ea typeface="Manrope"/>
                <a:cs typeface="Manrope"/>
              </a:defRPr>
            </a:lvl6pPr>
            <a:lvl7pPr>
              <a:defRPr sz="2775" b="1">
                <a:solidFill>
                  <a:srgbClr val="122630"/>
                </a:solidFill>
                <a:latin typeface="Manrope"/>
                <a:ea typeface="Manrope"/>
                <a:cs typeface="Manrope"/>
              </a:defRPr>
            </a:lvl7pPr>
            <a:lvl8pPr>
              <a:defRPr sz="2775" b="1">
                <a:solidFill>
                  <a:srgbClr val="122630"/>
                </a:solidFill>
                <a:latin typeface="Manrope"/>
                <a:ea typeface="Manrope"/>
                <a:cs typeface="Manrope"/>
              </a:defRPr>
            </a:lvl8pPr>
            <a:lvl9pPr>
              <a:defRPr sz="2775" b="1">
                <a:solidFill>
                  <a:srgbClr val="122630"/>
                </a:solidFill>
                <a:latin typeface="Manrope"/>
                <a:ea typeface="Manrope"/>
                <a:cs typeface="Manrope"/>
              </a:defRPr>
            </a:lvl9pPr>
          </a:lstStyle>
          <a:p>
            <a:pPr>
              <a:defRPr sz="2775" b="1">
                <a:solidFill>
                  <a:srgbClr val="122630"/>
                </a:solidFill>
                <a:latin typeface="Manrope"/>
                <a:ea typeface="Manrope"/>
                <a:cs typeface="Manrope"/>
              </a:defRPr>
            </a:pPr>
            <a:r>
              <a:rPr sz="2775" b="1">
                <a:solidFill>
                  <a:srgbClr val="122630"/>
                </a:solidFill>
                <a:latin typeface="Manrope"/>
                <a:ea typeface="Manrope"/>
                <a:cs typeface="Manrope"/>
              </a:rPr>
              <a:t>Segunda</a:t>
            </a:r>
          </a:p>
          <a:p>
            <a:pPr>
              <a:defRPr sz="2775" b="1">
                <a:solidFill>
                  <a:srgbClr val="122630"/>
                </a:solidFill>
                <a:latin typeface="Manrope"/>
                <a:ea typeface="Manrope"/>
                <a:cs typeface="Manrope"/>
              </a:defRPr>
            </a:pPr>
            <a:r>
              <a:rPr sz="2775" b="1">
                <a:solidFill>
                  <a:srgbClr val="122630"/>
                </a:solidFill>
                <a:latin typeface="Manrope"/>
                <a:ea typeface="Manrope"/>
                <a:cs typeface="Manrope"/>
              </a:rPr>
              <a:t>preimagen</a:t>
            </a:r>
          </a:p>
        </p:txBody>
      </p:sp>
      <p:sp>
        <p:nvSpPr>
          <p:cNvPr id="12" name="text-35">
            <a:extLst>
              <a:ext uri="{FF2B5EF4-FFF2-40B4-BE49-F238E27FC236}">
                <a16:creationId xmlns:a16="http://schemas.microsoft.com/office/drawing/2014/main" id="{41BDD31C-4C9D-4619-8750-5C15CE26CE70}"/>
              </a:ext>
            </a:extLst>
          </p:cNvPr>
          <p:cNvSpPr>
            <a:spLocks noGrp="1"/>
          </p:cNvSpPr>
          <p:nvPr/>
        </p:nvSpPr>
        <p:spPr>
          <a:xfrm>
            <a:off x="4438650" y="3800475"/>
            <a:ext cx="3314700" cy="619125"/>
          </a:xfrm>
          <a:prstGeom prst="rect">
            <a:avLst/>
          </a:prstGeom>
          <a:noFill/>
          <a:ln w="0">
            <a:noFill/>
            <a:prstDash val="solid"/>
          </a:ln>
        </p:spPr>
        <p:txBody>
          <a:bodyPr wrap="square" lIns="0" tIns="0" rIns="0" bIns="0" anchor="t">
            <a:noAutofit/>
          </a:bodyPr>
          <a:lstStyle>
            <a:defPPr>
              <a:defRPr sz="1875" b="0">
                <a:solidFill>
                  <a:srgbClr val="61717A"/>
                </a:solidFill>
                <a:latin typeface="Manrope"/>
                <a:ea typeface="Manrope"/>
                <a:cs typeface="Manrope"/>
              </a:defRPr>
            </a:defPPr>
            <a:lvl1pPr>
              <a:defRPr sz="1875" b="0">
                <a:solidFill>
                  <a:srgbClr val="61717A"/>
                </a:solidFill>
                <a:latin typeface="Manrope"/>
                <a:ea typeface="Manrope"/>
                <a:cs typeface="Manrope"/>
              </a:defRPr>
            </a:lvl1pPr>
            <a:lvl2pPr>
              <a:defRPr sz="1875" b="0">
                <a:solidFill>
                  <a:srgbClr val="61717A"/>
                </a:solidFill>
                <a:latin typeface="Manrope"/>
                <a:ea typeface="Manrope"/>
                <a:cs typeface="Manrope"/>
              </a:defRPr>
            </a:lvl2pPr>
            <a:lvl3pPr>
              <a:defRPr sz="1875" b="0">
                <a:solidFill>
                  <a:srgbClr val="61717A"/>
                </a:solidFill>
                <a:latin typeface="Manrope"/>
                <a:ea typeface="Manrope"/>
                <a:cs typeface="Manrope"/>
              </a:defRPr>
            </a:lvl3pPr>
            <a:lvl4pPr>
              <a:defRPr sz="1875" b="0">
                <a:solidFill>
                  <a:srgbClr val="61717A"/>
                </a:solidFill>
                <a:latin typeface="Manrope"/>
                <a:ea typeface="Manrope"/>
                <a:cs typeface="Manrope"/>
              </a:defRPr>
            </a:lvl4pPr>
            <a:lvl5pPr>
              <a:defRPr sz="1875" b="0">
                <a:solidFill>
                  <a:srgbClr val="61717A"/>
                </a:solidFill>
                <a:latin typeface="Manrope"/>
                <a:ea typeface="Manrope"/>
                <a:cs typeface="Manrope"/>
              </a:defRPr>
            </a:lvl5pPr>
            <a:lvl6pPr>
              <a:defRPr sz="1875" b="0">
                <a:solidFill>
                  <a:srgbClr val="61717A"/>
                </a:solidFill>
                <a:latin typeface="Manrope"/>
                <a:ea typeface="Manrope"/>
                <a:cs typeface="Manrope"/>
              </a:defRPr>
            </a:lvl6pPr>
            <a:lvl7pPr>
              <a:defRPr sz="1875" b="0">
                <a:solidFill>
                  <a:srgbClr val="61717A"/>
                </a:solidFill>
                <a:latin typeface="Manrope"/>
                <a:ea typeface="Manrope"/>
                <a:cs typeface="Manrope"/>
              </a:defRPr>
            </a:lvl7pPr>
            <a:lvl8pPr>
              <a:defRPr sz="1875" b="0">
                <a:solidFill>
                  <a:srgbClr val="61717A"/>
                </a:solidFill>
                <a:latin typeface="Manrope"/>
                <a:ea typeface="Manrope"/>
                <a:cs typeface="Manrope"/>
              </a:defRPr>
            </a:lvl8pPr>
            <a:lvl9pPr>
              <a:defRPr sz="1875" b="0">
                <a:solidFill>
                  <a:srgbClr val="61717A"/>
                </a:solidFill>
                <a:latin typeface="Manrope"/>
                <a:ea typeface="Manrope"/>
                <a:cs typeface="Manrope"/>
              </a:defRPr>
            </a:lvl9pPr>
          </a:lstStyle>
          <a:p>
            <a:pPr>
              <a:defRPr sz="1875" b="0">
                <a:solidFill>
                  <a:srgbClr val="61717A"/>
                </a:solidFill>
                <a:latin typeface="Manrope"/>
                <a:ea typeface="Manrope"/>
                <a:cs typeface="Manrope"/>
              </a:defRPr>
            </a:pPr>
            <a:r>
              <a:rPr sz="1875" b="0">
                <a:solidFill>
                  <a:srgbClr val="61717A"/>
                </a:solidFill>
                <a:latin typeface="Manrope"/>
                <a:ea typeface="Manrope"/>
                <a:cs typeface="Manrope"/>
              </a:rPr>
              <a:t>Conozco un mensaje m₁</a:t>
            </a:r>
          </a:p>
        </p:txBody>
      </p:sp>
      <p:sp>
        <p:nvSpPr>
          <p:cNvPr id="13" name="text-36">
            <a:extLst>
              <a:ext uri="{FF2B5EF4-FFF2-40B4-BE49-F238E27FC236}">
                <a16:creationId xmlns:a16="http://schemas.microsoft.com/office/drawing/2014/main" id="{BE1930D4-2C1C-48B2-9E1A-F87410D12105}"/>
              </a:ext>
            </a:extLst>
          </p:cNvPr>
          <p:cNvSpPr>
            <a:spLocks noGrp="1"/>
          </p:cNvSpPr>
          <p:nvPr/>
        </p:nvSpPr>
        <p:spPr>
          <a:xfrm>
            <a:off x="4438650" y="4581525"/>
            <a:ext cx="3314700" cy="904875"/>
          </a:xfrm>
          <a:prstGeom prst="rect">
            <a:avLst/>
          </a:prstGeom>
          <a:noFill/>
          <a:ln w="0">
            <a:noFill/>
            <a:prstDash val="solid"/>
          </a:ln>
        </p:spPr>
        <p:txBody>
          <a:bodyPr wrap="square" lIns="0" tIns="0" rIns="0" bIns="0" anchor="t">
            <a:noAutofit/>
          </a:bodyPr>
          <a:lstStyle>
            <a:defPPr>
              <a:defRPr sz="2025" b="1">
                <a:solidFill>
                  <a:srgbClr val="287F83"/>
                </a:solidFill>
                <a:latin typeface="Manrope"/>
                <a:ea typeface="Manrope"/>
                <a:cs typeface="Manrope"/>
              </a:defRPr>
            </a:defPPr>
            <a:lvl1pPr>
              <a:defRPr sz="2025" b="1">
                <a:solidFill>
                  <a:srgbClr val="287F83"/>
                </a:solidFill>
                <a:latin typeface="Manrope"/>
                <a:ea typeface="Manrope"/>
                <a:cs typeface="Manrope"/>
              </a:defRPr>
            </a:lvl1pPr>
            <a:lvl2pPr>
              <a:defRPr sz="2025" b="1">
                <a:solidFill>
                  <a:srgbClr val="287F83"/>
                </a:solidFill>
                <a:latin typeface="Manrope"/>
                <a:ea typeface="Manrope"/>
                <a:cs typeface="Manrope"/>
              </a:defRPr>
            </a:lvl2pPr>
            <a:lvl3pPr>
              <a:defRPr sz="2025" b="1">
                <a:solidFill>
                  <a:srgbClr val="287F83"/>
                </a:solidFill>
                <a:latin typeface="Manrope"/>
                <a:ea typeface="Manrope"/>
                <a:cs typeface="Manrope"/>
              </a:defRPr>
            </a:lvl3pPr>
            <a:lvl4pPr>
              <a:defRPr sz="2025" b="1">
                <a:solidFill>
                  <a:srgbClr val="287F83"/>
                </a:solidFill>
                <a:latin typeface="Manrope"/>
                <a:ea typeface="Manrope"/>
                <a:cs typeface="Manrope"/>
              </a:defRPr>
            </a:lvl4pPr>
            <a:lvl5pPr>
              <a:defRPr sz="2025" b="1">
                <a:solidFill>
                  <a:srgbClr val="287F83"/>
                </a:solidFill>
                <a:latin typeface="Manrope"/>
                <a:ea typeface="Manrope"/>
                <a:cs typeface="Manrope"/>
              </a:defRPr>
            </a:lvl5pPr>
            <a:lvl6pPr>
              <a:defRPr sz="2025" b="1">
                <a:solidFill>
                  <a:srgbClr val="287F83"/>
                </a:solidFill>
                <a:latin typeface="Manrope"/>
                <a:ea typeface="Manrope"/>
                <a:cs typeface="Manrope"/>
              </a:defRPr>
            </a:lvl6pPr>
            <a:lvl7pPr>
              <a:defRPr sz="2025" b="1">
                <a:solidFill>
                  <a:srgbClr val="287F83"/>
                </a:solidFill>
                <a:latin typeface="Manrope"/>
                <a:ea typeface="Manrope"/>
                <a:cs typeface="Manrope"/>
              </a:defRPr>
            </a:lvl7pPr>
            <a:lvl8pPr>
              <a:defRPr sz="2025" b="1">
                <a:solidFill>
                  <a:srgbClr val="287F83"/>
                </a:solidFill>
                <a:latin typeface="Manrope"/>
                <a:ea typeface="Manrope"/>
                <a:cs typeface="Manrope"/>
              </a:defRPr>
            </a:lvl8pPr>
            <a:lvl9pPr>
              <a:defRPr sz="2025" b="1">
                <a:solidFill>
                  <a:srgbClr val="287F83"/>
                </a:solidFill>
                <a:latin typeface="Manrope"/>
                <a:ea typeface="Manrope"/>
                <a:cs typeface="Manrope"/>
              </a:defRPr>
            </a:lvl9pPr>
          </a:lstStyle>
          <a:p>
            <a:pPr>
              <a:defRPr sz="2025" b="1">
                <a:solidFill>
                  <a:srgbClr val="287F83"/>
                </a:solidFill>
                <a:latin typeface="Manrope"/>
                <a:ea typeface="Manrope"/>
                <a:cs typeface="Manrope"/>
              </a:defRPr>
            </a:pPr>
            <a:r>
              <a:rPr sz="2025" b="1">
                <a:solidFill>
                  <a:srgbClr val="287F83"/>
                </a:solidFill>
                <a:latin typeface="Manrope"/>
                <a:ea typeface="Manrope"/>
                <a:cs typeface="Manrope"/>
              </a:rPr>
              <a:t>Busco otro mensaje m₂</a:t>
            </a:r>
          </a:p>
          <a:p>
            <a:pPr>
              <a:defRPr sz="2025" b="1">
                <a:solidFill>
                  <a:srgbClr val="287F83"/>
                </a:solidFill>
                <a:latin typeface="Manrope"/>
                <a:ea typeface="Manrope"/>
                <a:cs typeface="Manrope"/>
              </a:defRPr>
            </a:pPr>
            <a:r>
              <a:rPr sz="2025" b="1">
                <a:solidFill>
                  <a:srgbClr val="287F83"/>
                </a:solidFill>
                <a:latin typeface="Manrope"/>
                <a:ea typeface="Manrope"/>
                <a:cs typeface="Manrope"/>
              </a:rPr>
              <a:t>con H(m₁) = H(m₂)</a:t>
            </a:r>
          </a:p>
        </p:txBody>
      </p:sp>
      <p:sp>
        <p:nvSpPr>
          <p:cNvPr id="14" name="text-37">
            <a:extLst>
              <a:ext uri="{FF2B5EF4-FFF2-40B4-BE49-F238E27FC236}">
                <a16:creationId xmlns:a16="http://schemas.microsoft.com/office/drawing/2014/main" id="{5422C9C8-6571-46CB-9680-CCA09C7F6064}"/>
              </a:ext>
            </a:extLst>
          </p:cNvPr>
          <p:cNvSpPr>
            <a:spLocks noGrp="1"/>
          </p:cNvSpPr>
          <p:nvPr/>
        </p:nvSpPr>
        <p:spPr>
          <a:xfrm>
            <a:off x="8267700" y="2085975"/>
            <a:ext cx="314325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03</a:t>
            </a:r>
          </a:p>
        </p:txBody>
      </p:sp>
      <p:sp>
        <p:nvSpPr>
          <p:cNvPr id="15" name="text-38">
            <a:extLst>
              <a:ext uri="{FF2B5EF4-FFF2-40B4-BE49-F238E27FC236}">
                <a16:creationId xmlns:a16="http://schemas.microsoft.com/office/drawing/2014/main" id="{2171DB0B-B1E1-439F-8C28-8F3A16C5D8E5}"/>
              </a:ext>
            </a:extLst>
          </p:cNvPr>
          <p:cNvSpPr>
            <a:spLocks noGrp="1"/>
          </p:cNvSpPr>
          <p:nvPr/>
        </p:nvSpPr>
        <p:spPr>
          <a:xfrm>
            <a:off x="8267700" y="2514600"/>
            <a:ext cx="3314700" cy="962025"/>
          </a:xfrm>
          <a:prstGeom prst="rect">
            <a:avLst/>
          </a:prstGeom>
          <a:noFill/>
          <a:ln w="0">
            <a:noFill/>
            <a:prstDash val="solid"/>
          </a:ln>
        </p:spPr>
        <p:txBody>
          <a:bodyPr wrap="square" lIns="0" tIns="0" rIns="0" bIns="0" anchor="t">
            <a:noAutofit/>
          </a:bodyPr>
          <a:lstStyle>
            <a:defPPr>
              <a:defRPr sz="2775" b="1">
                <a:solidFill>
                  <a:srgbClr val="122630"/>
                </a:solidFill>
                <a:latin typeface="Manrope"/>
                <a:ea typeface="Manrope"/>
                <a:cs typeface="Manrope"/>
              </a:defRPr>
            </a:defPPr>
            <a:lvl1pPr>
              <a:defRPr sz="2775" b="1">
                <a:solidFill>
                  <a:srgbClr val="122630"/>
                </a:solidFill>
                <a:latin typeface="Manrope"/>
                <a:ea typeface="Manrope"/>
                <a:cs typeface="Manrope"/>
              </a:defRPr>
            </a:lvl1pPr>
            <a:lvl2pPr>
              <a:defRPr sz="2775" b="1">
                <a:solidFill>
                  <a:srgbClr val="122630"/>
                </a:solidFill>
                <a:latin typeface="Manrope"/>
                <a:ea typeface="Manrope"/>
                <a:cs typeface="Manrope"/>
              </a:defRPr>
            </a:lvl2pPr>
            <a:lvl3pPr>
              <a:defRPr sz="2775" b="1">
                <a:solidFill>
                  <a:srgbClr val="122630"/>
                </a:solidFill>
                <a:latin typeface="Manrope"/>
                <a:ea typeface="Manrope"/>
                <a:cs typeface="Manrope"/>
              </a:defRPr>
            </a:lvl3pPr>
            <a:lvl4pPr>
              <a:defRPr sz="2775" b="1">
                <a:solidFill>
                  <a:srgbClr val="122630"/>
                </a:solidFill>
                <a:latin typeface="Manrope"/>
                <a:ea typeface="Manrope"/>
                <a:cs typeface="Manrope"/>
              </a:defRPr>
            </a:lvl4pPr>
            <a:lvl5pPr>
              <a:defRPr sz="2775" b="1">
                <a:solidFill>
                  <a:srgbClr val="122630"/>
                </a:solidFill>
                <a:latin typeface="Manrope"/>
                <a:ea typeface="Manrope"/>
                <a:cs typeface="Manrope"/>
              </a:defRPr>
            </a:lvl5pPr>
            <a:lvl6pPr>
              <a:defRPr sz="2775" b="1">
                <a:solidFill>
                  <a:srgbClr val="122630"/>
                </a:solidFill>
                <a:latin typeface="Manrope"/>
                <a:ea typeface="Manrope"/>
                <a:cs typeface="Manrope"/>
              </a:defRPr>
            </a:lvl6pPr>
            <a:lvl7pPr>
              <a:defRPr sz="2775" b="1">
                <a:solidFill>
                  <a:srgbClr val="122630"/>
                </a:solidFill>
                <a:latin typeface="Manrope"/>
                <a:ea typeface="Manrope"/>
                <a:cs typeface="Manrope"/>
              </a:defRPr>
            </a:lvl7pPr>
            <a:lvl8pPr>
              <a:defRPr sz="2775" b="1">
                <a:solidFill>
                  <a:srgbClr val="122630"/>
                </a:solidFill>
                <a:latin typeface="Manrope"/>
                <a:ea typeface="Manrope"/>
                <a:cs typeface="Manrope"/>
              </a:defRPr>
            </a:lvl8pPr>
            <a:lvl9pPr>
              <a:defRPr sz="2775" b="1">
                <a:solidFill>
                  <a:srgbClr val="122630"/>
                </a:solidFill>
                <a:latin typeface="Manrope"/>
                <a:ea typeface="Manrope"/>
                <a:cs typeface="Manrope"/>
              </a:defRPr>
            </a:lvl9pPr>
          </a:lstStyle>
          <a:p>
            <a:pPr>
              <a:defRPr sz="2775" b="1">
                <a:solidFill>
                  <a:srgbClr val="122630"/>
                </a:solidFill>
                <a:latin typeface="Manrope"/>
                <a:ea typeface="Manrope"/>
                <a:cs typeface="Manrope"/>
              </a:defRPr>
            </a:pPr>
            <a:r>
              <a:rPr sz="2775" b="1">
                <a:solidFill>
                  <a:srgbClr val="122630"/>
                </a:solidFill>
                <a:latin typeface="Manrope"/>
                <a:ea typeface="Manrope"/>
                <a:cs typeface="Manrope"/>
              </a:rPr>
              <a:t>Colisión</a:t>
            </a:r>
          </a:p>
        </p:txBody>
      </p:sp>
      <p:sp>
        <p:nvSpPr>
          <p:cNvPr id="16" name="text-39">
            <a:extLst>
              <a:ext uri="{FF2B5EF4-FFF2-40B4-BE49-F238E27FC236}">
                <a16:creationId xmlns:a16="http://schemas.microsoft.com/office/drawing/2014/main" id="{7A7E3302-EFBA-4F21-9FA5-7300AFA33A22}"/>
              </a:ext>
            </a:extLst>
          </p:cNvPr>
          <p:cNvSpPr>
            <a:spLocks noGrp="1"/>
          </p:cNvSpPr>
          <p:nvPr/>
        </p:nvSpPr>
        <p:spPr>
          <a:xfrm>
            <a:off x="8267700" y="3800475"/>
            <a:ext cx="3314700" cy="619125"/>
          </a:xfrm>
          <a:prstGeom prst="rect">
            <a:avLst/>
          </a:prstGeom>
          <a:noFill/>
          <a:ln w="0">
            <a:noFill/>
            <a:prstDash val="solid"/>
          </a:ln>
        </p:spPr>
        <p:txBody>
          <a:bodyPr wrap="square" lIns="0" tIns="0" rIns="0" bIns="0" anchor="t">
            <a:noAutofit/>
          </a:bodyPr>
          <a:lstStyle>
            <a:defPPr>
              <a:defRPr sz="1875" b="0">
                <a:solidFill>
                  <a:srgbClr val="61717A"/>
                </a:solidFill>
                <a:latin typeface="Manrope"/>
                <a:ea typeface="Manrope"/>
                <a:cs typeface="Manrope"/>
              </a:defRPr>
            </a:defPPr>
            <a:lvl1pPr>
              <a:defRPr sz="1875" b="0">
                <a:solidFill>
                  <a:srgbClr val="61717A"/>
                </a:solidFill>
                <a:latin typeface="Manrope"/>
                <a:ea typeface="Manrope"/>
                <a:cs typeface="Manrope"/>
              </a:defRPr>
            </a:lvl1pPr>
            <a:lvl2pPr>
              <a:defRPr sz="1875" b="0">
                <a:solidFill>
                  <a:srgbClr val="61717A"/>
                </a:solidFill>
                <a:latin typeface="Manrope"/>
                <a:ea typeface="Manrope"/>
                <a:cs typeface="Manrope"/>
              </a:defRPr>
            </a:lvl2pPr>
            <a:lvl3pPr>
              <a:defRPr sz="1875" b="0">
                <a:solidFill>
                  <a:srgbClr val="61717A"/>
                </a:solidFill>
                <a:latin typeface="Manrope"/>
                <a:ea typeface="Manrope"/>
                <a:cs typeface="Manrope"/>
              </a:defRPr>
            </a:lvl3pPr>
            <a:lvl4pPr>
              <a:defRPr sz="1875" b="0">
                <a:solidFill>
                  <a:srgbClr val="61717A"/>
                </a:solidFill>
                <a:latin typeface="Manrope"/>
                <a:ea typeface="Manrope"/>
                <a:cs typeface="Manrope"/>
              </a:defRPr>
            </a:lvl4pPr>
            <a:lvl5pPr>
              <a:defRPr sz="1875" b="0">
                <a:solidFill>
                  <a:srgbClr val="61717A"/>
                </a:solidFill>
                <a:latin typeface="Manrope"/>
                <a:ea typeface="Manrope"/>
                <a:cs typeface="Manrope"/>
              </a:defRPr>
            </a:lvl5pPr>
            <a:lvl6pPr>
              <a:defRPr sz="1875" b="0">
                <a:solidFill>
                  <a:srgbClr val="61717A"/>
                </a:solidFill>
                <a:latin typeface="Manrope"/>
                <a:ea typeface="Manrope"/>
                <a:cs typeface="Manrope"/>
              </a:defRPr>
            </a:lvl6pPr>
            <a:lvl7pPr>
              <a:defRPr sz="1875" b="0">
                <a:solidFill>
                  <a:srgbClr val="61717A"/>
                </a:solidFill>
                <a:latin typeface="Manrope"/>
                <a:ea typeface="Manrope"/>
                <a:cs typeface="Manrope"/>
              </a:defRPr>
            </a:lvl7pPr>
            <a:lvl8pPr>
              <a:defRPr sz="1875" b="0">
                <a:solidFill>
                  <a:srgbClr val="61717A"/>
                </a:solidFill>
                <a:latin typeface="Manrope"/>
                <a:ea typeface="Manrope"/>
                <a:cs typeface="Manrope"/>
              </a:defRPr>
            </a:lvl8pPr>
            <a:lvl9pPr>
              <a:defRPr sz="1875" b="0">
                <a:solidFill>
                  <a:srgbClr val="61717A"/>
                </a:solidFill>
                <a:latin typeface="Manrope"/>
                <a:ea typeface="Manrope"/>
                <a:cs typeface="Manrope"/>
              </a:defRPr>
            </a:lvl9pPr>
          </a:lstStyle>
          <a:p>
            <a:pPr>
              <a:defRPr sz="1875" b="0">
                <a:solidFill>
                  <a:srgbClr val="61717A"/>
                </a:solidFill>
                <a:latin typeface="Manrope"/>
                <a:ea typeface="Manrope"/>
                <a:cs typeface="Manrope"/>
              </a:defRPr>
            </a:pPr>
            <a:r>
              <a:rPr sz="1875" b="0">
                <a:solidFill>
                  <a:srgbClr val="61717A"/>
                </a:solidFill>
                <a:latin typeface="Manrope"/>
                <a:ea typeface="Manrope"/>
                <a:cs typeface="Manrope"/>
              </a:rPr>
              <a:t>Puedo elegir ambos mensajes</a:t>
            </a:r>
          </a:p>
        </p:txBody>
      </p:sp>
      <p:sp>
        <p:nvSpPr>
          <p:cNvPr id="17" name="text-40">
            <a:extLst>
              <a:ext uri="{FF2B5EF4-FFF2-40B4-BE49-F238E27FC236}">
                <a16:creationId xmlns:a16="http://schemas.microsoft.com/office/drawing/2014/main" id="{EA88D02D-6EFB-4578-8E96-B218355C40DD}"/>
              </a:ext>
            </a:extLst>
          </p:cNvPr>
          <p:cNvSpPr>
            <a:spLocks noGrp="1"/>
          </p:cNvSpPr>
          <p:nvPr/>
        </p:nvSpPr>
        <p:spPr>
          <a:xfrm>
            <a:off x="8267700" y="4581525"/>
            <a:ext cx="3314700" cy="904875"/>
          </a:xfrm>
          <a:prstGeom prst="rect">
            <a:avLst/>
          </a:prstGeom>
          <a:noFill/>
          <a:ln w="0">
            <a:noFill/>
            <a:prstDash val="solid"/>
          </a:ln>
        </p:spPr>
        <p:txBody>
          <a:bodyPr wrap="square" lIns="0" tIns="0" rIns="0" bIns="0" anchor="t">
            <a:noAutofit/>
          </a:bodyPr>
          <a:lstStyle>
            <a:defPPr>
              <a:defRPr sz="2025" b="1">
                <a:solidFill>
                  <a:srgbClr val="287F83"/>
                </a:solidFill>
                <a:latin typeface="Manrope"/>
                <a:ea typeface="Manrope"/>
                <a:cs typeface="Manrope"/>
              </a:defRPr>
            </a:defPPr>
            <a:lvl1pPr>
              <a:defRPr sz="2025" b="1">
                <a:solidFill>
                  <a:srgbClr val="287F83"/>
                </a:solidFill>
                <a:latin typeface="Manrope"/>
                <a:ea typeface="Manrope"/>
                <a:cs typeface="Manrope"/>
              </a:defRPr>
            </a:lvl1pPr>
            <a:lvl2pPr>
              <a:defRPr sz="2025" b="1">
                <a:solidFill>
                  <a:srgbClr val="287F83"/>
                </a:solidFill>
                <a:latin typeface="Manrope"/>
                <a:ea typeface="Manrope"/>
                <a:cs typeface="Manrope"/>
              </a:defRPr>
            </a:lvl2pPr>
            <a:lvl3pPr>
              <a:defRPr sz="2025" b="1">
                <a:solidFill>
                  <a:srgbClr val="287F83"/>
                </a:solidFill>
                <a:latin typeface="Manrope"/>
                <a:ea typeface="Manrope"/>
                <a:cs typeface="Manrope"/>
              </a:defRPr>
            </a:lvl3pPr>
            <a:lvl4pPr>
              <a:defRPr sz="2025" b="1">
                <a:solidFill>
                  <a:srgbClr val="287F83"/>
                </a:solidFill>
                <a:latin typeface="Manrope"/>
                <a:ea typeface="Manrope"/>
                <a:cs typeface="Manrope"/>
              </a:defRPr>
            </a:lvl4pPr>
            <a:lvl5pPr>
              <a:defRPr sz="2025" b="1">
                <a:solidFill>
                  <a:srgbClr val="287F83"/>
                </a:solidFill>
                <a:latin typeface="Manrope"/>
                <a:ea typeface="Manrope"/>
                <a:cs typeface="Manrope"/>
              </a:defRPr>
            </a:lvl5pPr>
            <a:lvl6pPr>
              <a:defRPr sz="2025" b="1">
                <a:solidFill>
                  <a:srgbClr val="287F83"/>
                </a:solidFill>
                <a:latin typeface="Manrope"/>
                <a:ea typeface="Manrope"/>
                <a:cs typeface="Manrope"/>
              </a:defRPr>
            </a:lvl6pPr>
            <a:lvl7pPr>
              <a:defRPr sz="2025" b="1">
                <a:solidFill>
                  <a:srgbClr val="287F83"/>
                </a:solidFill>
                <a:latin typeface="Manrope"/>
                <a:ea typeface="Manrope"/>
                <a:cs typeface="Manrope"/>
              </a:defRPr>
            </a:lvl7pPr>
            <a:lvl8pPr>
              <a:defRPr sz="2025" b="1">
                <a:solidFill>
                  <a:srgbClr val="287F83"/>
                </a:solidFill>
                <a:latin typeface="Manrope"/>
                <a:ea typeface="Manrope"/>
                <a:cs typeface="Manrope"/>
              </a:defRPr>
            </a:lvl8pPr>
            <a:lvl9pPr>
              <a:defRPr sz="2025" b="1">
                <a:solidFill>
                  <a:srgbClr val="287F83"/>
                </a:solidFill>
                <a:latin typeface="Manrope"/>
                <a:ea typeface="Manrope"/>
                <a:cs typeface="Manrope"/>
              </a:defRPr>
            </a:lvl9pPr>
          </a:lstStyle>
          <a:p>
            <a:pPr>
              <a:defRPr sz="2025" b="1">
                <a:solidFill>
                  <a:srgbClr val="287F83"/>
                </a:solidFill>
                <a:latin typeface="Manrope"/>
                <a:ea typeface="Manrope"/>
                <a:cs typeface="Manrope"/>
              </a:defRPr>
            </a:pPr>
            <a:r>
              <a:rPr sz="2025" b="1">
                <a:solidFill>
                  <a:srgbClr val="287F83"/>
                </a:solidFill>
                <a:latin typeface="Manrope"/>
                <a:ea typeface="Manrope"/>
                <a:cs typeface="Manrope"/>
              </a:rPr>
              <a:t>Busco m₁ ≠ m₂</a:t>
            </a:r>
          </a:p>
          <a:p>
            <a:pPr>
              <a:defRPr sz="2025" b="1">
                <a:solidFill>
                  <a:srgbClr val="287F83"/>
                </a:solidFill>
                <a:latin typeface="Manrope"/>
                <a:ea typeface="Manrope"/>
                <a:cs typeface="Manrope"/>
              </a:defRPr>
            </a:pPr>
            <a:r>
              <a:rPr sz="2025" b="1">
                <a:solidFill>
                  <a:srgbClr val="287F83"/>
                </a:solidFill>
                <a:latin typeface="Manrope"/>
                <a:ea typeface="Manrope"/>
                <a:cs typeface="Manrope"/>
              </a:rPr>
              <a:t>con H(m₁) = H(m₂)</a:t>
            </a:r>
          </a:p>
        </p:txBody>
      </p:sp>
      <p:sp>
        <p:nvSpPr>
          <p:cNvPr id="18" name="text-41">
            <a:extLst>
              <a:ext uri="{FF2B5EF4-FFF2-40B4-BE49-F238E27FC236}">
                <a16:creationId xmlns:a16="http://schemas.microsoft.com/office/drawing/2014/main" id="{E450CED7-D67D-4964-8295-8249BDEC86EE}"/>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61717A"/>
                </a:solidFill>
                <a:latin typeface="Manrope"/>
                <a:ea typeface="Manrope"/>
                <a:cs typeface="Manrope"/>
              </a:defRPr>
            </a:defPPr>
            <a:lvl1pPr>
              <a:defRPr sz="1200" b="0">
                <a:solidFill>
                  <a:srgbClr val="61717A"/>
                </a:solidFill>
                <a:latin typeface="Manrope"/>
                <a:ea typeface="Manrope"/>
                <a:cs typeface="Manrope"/>
              </a:defRPr>
            </a:lvl1pPr>
            <a:lvl2pPr>
              <a:defRPr sz="1200" b="0">
                <a:solidFill>
                  <a:srgbClr val="61717A"/>
                </a:solidFill>
                <a:latin typeface="Manrope"/>
                <a:ea typeface="Manrope"/>
                <a:cs typeface="Manrope"/>
              </a:defRPr>
            </a:lvl2pPr>
            <a:lvl3pPr>
              <a:defRPr sz="1200" b="0">
                <a:solidFill>
                  <a:srgbClr val="61717A"/>
                </a:solidFill>
                <a:latin typeface="Manrope"/>
                <a:ea typeface="Manrope"/>
                <a:cs typeface="Manrope"/>
              </a:defRPr>
            </a:lvl3pPr>
            <a:lvl4pPr>
              <a:defRPr sz="1200" b="0">
                <a:solidFill>
                  <a:srgbClr val="61717A"/>
                </a:solidFill>
                <a:latin typeface="Manrope"/>
                <a:ea typeface="Manrope"/>
                <a:cs typeface="Manrope"/>
              </a:defRPr>
            </a:lvl4pPr>
            <a:lvl5pPr>
              <a:defRPr sz="1200" b="0">
                <a:solidFill>
                  <a:srgbClr val="61717A"/>
                </a:solidFill>
                <a:latin typeface="Manrope"/>
                <a:ea typeface="Manrope"/>
                <a:cs typeface="Manrope"/>
              </a:defRPr>
            </a:lvl5pPr>
            <a:lvl6pPr>
              <a:defRPr sz="1200" b="0">
                <a:solidFill>
                  <a:srgbClr val="61717A"/>
                </a:solidFill>
                <a:latin typeface="Manrope"/>
                <a:ea typeface="Manrope"/>
                <a:cs typeface="Manrope"/>
              </a:defRPr>
            </a:lvl6pPr>
            <a:lvl7pPr>
              <a:defRPr sz="1200" b="0">
                <a:solidFill>
                  <a:srgbClr val="61717A"/>
                </a:solidFill>
                <a:latin typeface="Manrope"/>
                <a:ea typeface="Manrope"/>
                <a:cs typeface="Manrope"/>
              </a:defRPr>
            </a:lvl7pPr>
            <a:lvl8pPr>
              <a:defRPr sz="1200" b="0">
                <a:solidFill>
                  <a:srgbClr val="61717A"/>
                </a:solidFill>
                <a:latin typeface="Manrope"/>
                <a:ea typeface="Manrope"/>
                <a:cs typeface="Manrope"/>
              </a:defRPr>
            </a:lvl8pPr>
            <a:lvl9pPr>
              <a:defRPr sz="1200" b="0">
                <a:solidFill>
                  <a:srgbClr val="61717A"/>
                </a:solidFill>
                <a:latin typeface="Manrope"/>
                <a:ea typeface="Manrope"/>
                <a:cs typeface="Manrope"/>
              </a:defRPr>
            </a:lvl9pPr>
          </a:lstStyle>
          <a:p>
            <a:pPr>
              <a:defRPr sz="1200" b="0">
                <a:solidFill>
                  <a:srgbClr val="61717A"/>
                </a:solidFill>
                <a:latin typeface="Manrope"/>
                <a:ea typeface="Manrope"/>
                <a:cs typeface="Manrope"/>
              </a:defRPr>
            </a:pPr>
            <a:r>
              <a:rPr sz="1200" b="0">
                <a:solidFill>
                  <a:srgbClr val="61717A"/>
                </a:solidFill>
                <a:latin typeface="Manrope"/>
                <a:ea typeface="Manrope"/>
                <a:cs typeface="Manrope"/>
              </a:rPr>
              <a:t>El efecto avalancha muestra difusión, pero no basta para demostrar seguridad.</a:t>
            </a:r>
          </a:p>
        </p:txBody>
      </p:sp>
    </p:spTree>
    <p:extLst>
      <p:ext uri="{BB962C8B-B14F-4D97-AF65-F5344CB8AC3E}">
        <p14:creationId xmlns:p14="http://schemas.microsoft.com/office/powerpoint/2010/main" val="1971807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EB"/>
        </a:solidFill>
        <a:effectLst/>
      </p:bgPr>
    </p:bg>
    <p:spTree>
      <p:nvGrpSpPr>
        <p:cNvPr id="1" name=""/>
        <p:cNvGrpSpPr/>
        <p:nvPr/>
      </p:nvGrpSpPr>
      <p:grpSpPr>
        <a:xfrm>
          <a:off x="0" y="0"/>
          <a:ext cx="0" cy="0"/>
          <a:chOff x="0" y="0"/>
          <a:chExt cx="0" cy="0"/>
        </a:xfrm>
      </p:grpSpPr>
      <p:sp>
        <p:nvSpPr>
          <p:cNvPr id="2" name="text-42">
            <a:extLst>
              <a:ext uri="{FF2B5EF4-FFF2-40B4-BE49-F238E27FC236}">
                <a16:creationId xmlns:a16="http://schemas.microsoft.com/office/drawing/2014/main" id="{AAF351FC-AC22-497D-9EAC-FD59B5A5C283}"/>
              </a:ext>
            </a:extLst>
          </p:cNvPr>
          <p:cNvSpPr>
            <a:spLocks noGrp="1"/>
          </p:cNvSpPr>
          <p:nvPr/>
        </p:nvSpPr>
        <p:spPr>
          <a:xfrm>
            <a:off x="609600" y="371475"/>
            <a:ext cx="962025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FAMILIAS DE ALGORITMOS</a:t>
            </a:r>
          </a:p>
        </p:txBody>
      </p:sp>
      <p:sp>
        <p:nvSpPr>
          <p:cNvPr id="3" name="text-43">
            <a:extLst>
              <a:ext uri="{FF2B5EF4-FFF2-40B4-BE49-F238E27FC236}">
                <a16:creationId xmlns:a16="http://schemas.microsoft.com/office/drawing/2014/main" id="{F7FEDF4A-814B-47B2-86C9-84CB3474FFF4}"/>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122630"/>
                </a:solidFill>
                <a:latin typeface="Manrope"/>
                <a:ea typeface="Manrope"/>
                <a:cs typeface="Manrope"/>
              </a:defRPr>
            </a:defPPr>
            <a:lvl1pPr>
              <a:defRPr sz="3900" b="1">
                <a:solidFill>
                  <a:srgbClr val="122630"/>
                </a:solidFill>
                <a:latin typeface="Manrope"/>
                <a:ea typeface="Manrope"/>
                <a:cs typeface="Manrope"/>
              </a:defRPr>
            </a:lvl1pPr>
            <a:lvl2pPr>
              <a:defRPr sz="3900" b="1">
                <a:solidFill>
                  <a:srgbClr val="122630"/>
                </a:solidFill>
                <a:latin typeface="Manrope"/>
                <a:ea typeface="Manrope"/>
                <a:cs typeface="Manrope"/>
              </a:defRPr>
            </a:lvl2pPr>
            <a:lvl3pPr>
              <a:defRPr sz="3900" b="1">
                <a:solidFill>
                  <a:srgbClr val="122630"/>
                </a:solidFill>
                <a:latin typeface="Manrope"/>
                <a:ea typeface="Manrope"/>
                <a:cs typeface="Manrope"/>
              </a:defRPr>
            </a:lvl3pPr>
            <a:lvl4pPr>
              <a:defRPr sz="3900" b="1">
                <a:solidFill>
                  <a:srgbClr val="122630"/>
                </a:solidFill>
                <a:latin typeface="Manrope"/>
                <a:ea typeface="Manrope"/>
                <a:cs typeface="Manrope"/>
              </a:defRPr>
            </a:lvl4pPr>
            <a:lvl5pPr>
              <a:defRPr sz="3900" b="1">
                <a:solidFill>
                  <a:srgbClr val="122630"/>
                </a:solidFill>
                <a:latin typeface="Manrope"/>
                <a:ea typeface="Manrope"/>
                <a:cs typeface="Manrope"/>
              </a:defRPr>
            </a:lvl5pPr>
            <a:lvl6pPr>
              <a:defRPr sz="3900" b="1">
                <a:solidFill>
                  <a:srgbClr val="122630"/>
                </a:solidFill>
                <a:latin typeface="Manrope"/>
                <a:ea typeface="Manrope"/>
                <a:cs typeface="Manrope"/>
              </a:defRPr>
            </a:lvl6pPr>
            <a:lvl7pPr>
              <a:defRPr sz="3900" b="1">
                <a:solidFill>
                  <a:srgbClr val="122630"/>
                </a:solidFill>
                <a:latin typeface="Manrope"/>
                <a:ea typeface="Manrope"/>
                <a:cs typeface="Manrope"/>
              </a:defRPr>
            </a:lvl7pPr>
            <a:lvl8pPr>
              <a:defRPr sz="3900" b="1">
                <a:solidFill>
                  <a:srgbClr val="122630"/>
                </a:solidFill>
                <a:latin typeface="Manrope"/>
                <a:ea typeface="Manrope"/>
                <a:cs typeface="Manrope"/>
              </a:defRPr>
            </a:lvl8pPr>
            <a:lvl9pPr>
              <a:defRPr sz="3900" b="1">
                <a:solidFill>
                  <a:srgbClr val="122630"/>
                </a:solidFill>
                <a:latin typeface="Manrope"/>
                <a:ea typeface="Manrope"/>
                <a:cs typeface="Manrope"/>
              </a:defRPr>
            </a:lvl9pPr>
          </a:lstStyle>
          <a:p>
            <a:pPr>
              <a:defRPr sz="3900" b="1">
                <a:solidFill>
                  <a:srgbClr val="122630"/>
                </a:solidFill>
                <a:latin typeface="Manrope"/>
                <a:ea typeface="Manrope"/>
                <a:cs typeface="Manrope"/>
              </a:defRPr>
            </a:pPr>
            <a:r>
              <a:rPr sz="3900" b="1">
                <a:solidFill>
                  <a:srgbClr val="122630"/>
                </a:solidFill>
                <a:latin typeface="Manrope"/>
                <a:ea typeface="Manrope"/>
                <a:cs typeface="Manrope"/>
              </a:rPr>
              <a:t>Colisiones y contraseñas</a:t>
            </a:r>
          </a:p>
        </p:txBody>
      </p:sp>
      <p:sp>
        <p:nvSpPr>
          <p:cNvPr id="4" name="text-44">
            <a:extLst>
              <a:ext uri="{FF2B5EF4-FFF2-40B4-BE49-F238E27FC236}">
                <a16:creationId xmlns:a16="http://schemas.microsoft.com/office/drawing/2014/main" id="{20509AA2-3652-4DEC-96F5-D86E4C91605F}"/>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61717A"/>
                </a:solidFill>
                <a:latin typeface="Manrope"/>
                <a:ea typeface="Manrope"/>
                <a:cs typeface="Manrope"/>
              </a:defRPr>
            </a:defPPr>
            <a:lvl1pPr>
              <a:defRPr sz="1050" b="0">
                <a:solidFill>
                  <a:srgbClr val="61717A"/>
                </a:solidFill>
                <a:latin typeface="Manrope"/>
                <a:ea typeface="Manrope"/>
                <a:cs typeface="Manrope"/>
              </a:defRPr>
            </a:lvl1pPr>
            <a:lvl2pPr>
              <a:defRPr sz="1050" b="0">
                <a:solidFill>
                  <a:srgbClr val="61717A"/>
                </a:solidFill>
                <a:latin typeface="Manrope"/>
                <a:ea typeface="Manrope"/>
                <a:cs typeface="Manrope"/>
              </a:defRPr>
            </a:lvl2pPr>
            <a:lvl3pPr>
              <a:defRPr sz="1050" b="0">
                <a:solidFill>
                  <a:srgbClr val="61717A"/>
                </a:solidFill>
                <a:latin typeface="Manrope"/>
                <a:ea typeface="Manrope"/>
                <a:cs typeface="Manrope"/>
              </a:defRPr>
            </a:lvl3pPr>
            <a:lvl4pPr>
              <a:defRPr sz="1050" b="0">
                <a:solidFill>
                  <a:srgbClr val="61717A"/>
                </a:solidFill>
                <a:latin typeface="Manrope"/>
                <a:ea typeface="Manrope"/>
                <a:cs typeface="Manrope"/>
              </a:defRPr>
            </a:lvl4pPr>
            <a:lvl5pPr>
              <a:defRPr sz="1050" b="0">
                <a:solidFill>
                  <a:srgbClr val="61717A"/>
                </a:solidFill>
                <a:latin typeface="Manrope"/>
                <a:ea typeface="Manrope"/>
                <a:cs typeface="Manrope"/>
              </a:defRPr>
            </a:lvl5pPr>
            <a:lvl6pPr>
              <a:defRPr sz="1050" b="0">
                <a:solidFill>
                  <a:srgbClr val="61717A"/>
                </a:solidFill>
                <a:latin typeface="Manrope"/>
                <a:ea typeface="Manrope"/>
                <a:cs typeface="Manrope"/>
              </a:defRPr>
            </a:lvl6pPr>
            <a:lvl7pPr>
              <a:defRPr sz="1050" b="0">
                <a:solidFill>
                  <a:srgbClr val="61717A"/>
                </a:solidFill>
                <a:latin typeface="Manrope"/>
                <a:ea typeface="Manrope"/>
                <a:cs typeface="Manrope"/>
              </a:defRPr>
            </a:lvl7pPr>
            <a:lvl8pPr>
              <a:defRPr sz="1050" b="0">
                <a:solidFill>
                  <a:srgbClr val="61717A"/>
                </a:solidFill>
                <a:latin typeface="Manrope"/>
                <a:ea typeface="Manrope"/>
                <a:cs typeface="Manrope"/>
              </a:defRPr>
            </a:lvl8pPr>
            <a:lvl9pPr>
              <a:defRPr sz="1050" b="0">
                <a:solidFill>
                  <a:srgbClr val="61717A"/>
                </a:solidFill>
                <a:latin typeface="Manrope"/>
                <a:ea typeface="Manrope"/>
                <a:cs typeface="Manrope"/>
              </a:defRPr>
            </a:lvl9pPr>
          </a:lstStyle>
          <a:p>
            <a:pPr>
              <a:defRPr sz="1050" b="0">
                <a:solidFill>
                  <a:srgbClr val="61717A"/>
                </a:solidFill>
                <a:latin typeface="Manrope"/>
                <a:ea typeface="Manrope"/>
                <a:cs typeface="Manrope"/>
              </a:defRPr>
            </a:pPr>
            <a:r>
              <a:rPr sz="1050" b="0">
                <a:solidFill>
                  <a:srgbClr val="61717A"/>
                </a:solidFill>
                <a:latin typeface="Manrope"/>
                <a:ea typeface="Manrope"/>
                <a:cs typeface="Manrope"/>
              </a:rPr>
              <a:t>ITI-922  /  GRUPO 6</a:t>
            </a:r>
          </a:p>
        </p:txBody>
      </p:sp>
      <p:sp>
        <p:nvSpPr>
          <p:cNvPr id="5" name="text-45">
            <a:extLst>
              <a:ext uri="{FF2B5EF4-FFF2-40B4-BE49-F238E27FC236}">
                <a16:creationId xmlns:a16="http://schemas.microsoft.com/office/drawing/2014/main" id="{D17F39C3-57DC-4C75-9A97-5B1E3223CB91}"/>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61717A"/>
                </a:solidFill>
                <a:latin typeface="Manrope"/>
                <a:ea typeface="Manrope"/>
                <a:cs typeface="Manrope"/>
              </a:defRPr>
            </a:defPPr>
            <a:lvl1pPr algn="r">
              <a:defRPr sz="1425" b="0">
                <a:solidFill>
                  <a:srgbClr val="61717A"/>
                </a:solidFill>
                <a:latin typeface="Manrope"/>
                <a:ea typeface="Manrope"/>
                <a:cs typeface="Manrope"/>
              </a:defRPr>
            </a:lvl1pPr>
            <a:lvl2pPr algn="r">
              <a:defRPr sz="1425" b="0">
                <a:solidFill>
                  <a:srgbClr val="61717A"/>
                </a:solidFill>
                <a:latin typeface="Manrope"/>
                <a:ea typeface="Manrope"/>
                <a:cs typeface="Manrope"/>
              </a:defRPr>
            </a:lvl2pPr>
            <a:lvl3pPr algn="r">
              <a:defRPr sz="1425" b="0">
                <a:solidFill>
                  <a:srgbClr val="61717A"/>
                </a:solidFill>
                <a:latin typeface="Manrope"/>
                <a:ea typeface="Manrope"/>
                <a:cs typeface="Manrope"/>
              </a:defRPr>
            </a:lvl3pPr>
            <a:lvl4pPr algn="r">
              <a:defRPr sz="1425" b="0">
                <a:solidFill>
                  <a:srgbClr val="61717A"/>
                </a:solidFill>
                <a:latin typeface="Manrope"/>
                <a:ea typeface="Manrope"/>
                <a:cs typeface="Manrope"/>
              </a:defRPr>
            </a:lvl4pPr>
            <a:lvl5pPr algn="r">
              <a:defRPr sz="1425" b="0">
                <a:solidFill>
                  <a:srgbClr val="61717A"/>
                </a:solidFill>
                <a:latin typeface="Manrope"/>
                <a:ea typeface="Manrope"/>
                <a:cs typeface="Manrope"/>
              </a:defRPr>
            </a:lvl5pPr>
            <a:lvl6pPr algn="r">
              <a:defRPr sz="1425" b="0">
                <a:solidFill>
                  <a:srgbClr val="61717A"/>
                </a:solidFill>
                <a:latin typeface="Manrope"/>
                <a:ea typeface="Manrope"/>
                <a:cs typeface="Manrope"/>
              </a:defRPr>
            </a:lvl6pPr>
            <a:lvl7pPr algn="r">
              <a:defRPr sz="1425" b="0">
                <a:solidFill>
                  <a:srgbClr val="61717A"/>
                </a:solidFill>
                <a:latin typeface="Manrope"/>
                <a:ea typeface="Manrope"/>
                <a:cs typeface="Manrope"/>
              </a:defRPr>
            </a:lvl7pPr>
            <a:lvl8pPr algn="r">
              <a:defRPr sz="1425" b="0">
                <a:solidFill>
                  <a:srgbClr val="61717A"/>
                </a:solidFill>
                <a:latin typeface="Manrope"/>
                <a:ea typeface="Manrope"/>
                <a:cs typeface="Manrope"/>
              </a:defRPr>
            </a:lvl8pPr>
            <a:lvl9pPr algn="r">
              <a:defRPr sz="1425" b="0">
                <a:solidFill>
                  <a:srgbClr val="61717A"/>
                </a:solidFill>
                <a:latin typeface="Manrope"/>
                <a:ea typeface="Manrope"/>
                <a:cs typeface="Manrope"/>
              </a:defRPr>
            </a:lvl9pPr>
          </a:lstStyle>
          <a:p>
            <a:pPr algn="r">
              <a:defRPr sz="1425" b="0">
                <a:solidFill>
                  <a:srgbClr val="61717A"/>
                </a:solidFill>
                <a:latin typeface="Manrope"/>
                <a:ea typeface="Manrope"/>
                <a:cs typeface="Manrope"/>
              </a:defRPr>
            </a:pPr>
            <a:r>
              <a:rPr sz="1425" b="0">
                <a:solidFill>
                  <a:srgbClr val="61717A"/>
                </a:solidFill>
                <a:latin typeface="Manrope"/>
                <a:ea typeface="Manrope"/>
                <a:cs typeface="Manrope"/>
              </a:rPr>
              <a:t>04</a:t>
            </a:r>
          </a:p>
        </p:txBody>
      </p:sp>
      <p:graphicFrame>
        <p:nvGraphicFramePr>
          <p:cNvPr id="6" name="Tabla 5">
            <a:extLst>
              <a:ext uri="{FF2B5EF4-FFF2-40B4-BE49-F238E27FC236}">
                <a16:creationId xmlns:a16="http://schemas.microsoft.com/office/drawing/2014/main" id="{3C1B81CB-9034-4555-9934-9059C3CA0803}"/>
              </a:ext>
            </a:extLst>
          </p:cNvPr>
          <p:cNvGraphicFramePr/>
          <p:nvPr/>
        </p:nvGraphicFramePr>
        <p:xfrm>
          <a:off x="609600" y="2009775"/>
          <a:ext cx="10972800" cy="3533775"/>
        </p:xfrm>
        <a:graphic>
          <a:graphicData uri="http://schemas.openxmlformats.org/drawingml/2006/table">
            <a:tbl>
              <a:tblPr/>
              <a:tblGrid>
                <a:gridCol w="1952625">
                  <a:extLst>
                    <a:ext uri="{9D8B030D-6E8A-4147-A177-3AD203B41FA5}">
                      <a16:colId xmlns:a16="http://schemas.microsoft.com/office/drawing/2014/main" val="20000"/>
                    </a:ext>
                  </a:extLst>
                </a:gridCol>
                <a:gridCol w="51149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706755">
                <a:tc>
                  <a:txBody>
                    <a:bodyPr/>
                    <a:lstStyle/>
                    <a:p>
                      <a:r>
                        <a:rPr sz="1500" b="1">
                          <a:solidFill>
                            <a:srgbClr val="61717A"/>
                          </a:solidFill>
                          <a:latin typeface="Manrope"/>
                          <a:ea typeface="Manrope"/>
                          <a:cs typeface="Manrope"/>
                        </a:rPr>
                        <a:t>ALGORITMO</a:t>
                      </a:r>
                    </a:p>
                  </a:txBody>
                  <a:tcPr anchor="ctr">
                    <a:lnL w="0">
                      <a:solidFill>
                        <a:srgbClr val="F4F1EB"/>
                      </a:solidFill>
                      <a:prstDash val="solid"/>
                    </a:lnL>
                    <a:lnR w="0">
                      <a:solidFill>
                        <a:srgbClr val="F4F1EB"/>
                      </a:solidFill>
                      <a:prstDash val="solid"/>
                    </a:lnR>
                    <a:lnT w="0">
                      <a:solidFill>
                        <a:srgbClr val="F4F1EB"/>
                      </a:solidFill>
                      <a:prstDash val="solid"/>
                    </a:lnT>
                    <a:lnB w="0">
                      <a:solidFill>
                        <a:srgbClr val="F4F1EB"/>
                      </a:solidFill>
                      <a:prstDash val="solid"/>
                    </a:lnB>
                    <a:solidFill>
                      <a:srgbClr val="F4F1EB"/>
                    </a:solidFill>
                  </a:tcPr>
                </a:tc>
                <a:tc>
                  <a:txBody>
                    <a:bodyPr/>
                    <a:lstStyle/>
                    <a:p>
                      <a:r>
                        <a:rPr sz="1500" b="1">
                          <a:solidFill>
                            <a:srgbClr val="61717A"/>
                          </a:solidFill>
                          <a:latin typeface="Manrope"/>
                          <a:ea typeface="Manrope"/>
                          <a:cs typeface="Manrope"/>
                        </a:rPr>
                        <a:t>ESTADO Y APLICACIÓN</a:t>
                      </a:r>
                    </a:p>
                  </a:txBody>
                  <a:tcPr anchor="ctr">
                    <a:lnL w="0" cap="flat" cmpd="sng" algn="ctr">
                      <a:solidFill>
                        <a:srgbClr val="F4F1EB"/>
                      </a:solidFill>
                      <a:prstDash val="solid"/>
                      <a:round/>
                      <a:headEnd type="none" w="med" len="med"/>
                      <a:tailEnd type="none" w="med" len="med"/>
                    </a:lnL>
                    <a:lnR w="0">
                      <a:solidFill>
                        <a:srgbClr val="F4F1EB"/>
                      </a:solidFill>
                      <a:prstDash val="solid"/>
                    </a:lnR>
                    <a:lnT w="0">
                      <a:solidFill>
                        <a:srgbClr val="F4F1EB"/>
                      </a:solidFill>
                      <a:prstDash val="solid"/>
                    </a:lnT>
                    <a:lnB w="0">
                      <a:solidFill>
                        <a:srgbClr val="F4F1EB"/>
                      </a:solidFill>
                      <a:prstDash val="solid"/>
                    </a:lnB>
                    <a:solidFill>
                      <a:srgbClr val="F4F1EB"/>
                    </a:solidFill>
                  </a:tcPr>
                </a:tc>
                <a:tc>
                  <a:txBody>
                    <a:bodyPr/>
                    <a:lstStyle/>
                    <a:p>
                      <a:r>
                        <a:rPr sz="1500" b="1">
                          <a:solidFill>
                            <a:srgbClr val="61717A"/>
                          </a:solidFill>
                          <a:latin typeface="Manrope"/>
                          <a:ea typeface="Manrope"/>
                          <a:cs typeface="Manrope"/>
                        </a:rPr>
                        <a:t>PARA GUARDAR CLAVES</a:t>
                      </a:r>
                    </a:p>
                  </a:txBody>
                  <a:tcPr anchor="ctr">
                    <a:lnL w="0" cap="flat" cmpd="sng" algn="ctr">
                      <a:solidFill>
                        <a:srgbClr val="F4F1EB"/>
                      </a:solidFill>
                      <a:prstDash val="solid"/>
                      <a:round/>
                      <a:headEnd type="none" w="med" len="med"/>
                      <a:tailEnd type="none" w="med" len="med"/>
                    </a:lnL>
                    <a:lnR w="0">
                      <a:solidFill>
                        <a:srgbClr val="F4F1EB"/>
                      </a:solidFill>
                      <a:prstDash val="solid"/>
                    </a:lnR>
                    <a:lnT w="0">
                      <a:solidFill>
                        <a:srgbClr val="F4F1EB"/>
                      </a:solidFill>
                      <a:prstDash val="solid"/>
                    </a:lnT>
                    <a:lnB w="0">
                      <a:solidFill>
                        <a:srgbClr val="F4F1EB"/>
                      </a:solidFill>
                      <a:prstDash val="solid"/>
                    </a:lnB>
                    <a:solidFill>
                      <a:srgbClr val="F4F1EB"/>
                    </a:solidFill>
                  </a:tcPr>
                </a:tc>
                <a:extLst>
                  <a:ext uri="{0D108BD9-81ED-4DB2-BD59-A6C34878D82A}">
                    <a16:rowId xmlns:a16="http://schemas.microsoft.com/office/drawing/2014/main" val="10000"/>
                  </a:ext>
                </a:extLst>
              </a:tr>
              <a:tr h="706755">
                <a:tc>
                  <a:txBody>
                    <a:bodyPr/>
                    <a:lstStyle/>
                    <a:p>
                      <a:r>
                        <a:rPr sz="1950" b="1">
                          <a:solidFill>
                            <a:srgbClr val="A5653E"/>
                          </a:solidFill>
                          <a:latin typeface="Manrope"/>
                          <a:ea typeface="Manrope"/>
                          <a:cs typeface="Manrope"/>
                        </a:rPr>
                        <a:t>MD5</a:t>
                      </a:r>
                    </a:p>
                  </a:txBody>
                  <a:tcPr anchor="ctr">
                    <a:lnL w="0">
                      <a:solidFill>
                        <a:srgbClr val="F4F1EB"/>
                      </a:solidFill>
                      <a:prstDash val="soli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950" b="0">
                          <a:solidFill>
                            <a:srgbClr val="122630"/>
                          </a:solidFill>
                          <a:latin typeface="Manrope"/>
                          <a:ea typeface="Manrope"/>
                          <a:cs typeface="Manrope"/>
                        </a:rPr>
                        <a:t>Colisiones prácticas conocidas</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950" b="0">
                          <a:solidFill>
                            <a:srgbClr val="122630"/>
                          </a:solidFill>
                          <a:latin typeface="Manrope"/>
                          <a:ea typeface="Manrope"/>
                          <a:cs typeface="Manrope"/>
                        </a:rPr>
                        <a:t>Inadecuado</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extLst>
                  <a:ext uri="{0D108BD9-81ED-4DB2-BD59-A6C34878D82A}">
                    <a16:rowId xmlns:a16="http://schemas.microsoft.com/office/drawing/2014/main" val="10001"/>
                  </a:ext>
                </a:extLst>
              </a:tr>
              <a:tr h="706755">
                <a:tc>
                  <a:txBody>
                    <a:bodyPr/>
                    <a:lstStyle/>
                    <a:p>
                      <a:r>
                        <a:rPr sz="1950" b="1">
                          <a:solidFill>
                            <a:srgbClr val="A5653E"/>
                          </a:solidFill>
                          <a:latin typeface="Manrope"/>
                          <a:ea typeface="Manrope"/>
                          <a:cs typeface="Manrope"/>
                        </a:rPr>
                        <a:t>SHA-1</a:t>
                      </a:r>
                    </a:p>
                  </a:txBody>
                  <a:tcPr anchor="ctr">
                    <a:lnL w="0">
                      <a:solidFill>
                        <a:srgbClr val="F4F1EB"/>
                      </a:solidFill>
                      <a:prstDash val="soli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950" b="0">
                          <a:solidFill>
                            <a:srgbClr val="122630"/>
                          </a:solidFill>
                          <a:latin typeface="Manrope"/>
                          <a:ea typeface="Manrope"/>
                          <a:cs typeface="Manrope"/>
                        </a:rPr>
                        <a:t>SHAttered: colisión práctica en 2017</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950" b="0">
                          <a:solidFill>
                            <a:srgbClr val="122630"/>
                          </a:solidFill>
                          <a:latin typeface="Manrope"/>
                          <a:ea typeface="Manrope"/>
                          <a:cs typeface="Manrope"/>
                        </a:rPr>
                        <a:t>Inadecuado</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extLst>
                  <a:ext uri="{0D108BD9-81ED-4DB2-BD59-A6C34878D82A}">
                    <a16:rowId xmlns:a16="http://schemas.microsoft.com/office/drawing/2014/main" val="10002"/>
                  </a:ext>
                </a:extLst>
              </a:tr>
              <a:tr h="706755">
                <a:tc>
                  <a:txBody>
                    <a:bodyPr/>
                    <a:lstStyle/>
                    <a:p>
                      <a:r>
                        <a:rPr sz="1950" b="1">
                          <a:solidFill>
                            <a:srgbClr val="287F83"/>
                          </a:solidFill>
                          <a:latin typeface="Manrope"/>
                          <a:ea typeface="Manrope"/>
                          <a:cs typeface="Manrope"/>
                        </a:rPr>
                        <a:t>SHA-2</a:t>
                      </a:r>
                    </a:p>
                  </a:txBody>
                  <a:tcPr anchor="ctr">
                    <a:lnL w="0">
                      <a:solidFill>
                        <a:srgbClr val="F4F1EB"/>
                      </a:solidFill>
                      <a:prstDash val="soli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950" b="0">
                          <a:solidFill>
                            <a:srgbClr val="122630"/>
                          </a:solidFill>
                          <a:latin typeface="Manrope"/>
                          <a:ea typeface="Manrope"/>
                          <a:cs typeface="Manrope"/>
                        </a:rPr>
                        <a:t>Incluye SHA-256 y SHA-512</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950" b="0">
                          <a:solidFill>
                            <a:srgbClr val="122630"/>
                          </a:solidFill>
                          <a:latin typeface="Manrope"/>
                          <a:ea typeface="Manrope"/>
                          <a:cs typeface="Manrope"/>
                        </a:rPr>
                        <a:t>Muy rápido por sí solo</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extLst>
                  <a:ext uri="{0D108BD9-81ED-4DB2-BD59-A6C34878D82A}">
                    <a16:rowId xmlns:a16="http://schemas.microsoft.com/office/drawing/2014/main" val="10003"/>
                  </a:ext>
                </a:extLst>
              </a:tr>
              <a:tr h="706755">
                <a:tc>
                  <a:txBody>
                    <a:bodyPr/>
                    <a:lstStyle/>
                    <a:p>
                      <a:r>
                        <a:rPr sz="1950" b="1">
                          <a:solidFill>
                            <a:srgbClr val="287F83"/>
                          </a:solidFill>
                          <a:latin typeface="Manrope"/>
                          <a:ea typeface="Manrope"/>
                          <a:cs typeface="Manrope"/>
                        </a:rPr>
                        <a:t>SHA-3</a:t>
                      </a:r>
                    </a:p>
                  </a:txBody>
                  <a:tcPr anchor="ctr">
                    <a:lnL w="0">
                      <a:solidFill>
                        <a:srgbClr val="F4F1EB"/>
                      </a:solidFill>
                      <a:prstDash val="soli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950" b="0">
                          <a:solidFill>
                            <a:srgbClr val="122630"/>
                          </a:solidFill>
                          <a:latin typeface="Manrope"/>
                          <a:ea typeface="Manrope"/>
                          <a:cs typeface="Manrope"/>
                        </a:rPr>
                        <a:t>Familia basada en KECCAK</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950" b="0">
                          <a:solidFill>
                            <a:srgbClr val="122630"/>
                          </a:solidFill>
                          <a:latin typeface="Manrope"/>
                          <a:ea typeface="Manrope"/>
                          <a:cs typeface="Manrope"/>
                        </a:rPr>
                        <a:t>Muy rápido por sí solo</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extLst>
                  <a:ext uri="{0D108BD9-81ED-4DB2-BD59-A6C34878D82A}">
                    <a16:rowId xmlns:a16="http://schemas.microsoft.com/office/drawing/2014/main" val="10004"/>
                  </a:ext>
                </a:extLst>
              </a:tr>
            </a:tbl>
          </a:graphicData>
        </a:graphic>
      </p:graphicFrame>
      <p:sp>
        <p:nvSpPr>
          <p:cNvPr id="7" name="rule-46">
            <a:extLst>
              <a:ext uri="{FF2B5EF4-FFF2-40B4-BE49-F238E27FC236}">
                <a16:creationId xmlns:a16="http://schemas.microsoft.com/office/drawing/2014/main" id="{B355C2ED-5C72-49A3-BB28-1FD65EE30EEF}"/>
              </a:ext>
            </a:extLst>
          </p:cNvPr>
          <p:cNvSpPr>
            <a:spLocks noGrp="1"/>
          </p:cNvSpPr>
          <p:nvPr/>
        </p:nvSpPr>
        <p:spPr>
          <a:xfrm>
            <a:off x="609600" y="2716530"/>
            <a:ext cx="10972800" cy="0"/>
          </a:xfrm>
          <a:prstGeom prst="line">
            <a:avLst/>
          </a:prstGeom>
          <a:noFill/>
          <a:ln w="9525">
            <a:solidFill>
              <a:srgbClr val="D6D2C8"/>
            </a:solidFill>
            <a:prstDash val="solid"/>
          </a:ln>
        </p:spPr>
        <p:txBody>
          <a:bodyPr/>
          <a:lstStyle/>
          <a:p>
            <a:endParaRPr lang="es-419"/>
          </a:p>
        </p:txBody>
      </p:sp>
      <p:sp>
        <p:nvSpPr>
          <p:cNvPr id="8" name="rule-47">
            <a:extLst>
              <a:ext uri="{FF2B5EF4-FFF2-40B4-BE49-F238E27FC236}">
                <a16:creationId xmlns:a16="http://schemas.microsoft.com/office/drawing/2014/main" id="{92C58BF4-4AC7-4915-B2D6-145CC6CB30CD}"/>
              </a:ext>
            </a:extLst>
          </p:cNvPr>
          <p:cNvSpPr>
            <a:spLocks noGrp="1"/>
          </p:cNvSpPr>
          <p:nvPr/>
        </p:nvSpPr>
        <p:spPr>
          <a:xfrm>
            <a:off x="609600" y="3423285"/>
            <a:ext cx="10972800" cy="0"/>
          </a:xfrm>
          <a:prstGeom prst="line">
            <a:avLst/>
          </a:prstGeom>
          <a:noFill/>
          <a:ln w="9525">
            <a:solidFill>
              <a:srgbClr val="D6D2C8"/>
            </a:solidFill>
            <a:prstDash val="solid"/>
          </a:ln>
        </p:spPr>
        <p:txBody>
          <a:bodyPr/>
          <a:lstStyle/>
          <a:p>
            <a:endParaRPr lang="es-419"/>
          </a:p>
        </p:txBody>
      </p:sp>
      <p:sp>
        <p:nvSpPr>
          <p:cNvPr id="9" name="rule-48">
            <a:extLst>
              <a:ext uri="{FF2B5EF4-FFF2-40B4-BE49-F238E27FC236}">
                <a16:creationId xmlns:a16="http://schemas.microsoft.com/office/drawing/2014/main" id="{EB2FACD6-7FE2-4F9F-9A5D-BDE91B37CEE5}"/>
              </a:ext>
            </a:extLst>
          </p:cNvPr>
          <p:cNvSpPr>
            <a:spLocks noGrp="1"/>
          </p:cNvSpPr>
          <p:nvPr/>
        </p:nvSpPr>
        <p:spPr>
          <a:xfrm>
            <a:off x="609600" y="4130040"/>
            <a:ext cx="10972800" cy="0"/>
          </a:xfrm>
          <a:prstGeom prst="line">
            <a:avLst/>
          </a:prstGeom>
          <a:noFill/>
          <a:ln w="9525">
            <a:solidFill>
              <a:srgbClr val="D6D2C8"/>
            </a:solidFill>
            <a:prstDash val="solid"/>
          </a:ln>
        </p:spPr>
        <p:txBody>
          <a:bodyPr/>
          <a:lstStyle/>
          <a:p>
            <a:endParaRPr lang="es-419"/>
          </a:p>
        </p:txBody>
      </p:sp>
      <p:sp>
        <p:nvSpPr>
          <p:cNvPr id="10" name="rule-49">
            <a:extLst>
              <a:ext uri="{FF2B5EF4-FFF2-40B4-BE49-F238E27FC236}">
                <a16:creationId xmlns:a16="http://schemas.microsoft.com/office/drawing/2014/main" id="{F17006F6-7B71-4F7A-A8C7-96E8B3A2C4E8}"/>
              </a:ext>
            </a:extLst>
          </p:cNvPr>
          <p:cNvSpPr>
            <a:spLocks noGrp="1"/>
          </p:cNvSpPr>
          <p:nvPr/>
        </p:nvSpPr>
        <p:spPr>
          <a:xfrm>
            <a:off x="609600" y="4836795"/>
            <a:ext cx="10972800" cy="0"/>
          </a:xfrm>
          <a:prstGeom prst="line">
            <a:avLst/>
          </a:prstGeom>
          <a:noFill/>
          <a:ln w="9525">
            <a:solidFill>
              <a:srgbClr val="D6D2C8"/>
            </a:solidFill>
            <a:prstDash val="solid"/>
          </a:ln>
        </p:spPr>
        <p:txBody>
          <a:bodyPr/>
          <a:lstStyle/>
          <a:p>
            <a:endParaRPr lang="es-419"/>
          </a:p>
        </p:txBody>
      </p:sp>
      <p:sp>
        <p:nvSpPr>
          <p:cNvPr id="11" name="rule-50">
            <a:extLst>
              <a:ext uri="{FF2B5EF4-FFF2-40B4-BE49-F238E27FC236}">
                <a16:creationId xmlns:a16="http://schemas.microsoft.com/office/drawing/2014/main" id="{DC53CAE5-3123-4B54-BCE8-94D5F97BACC6}"/>
              </a:ext>
            </a:extLst>
          </p:cNvPr>
          <p:cNvSpPr>
            <a:spLocks noGrp="1"/>
          </p:cNvSpPr>
          <p:nvPr/>
        </p:nvSpPr>
        <p:spPr>
          <a:xfrm>
            <a:off x="609600" y="5543550"/>
            <a:ext cx="10972800" cy="0"/>
          </a:xfrm>
          <a:prstGeom prst="line">
            <a:avLst/>
          </a:prstGeom>
          <a:noFill/>
          <a:ln w="9525">
            <a:solidFill>
              <a:srgbClr val="D6D2C8"/>
            </a:solidFill>
            <a:prstDash val="solid"/>
          </a:ln>
        </p:spPr>
        <p:txBody>
          <a:bodyPr/>
          <a:lstStyle/>
          <a:p>
            <a:endParaRPr lang="es-419"/>
          </a:p>
        </p:txBody>
      </p:sp>
      <p:sp>
        <p:nvSpPr>
          <p:cNvPr id="12" name="text-51">
            <a:extLst>
              <a:ext uri="{FF2B5EF4-FFF2-40B4-BE49-F238E27FC236}">
                <a16:creationId xmlns:a16="http://schemas.microsoft.com/office/drawing/2014/main" id="{5702FC97-27AF-4F69-9024-6AAFF5267620}"/>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61717A"/>
                </a:solidFill>
                <a:latin typeface="Manrope"/>
                <a:ea typeface="Manrope"/>
                <a:cs typeface="Manrope"/>
              </a:defRPr>
            </a:defPPr>
            <a:lvl1pPr>
              <a:defRPr sz="1200" b="0">
                <a:solidFill>
                  <a:srgbClr val="61717A"/>
                </a:solidFill>
                <a:latin typeface="Manrope"/>
                <a:ea typeface="Manrope"/>
                <a:cs typeface="Manrope"/>
              </a:defRPr>
            </a:lvl1pPr>
            <a:lvl2pPr>
              <a:defRPr sz="1200" b="0">
                <a:solidFill>
                  <a:srgbClr val="61717A"/>
                </a:solidFill>
                <a:latin typeface="Manrope"/>
                <a:ea typeface="Manrope"/>
                <a:cs typeface="Manrope"/>
              </a:defRPr>
            </a:lvl2pPr>
            <a:lvl3pPr>
              <a:defRPr sz="1200" b="0">
                <a:solidFill>
                  <a:srgbClr val="61717A"/>
                </a:solidFill>
                <a:latin typeface="Manrope"/>
                <a:ea typeface="Manrope"/>
                <a:cs typeface="Manrope"/>
              </a:defRPr>
            </a:lvl3pPr>
            <a:lvl4pPr>
              <a:defRPr sz="1200" b="0">
                <a:solidFill>
                  <a:srgbClr val="61717A"/>
                </a:solidFill>
                <a:latin typeface="Manrope"/>
                <a:ea typeface="Manrope"/>
                <a:cs typeface="Manrope"/>
              </a:defRPr>
            </a:lvl4pPr>
            <a:lvl5pPr>
              <a:defRPr sz="1200" b="0">
                <a:solidFill>
                  <a:srgbClr val="61717A"/>
                </a:solidFill>
                <a:latin typeface="Manrope"/>
                <a:ea typeface="Manrope"/>
                <a:cs typeface="Manrope"/>
              </a:defRPr>
            </a:lvl5pPr>
            <a:lvl6pPr>
              <a:defRPr sz="1200" b="0">
                <a:solidFill>
                  <a:srgbClr val="61717A"/>
                </a:solidFill>
                <a:latin typeface="Manrope"/>
                <a:ea typeface="Manrope"/>
                <a:cs typeface="Manrope"/>
              </a:defRPr>
            </a:lvl6pPr>
            <a:lvl7pPr>
              <a:defRPr sz="1200" b="0">
                <a:solidFill>
                  <a:srgbClr val="61717A"/>
                </a:solidFill>
                <a:latin typeface="Manrope"/>
                <a:ea typeface="Manrope"/>
                <a:cs typeface="Manrope"/>
              </a:defRPr>
            </a:lvl7pPr>
            <a:lvl8pPr>
              <a:defRPr sz="1200" b="0">
                <a:solidFill>
                  <a:srgbClr val="61717A"/>
                </a:solidFill>
                <a:latin typeface="Manrope"/>
                <a:ea typeface="Manrope"/>
                <a:cs typeface="Manrope"/>
              </a:defRPr>
            </a:lvl8pPr>
            <a:lvl9pPr>
              <a:defRPr sz="1200" b="0">
                <a:solidFill>
                  <a:srgbClr val="61717A"/>
                </a:solidFill>
                <a:latin typeface="Manrope"/>
                <a:ea typeface="Manrope"/>
                <a:cs typeface="Manrope"/>
              </a:defRPr>
            </a:lvl9pPr>
          </a:lstStyle>
          <a:p>
            <a:pPr>
              <a:defRPr sz="1200" b="0">
                <a:solidFill>
                  <a:srgbClr val="61717A"/>
                </a:solidFill>
                <a:latin typeface="Manrope"/>
                <a:ea typeface="Manrope"/>
                <a:cs typeface="Manrope"/>
              </a:defRPr>
            </a:pPr>
            <a:r>
              <a:rPr sz="1200" b="0">
                <a:solidFill>
                  <a:srgbClr val="61717A"/>
                </a:solidFill>
                <a:latin typeface="Manrope"/>
                <a:ea typeface="Manrope"/>
                <a:cs typeface="Manrope"/>
              </a:rPr>
              <a:t>Una colisión y la adivinación de una contraseña son ataques distintos.</a:t>
            </a:r>
          </a:p>
        </p:txBody>
      </p:sp>
    </p:spTree>
    <p:extLst>
      <p:ext uri="{BB962C8B-B14F-4D97-AF65-F5344CB8AC3E}">
        <p14:creationId xmlns:p14="http://schemas.microsoft.com/office/powerpoint/2010/main" val="1370485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91A24"/>
        </a:solidFill>
        <a:effectLst/>
      </p:bgPr>
    </p:bg>
    <p:spTree>
      <p:nvGrpSpPr>
        <p:cNvPr id="1" name=""/>
        <p:cNvGrpSpPr/>
        <p:nvPr/>
      </p:nvGrpSpPr>
      <p:grpSpPr>
        <a:xfrm>
          <a:off x="0" y="0"/>
          <a:ext cx="0" cy="0"/>
          <a:chOff x="0" y="0"/>
          <a:chExt cx="0" cy="0"/>
        </a:xfrm>
      </p:grpSpPr>
      <p:cxnSp>
        <p:nvCxnSpPr>
          <p:cNvPr id="2" name="Conector recto de flecha 1">
            <a:extLst>
              <a:ext uri="{FF2B5EF4-FFF2-40B4-BE49-F238E27FC236}">
                <a16:creationId xmlns:a16="http://schemas.microsoft.com/office/drawing/2014/main" id="{89585A8C-EB4A-4BCC-B9A1-DD9AE866BC95}"/>
              </a:ext>
            </a:extLst>
          </p:cNvPr>
          <p:cNvCxnSpPr>
            <a:stCxn id="9" idx="3"/>
            <a:endCxn id="10" idx="1"/>
          </p:cNvCxnSpPr>
          <p:nvPr/>
        </p:nvCxnSpPr>
        <p:spPr>
          <a:xfrm>
            <a:off x="7496175" y="2514600"/>
            <a:ext cx="1362075" cy="0"/>
          </a:xfrm>
          <a:prstGeom prst="straightConnector1">
            <a:avLst/>
          </a:prstGeom>
          <a:ln w="16193">
            <a:solidFill>
              <a:srgbClr val="9AC5CC"/>
            </a:solidFill>
            <a:prstDash val="solid"/>
            <a:tailEnd type="triangle" w="sm" len="sm"/>
          </a:ln>
        </p:spPr>
      </p:cxnSp>
      <p:cxnSp>
        <p:nvCxnSpPr>
          <p:cNvPr id="3" name="Conector recto de flecha 2">
            <a:extLst>
              <a:ext uri="{FF2B5EF4-FFF2-40B4-BE49-F238E27FC236}">
                <a16:creationId xmlns:a16="http://schemas.microsoft.com/office/drawing/2014/main" id="{D5E264E9-2D79-4C46-AF2E-0628B3BED43A}"/>
              </a:ext>
            </a:extLst>
          </p:cNvPr>
          <p:cNvCxnSpPr>
            <a:stCxn id="8" idx="3"/>
            <a:endCxn id="9" idx="1"/>
          </p:cNvCxnSpPr>
          <p:nvPr/>
        </p:nvCxnSpPr>
        <p:spPr>
          <a:xfrm>
            <a:off x="3333750" y="2514600"/>
            <a:ext cx="1343025" cy="0"/>
          </a:xfrm>
          <a:prstGeom prst="straightConnector1">
            <a:avLst/>
          </a:prstGeom>
          <a:ln w="16193">
            <a:solidFill>
              <a:srgbClr val="9AC5CC"/>
            </a:solidFill>
            <a:prstDash val="solid"/>
            <a:tailEnd type="triangle" w="sm" len="sm"/>
          </a:ln>
        </p:spPr>
      </p:cxnSp>
      <p:sp>
        <p:nvSpPr>
          <p:cNvPr id="4" name="text-52">
            <a:extLst>
              <a:ext uri="{FF2B5EF4-FFF2-40B4-BE49-F238E27FC236}">
                <a16:creationId xmlns:a16="http://schemas.microsoft.com/office/drawing/2014/main" id="{E94868FF-F5BD-4DAD-A663-9C428480B7E6}"/>
              </a:ext>
            </a:extLst>
          </p:cNvPr>
          <p:cNvSpPr>
            <a:spLocks noGrp="1"/>
          </p:cNvSpPr>
          <p:nvPr/>
        </p:nvSpPr>
        <p:spPr>
          <a:xfrm>
            <a:off x="609600" y="371475"/>
            <a:ext cx="9620250" cy="285750"/>
          </a:xfrm>
          <a:prstGeom prst="rect">
            <a:avLst/>
          </a:prstGeom>
          <a:noFill/>
          <a:ln w="0">
            <a:noFill/>
            <a:prstDash val="solid"/>
          </a:ln>
        </p:spPr>
        <p:txBody>
          <a:bodyPr wrap="square" lIns="0" tIns="0" rIns="0" bIns="0" anchor="t">
            <a:noAutofit/>
          </a:bodyPr>
          <a:lstStyle>
            <a:defPPr>
              <a:defRPr sz="1275" b="1">
                <a:solidFill>
                  <a:srgbClr val="E4B084"/>
                </a:solidFill>
                <a:latin typeface="Manrope"/>
                <a:ea typeface="Manrope"/>
                <a:cs typeface="Manrope"/>
              </a:defRPr>
            </a:defPPr>
            <a:lvl1pPr>
              <a:defRPr sz="1275" b="1">
                <a:solidFill>
                  <a:srgbClr val="E4B084"/>
                </a:solidFill>
                <a:latin typeface="Manrope"/>
                <a:ea typeface="Manrope"/>
                <a:cs typeface="Manrope"/>
              </a:defRPr>
            </a:lvl1pPr>
            <a:lvl2pPr>
              <a:defRPr sz="1275" b="1">
                <a:solidFill>
                  <a:srgbClr val="E4B084"/>
                </a:solidFill>
                <a:latin typeface="Manrope"/>
                <a:ea typeface="Manrope"/>
                <a:cs typeface="Manrope"/>
              </a:defRPr>
            </a:lvl2pPr>
            <a:lvl3pPr>
              <a:defRPr sz="1275" b="1">
                <a:solidFill>
                  <a:srgbClr val="E4B084"/>
                </a:solidFill>
                <a:latin typeface="Manrope"/>
                <a:ea typeface="Manrope"/>
                <a:cs typeface="Manrope"/>
              </a:defRPr>
            </a:lvl3pPr>
            <a:lvl4pPr>
              <a:defRPr sz="1275" b="1">
                <a:solidFill>
                  <a:srgbClr val="E4B084"/>
                </a:solidFill>
                <a:latin typeface="Manrope"/>
                <a:ea typeface="Manrope"/>
                <a:cs typeface="Manrope"/>
              </a:defRPr>
            </a:lvl4pPr>
            <a:lvl5pPr>
              <a:defRPr sz="1275" b="1">
                <a:solidFill>
                  <a:srgbClr val="E4B084"/>
                </a:solidFill>
                <a:latin typeface="Manrope"/>
                <a:ea typeface="Manrope"/>
                <a:cs typeface="Manrope"/>
              </a:defRPr>
            </a:lvl5pPr>
            <a:lvl6pPr>
              <a:defRPr sz="1275" b="1">
                <a:solidFill>
                  <a:srgbClr val="E4B084"/>
                </a:solidFill>
                <a:latin typeface="Manrope"/>
                <a:ea typeface="Manrope"/>
                <a:cs typeface="Manrope"/>
              </a:defRPr>
            </a:lvl6pPr>
            <a:lvl7pPr>
              <a:defRPr sz="1275" b="1">
                <a:solidFill>
                  <a:srgbClr val="E4B084"/>
                </a:solidFill>
                <a:latin typeface="Manrope"/>
                <a:ea typeface="Manrope"/>
                <a:cs typeface="Manrope"/>
              </a:defRPr>
            </a:lvl7pPr>
            <a:lvl8pPr>
              <a:defRPr sz="1275" b="1">
                <a:solidFill>
                  <a:srgbClr val="E4B084"/>
                </a:solidFill>
                <a:latin typeface="Manrope"/>
                <a:ea typeface="Manrope"/>
                <a:cs typeface="Manrope"/>
              </a:defRPr>
            </a:lvl8pPr>
            <a:lvl9pPr>
              <a:defRPr sz="1275" b="1">
                <a:solidFill>
                  <a:srgbClr val="E4B084"/>
                </a:solidFill>
                <a:latin typeface="Manrope"/>
                <a:ea typeface="Manrope"/>
                <a:cs typeface="Manrope"/>
              </a:defRPr>
            </a:lvl9pPr>
          </a:lstStyle>
          <a:p>
            <a:pPr>
              <a:defRPr sz="1275" b="1">
                <a:solidFill>
                  <a:srgbClr val="E4B084"/>
                </a:solidFill>
                <a:latin typeface="Manrope"/>
                <a:ea typeface="Manrope"/>
                <a:cs typeface="Manrope"/>
              </a:defRPr>
            </a:pPr>
            <a:r>
              <a:rPr sz="1275" b="1">
                <a:solidFill>
                  <a:srgbClr val="E4B084"/>
                </a:solidFill>
                <a:latin typeface="Manrope"/>
                <a:ea typeface="Manrope"/>
                <a:cs typeface="Manrope"/>
              </a:rPr>
              <a:t>MODELO DE ATAQUE</a:t>
            </a:r>
          </a:p>
        </p:txBody>
      </p:sp>
      <p:sp>
        <p:nvSpPr>
          <p:cNvPr id="5" name="text-53">
            <a:extLst>
              <a:ext uri="{FF2B5EF4-FFF2-40B4-BE49-F238E27FC236}">
                <a16:creationId xmlns:a16="http://schemas.microsoft.com/office/drawing/2014/main" id="{3B4639F5-B01A-4143-BEE4-D19B4E59CAD3}"/>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FCFBF8"/>
                </a:solidFill>
                <a:latin typeface="Manrope"/>
                <a:ea typeface="Manrope"/>
                <a:cs typeface="Manrope"/>
              </a:defRPr>
            </a:defPPr>
            <a:lvl1pPr>
              <a:defRPr sz="3900" b="1">
                <a:solidFill>
                  <a:srgbClr val="FCFBF8"/>
                </a:solidFill>
                <a:latin typeface="Manrope"/>
                <a:ea typeface="Manrope"/>
                <a:cs typeface="Manrope"/>
              </a:defRPr>
            </a:lvl1pPr>
            <a:lvl2pPr>
              <a:defRPr sz="3900" b="1">
                <a:solidFill>
                  <a:srgbClr val="FCFBF8"/>
                </a:solidFill>
                <a:latin typeface="Manrope"/>
                <a:ea typeface="Manrope"/>
                <a:cs typeface="Manrope"/>
              </a:defRPr>
            </a:lvl2pPr>
            <a:lvl3pPr>
              <a:defRPr sz="3900" b="1">
                <a:solidFill>
                  <a:srgbClr val="FCFBF8"/>
                </a:solidFill>
                <a:latin typeface="Manrope"/>
                <a:ea typeface="Manrope"/>
                <a:cs typeface="Manrope"/>
              </a:defRPr>
            </a:lvl3pPr>
            <a:lvl4pPr>
              <a:defRPr sz="3900" b="1">
                <a:solidFill>
                  <a:srgbClr val="FCFBF8"/>
                </a:solidFill>
                <a:latin typeface="Manrope"/>
                <a:ea typeface="Manrope"/>
                <a:cs typeface="Manrope"/>
              </a:defRPr>
            </a:lvl4pPr>
            <a:lvl5pPr>
              <a:defRPr sz="3900" b="1">
                <a:solidFill>
                  <a:srgbClr val="FCFBF8"/>
                </a:solidFill>
                <a:latin typeface="Manrope"/>
                <a:ea typeface="Manrope"/>
                <a:cs typeface="Manrope"/>
              </a:defRPr>
            </a:lvl5pPr>
            <a:lvl6pPr>
              <a:defRPr sz="3900" b="1">
                <a:solidFill>
                  <a:srgbClr val="FCFBF8"/>
                </a:solidFill>
                <a:latin typeface="Manrope"/>
                <a:ea typeface="Manrope"/>
                <a:cs typeface="Manrope"/>
              </a:defRPr>
            </a:lvl6pPr>
            <a:lvl7pPr>
              <a:defRPr sz="3900" b="1">
                <a:solidFill>
                  <a:srgbClr val="FCFBF8"/>
                </a:solidFill>
                <a:latin typeface="Manrope"/>
                <a:ea typeface="Manrope"/>
                <a:cs typeface="Manrope"/>
              </a:defRPr>
            </a:lvl7pPr>
            <a:lvl8pPr>
              <a:defRPr sz="3900" b="1">
                <a:solidFill>
                  <a:srgbClr val="FCFBF8"/>
                </a:solidFill>
                <a:latin typeface="Manrope"/>
                <a:ea typeface="Manrope"/>
                <a:cs typeface="Manrope"/>
              </a:defRPr>
            </a:lvl8pPr>
            <a:lvl9pPr>
              <a:defRPr sz="3900" b="1">
                <a:solidFill>
                  <a:srgbClr val="FCFBF8"/>
                </a:solidFill>
                <a:latin typeface="Manrope"/>
                <a:ea typeface="Manrope"/>
                <a:cs typeface="Manrope"/>
              </a:defRPr>
            </a:lvl9pPr>
          </a:lstStyle>
          <a:p>
            <a:pPr>
              <a:defRPr sz="3900" b="1">
                <a:solidFill>
                  <a:srgbClr val="FCFBF8"/>
                </a:solidFill>
                <a:latin typeface="Manrope"/>
                <a:ea typeface="Manrope"/>
                <a:cs typeface="Manrope"/>
              </a:defRPr>
            </a:pPr>
            <a:r>
              <a:rPr sz="3900" b="1">
                <a:solidFill>
                  <a:srgbClr val="FCFBF8"/>
                </a:solidFill>
                <a:latin typeface="Manrope"/>
                <a:ea typeface="Manrope"/>
                <a:cs typeface="Manrope"/>
              </a:rPr>
              <a:t>El atacante trabaja fuera del login</a:t>
            </a:r>
          </a:p>
        </p:txBody>
      </p:sp>
      <p:sp>
        <p:nvSpPr>
          <p:cNvPr id="6" name="text-54">
            <a:extLst>
              <a:ext uri="{FF2B5EF4-FFF2-40B4-BE49-F238E27FC236}">
                <a16:creationId xmlns:a16="http://schemas.microsoft.com/office/drawing/2014/main" id="{0066FBB5-E283-4E38-87B9-22B4BAA13AB4}"/>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9AC5CC"/>
                </a:solidFill>
                <a:latin typeface="Manrope"/>
                <a:ea typeface="Manrope"/>
                <a:cs typeface="Manrope"/>
              </a:defRPr>
            </a:defPPr>
            <a:lvl1pPr>
              <a:defRPr sz="1050" b="0">
                <a:solidFill>
                  <a:srgbClr val="9AC5CC"/>
                </a:solidFill>
                <a:latin typeface="Manrope"/>
                <a:ea typeface="Manrope"/>
                <a:cs typeface="Manrope"/>
              </a:defRPr>
            </a:lvl1pPr>
            <a:lvl2pPr>
              <a:defRPr sz="1050" b="0">
                <a:solidFill>
                  <a:srgbClr val="9AC5CC"/>
                </a:solidFill>
                <a:latin typeface="Manrope"/>
                <a:ea typeface="Manrope"/>
                <a:cs typeface="Manrope"/>
              </a:defRPr>
            </a:lvl2pPr>
            <a:lvl3pPr>
              <a:defRPr sz="1050" b="0">
                <a:solidFill>
                  <a:srgbClr val="9AC5CC"/>
                </a:solidFill>
                <a:latin typeface="Manrope"/>
                <a:ea typeface="Manrope"/>
                <a:cs typeface="Manrope"/>
              </a:defRPr>
            </a:lvl3pPr>
            <a:lvl4pPr>
              <a:defRPr sz="1050" b="0">
                <a:solidFill>
                  <a:srgbClr val="9AC5CC"/>
                </a:solidFill>
                <a:latin typeface="Manrope"/>
                <a:ea typeface="Manrope"/>
                <a:cs typeface="Manrope"/>
              </a:defRPr>
            </a:lvl4pPr>
            <a:lvl5pPr>
              <a:defRPr sz="1050" b="0">
                <a:solidFill>
                  <a:srgbClr val="9AC5CC"/>
                </a:solidFill>
                <a:latin typeface="Manrope"/>
                <a:ea typeface="Manrope"/>
                <a:cs typeface="Manrope"/>
              </a:defRPr>
            </a:lvl5pPr>
            <a:lvl6pPr>
              <a:defRPr sz="1050" b="0">
                <a:solidFill>
                  <a:srgbClr val="9AC5CC"/>
                </a:solidFill>
                <a:latin typeface="Manrope"/>
                <a:ea typeface="Manrope"/>
                <a:cs typeface="Manrope"/>
              </a:defRPr>
            </a:lvl6pPr>
            <a:lvl7pPr>
              <a:defRPr sz="1050" b="0">
                <a:solidFill>
                  <a:srgbClr val="9AC5CC"/>
                </a:solidFill>
                <a:latin typeface="Manrope"/>
                <a:ea typeface="Manrope"/>
                <a:cs typeface="Manrope"/>
              </a:defRPr>
            </a:lvl7pPr>
            <a:lvl8pPr>
              <a:defRPr sz="1050" b="0">
                <a:solidFill>
                  <a:srgbClr val="9AC5CC"/>
                </a:solidFill>
                <a:latin typeface="Manrope"/>
                <a:ea typeface="Manrope"/>
                <a:cs typeface="Manrope"/>
              </a:defRPr>
            </a:lvl8pPr>
            <a:lvl9pPr>
              <a:defRPr sz="1050" b="0">
                <a:solidFill>
                  <a:srgbClr val="9AC5CC"/>
                </a:solidFill>
                <a:latin typeface="Manrope"/>
                <a:ea typeface="Manrope"/>
                <a:cs typeface="Manrope"/>
              </a:defRPr>
            </a:lvl9pPr>
          </a:lstStyle>
          <a:p>
            <a:pPr>
              <a:defRPr sz="1050" b="0">
                <a:solidFill>
                  <a:srgbClr val="9AC5CC"/>
                </a:solidFill>
                <a:latin typeface="Manrope"/>
                <a:ea typeface="Manrope"/>
                <a:cs typeface="Manrope"/>
              </a:defRPr>
            </a:pPr>
            <a:r>
              <a:rPr sz="1050" b="0">
                <a:solidFill>
                  <a:srgbClr val="9AC5CC"/>
                </a:solidFill>
                <a:latin typeface="Manrope"/>
                <a:ea typeface="Manrope"/>
                <a:cs typeface="Manrope"/>
              </a:rPr>
              <a:t>ITI-922  /  GRUPO 6</a:t>
            </a:r>
          </a:p>
        </p:txBody>
      </p:sp>
      <p:sp>
        <p:nvSpPr>
          <p:cNvPr id="7" name="text-55">
            <a:extLst>
              <a:ext uri="{FF2B5EF4-FFF2-40B4-BE49-F238E27FC236}">
                <a16:creationId xmlns:a16="http://schemas.microsoft.com/office/drawing/2014/main" id="{D3098894-E109-454D-AB3A-C274BD8154BD}"/>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9AC5CC"/>
                </a:solidFill>
                <a:latin typeface="Manrope"/>
                <a:ea typeface="Manrope"/>
                <a:cs typeface="Manrope"/>
              </a:defRPr>
            </a:defPPr>
            <a:lvl1pPr algn="r">
              <a:defRPr sz="1425" b="0">
                <a:solidFill>
                  <a:srgbClr val="9AC5CC"/>
                </a:solidFill>
                <a:latin typeface="Manrope"/>
                <a:ea typeface="Manrope"/>
                <a:cs typeface="Manrope"/>
              </a:defRPr>
            </a:lvl1pPr>
            <a:lvl2pPr algn="r">
              <a:defRPr sz="1425" b="0">
                <a:solidFill>
                  <a:srgbClr val="9AC5CC"/>
                </a:solidFill>
                <a:latin typeface="Manrope"/>
                <a:ea typeface="Manrope"/>
                <a:cs typeface="Manrope"/>
              </a:defRPr>
            </a:lvl2pPr>
            <a:lvl3pPr algn="r">
              <a:defRPr sz="1425" b="0">
                <a:solidFill>
                  <a:srgbClr val="9AC5CC"/>
                </a:solidFill>
                <a:latin typeface="Manrope"/>
                <a:ea typeface="Manrope"/>
                <a:cs typeface="Manrope"/>
              </a:defRPr>
            </a:lvl3pPr>
            <a:lvl4pPr algn="r">
              <a:defRPr sz="1425" b="0">
                <a:solidFill>
                  <a:srgbClr val="9AC5CC"/>
                </a:solidFill>
                <a:latin typeface="Manrope"/>
                <a:ea typeface="Manrope"/>
                <a:cs typeface="Manrope"/>
              </a:defRPr>
            </a:lvl4pPr>
            <a:lvl5pPr algn="r">
              <a:defRPr sz="1425" b="0">
                <a:solidFill>
                  <a:srgbClr val="9AC5CC"/>
                </a:solidFill>
                <a:latin typeface="Manrope"/>
                <a:ea typeface="Manrope"/>
                <a:cs typeface="Manrope"/>
              </a:defRPr>
            </a:lvl5pPr>
            <a:lvl6pPr algn="r">
              <a:defRPr sz="1425" b="0">
                <a:solidFill>
                  <a:srgbClr val="9AC5CC"/>
                </a:solidFill>
                <a:latin typeface="Manrope"/>
                <a:ea typeface="Manrope"/>
                <a:cs typeface="Manrope"/>
              </a:defRPr>
            </a:lvl6pPr>
            <a:lvl7pPr algn="r">
              <a:defRPr sz="1425" b="0">
                <a:solidFill>
                  <a:srgbClr val="9AC5CC"/>
                </a:solidFill>
                <a:latin typeface="Manrope"/>
                <a:ea typeface="Manrope"/>
                <a:cs typeface="Manrope"/>
              </a:defRPr>
            </a:lvl7pPr>
            <a:lvl8pPr algn="r">
              <a:defRPr sz="1425" b="0">
                <a:solidFill>
                  <a:srgbClr val="9AC5CC"/>
                </a:solidFill>
                <a:latin typeface="Manrope"/>
                <a:ea typeface="Manrope"/>
                <a:cs typeface="Manrope"/>
              </a:defRPr>
            </a:lvl8pPr>
            <a:lvl9pPr algn="r">
              <a:defRPr sz="1425" b="0">
                <a:solidFill>
                  <a:srgbClr val="9AC5CC"/>
                </a:solidFill>
                <a:latin typeface="Manrope"/>
                <a:ea typeface="Manrope"/>
                <a:cs typeface="Manrope"/>
              </a:defRPr>
            </a:lvl9pPr>
          </a:lstStyle>
          <a:p>
            <a:pPr algn="r">
              <a:defRPr sz="1425" b="0">
                <a:solidFill>
                  <a:srgbClr val="9AC5CC"/>
                </a:solidFill>
                <a:latin typeface="Manrope"/>
                <a:ea typeface="Manrope"/>
                <a:cs typeface="Manrope"/>
              </a:defRPr>
            </a:pPr>
            <a:r>
              <a:rPr sz="1425" b="0">
                <a:solidFill>
                  <a:srgbClr val="9AC5CC"/>
                </a:solidFill>
                <a:latin typeface="Manrope"/>
                <a:ea typeface="Manrope"/>
                <a:cs typeface="Manrope"/>
              </a:rPr>
              <a:t>05</a:t>
            </a:r>
          </a:p>
        </p:txBody>
      </p:sp>
      <p:sp>
        <p:nvSpPr>
          <p:cNvPr id="8" name="diagram-56">
            <a:extLst>
              <a:ext uri="{FF2B5EF4-FFF2-40B4-BE49-F238E27FC236}">
                <a16:creationId xmlns:a16="http://schemas.microsoft.com/office/drawing/2014/main" id="{27C6DB9E-5E46-4823-B11F-3A6850A9BC49}"/>
              </a:ext>
            </a:extLst>
          </p:cNvPr>
          <p:cNvSpPr>
            <a:spLocks noGrp="1"/>
          </p:cNvSpPr>
          <p:nvPr/>
        </p:nvSpPr>
        <p:spPr>
          <a:xfrm>
            <a:off x="609600" y="2114550"/>
            <a:ext cx="2724150" cy="800100"/>
          </a:xfrm>
          <a:prstGeom prst="rect">
            <a:avLst/>
          </a:prstGeom>
          <a:noFill/>
          <a:ln w="12383">
            <a:solidFill>
              <a:srgbClr val="415864"/>
            </a:solidFill>
            <a:prstDash val="solid"/>
          </a:ln>
        </p:spPr>
        <p:txBody>
          <a:bodyPr lIns="114300" tIns="114300" rIns="114300" bIns="114300" anchor="ctr">
            <a:noAutofit/>
          </a:bodyPr>
          <a:lstStyle>
            <a:defPPr algn="ctr">
              <a:defRPr sz="1950" b="1">
                <a:solidFill>
                  <a:srgbClr val="FCFBF8"/>
                </a:solidFill>
                <a:latin typeface="Manrope"/>
                <a:ea typeface="Manrope"/>
                <a:cs typeface="Manrope"/>
              </a:defRPr>
            </a:defPPr>
            <a:lvl1pPr algn="ctr">
              <a:defRPr sz="1950" b="1">
                <a:solidFill>
                  <a:srgbClr val="FCFBF8"/>
                </a:solidFill>
                <a:latin typeface="Manrope"/>
                <a:ea typeface="Manrope"/>
                <a:cs typeface="Manrope"/>
              </a:defRPr>
            </a:lvl1pPr>
            <a:lvl2pPr algn="ctr">
              <a:defRPr sz="1950" b="1">
                <a:solidFill>
                  <a:srgbClr val="FCFBF8"/>
                </a:solidFill>
                <a:latin typeface="Manrope"/>
                <a:ea typeface="Manrope"/>
                <a:cs typeface="Manrope"/>
              </a:defRPr>
            </a:lvl2pPr>
            <a:lvl3pPr algn="ctr">
              <a:defRPr sz="1950" b="1">
                <a:solidFill>
                  <a:srgbClr val="FCFBF8"/>
                </a:solidFill>
                <a:latin typeface="Manrope"/>
                <a:ea typeface="Manrope"/>
                <a:cs typeface="Manrope"/>
              </a:defRPr>
            </a:lvl3pPr>
            <a:lvl4pPr algn="ctr">
              <a:defRPr sz="1950" b="1">
                <a:solidFill>
                  <a:srgbClr val="FCFBF8"/>
                </a:solidFill>
                <a:latin typeface="Manrope"/>
                <a:ea typeface="Manrope"/>
                <a:cs typeface="Manrope"/>
              </a:defRPr>
            </a:lvl4pPr>
            <a:lvl5pPr algn="ctr">
              <a:defRPr sz="1950" b="1">
                <a:solidFill>
                  <a:srgbClr val="FCFBF8"/>
                </a:solidFill>
                <a:latin typeface="Manrope"/>
                <a:ea typeface="Manrope"/>
                <a:cs typeface="Manrope"/>
              </a:defRPr>
            </a:lvl5pPr>
            <a:lvl6pPr algn="ctr">
              <a:defRPr sz="1950" b="1">
                <a:solidFill>
                  <a:srgbClr val="FCFBF8"/>
                </a:solidFill>
                <a:latin typeface="Manrope"/>
                <a:ea typeface="Manrope"/>
                <a:cs typeface="Manrope"/>
              </a:defRPr>
            </a:lvl6pPr>
            <a:lvl7pPr algn="ctr">
              <a:defRPr sz="1950" b="1">
                <a:solidFill>
                  <a:srgbClr val="FCFBF8"/>
                </a:solidFill>
                <a:latin typeface="Manrope"/>
                <a:ea typeface="Manrope"/>
                <a:cs typeface="Manrope"/>
              </a:defRPr>
            </a:lvl7pPr>
            <a:lvl8pPr algn="ctr">
              <a:defRPr sz="1950" b="1">
                <a:solidFill>
                  <a:srgbClr val="FCFBF8"/>
                </a:solidFill>
                <a:latin typeface="Manrope"/>
                <a:ea typeface="Manrope"/>
                <a:cs typeface="Manrope"/>
              </a:defRPr>
            </a:lvl8pPr>
            <a:lvl9pPr algn="ctr">
              <a:defRPr sz="1950" b="1">
                <a:solidFill>
                  <a:srgbClr val="FCFBF8"/>
                </a:solidFill>
                <a:latin typeface="Manrope"/>
                <a:ea typeface="Manrope"/>
                <a:cs typeface="Manrope"/>
              </a:defRPr>
            </a:lvl9pPr>
          </a:lstStyle>
          <a:p>
            <a:pPr algn="ctr">
              <a:defRPr sz="1950" b="1">
                <a:solidFill>
                  <a:srgbClr val="FCFBF8"/>
                </a:solidFill>
                <a:latin typeface="Manrope"/>
                <a:ea typeface="Manrope"/>
                <a:cs typeface="Manrope"/>
              </a:defRPr>
            </a:pPr>
            <a:r>
              <a:rPr sz="1950" b="1">
                <a:solidFill>
                  <a:srgbClr val="FCFBF8"/>
                </a:solidFill>
                <a:latin typeface="Manrope"/>
                <a:ea typeface="Manrope"/>
                <a:cs typeface="Manrope"/>
              </a:rPr>
              <a:t>Candidata</a:t>
            </a:r>
          </a:p>
        </p:txBody>
      </p:sp>
      <p:sp>
        <p:nvSpPr>
          <p:cNvPr id="9" name="diagram-57">
            <a:extLst>
              <a:ext uri="{FF2B5EF4-FFF2-40B4-BE49-F238E27FC236}">
                <a16:creationId xmlns:a16="http://schemas.microsoft.com/office/drawing/2014/main" id="{90DC1C78-856E-4C53-98F6-8B35626596C9}"/>
              </a:ext>
            </a:extLst>
          </p:cNvPr>
          <p:cNvSpPr>
            <a:spLocks noGrp="1"/>
          </p:cNvSpPr>
          <p:nvPr/>
        </p:nvSpPr>
        <p:spPr>
          <a:xfrm>
            <a:off x="4676775" y="2114550"/>
            <a:ext cx="2819400" cy="800100"/>
          </a:xfrm>
          <a:prstGeom prst="rect">
            <a:avLst/>
          </a:prstGeom>
          <a:noFill/>
          <a:ln w="12383">
            <a:solidFill>
              <a:srgbClr val="9AC5CC"/>
            </a:solidFill>
            <a:prstDash val="solid"/>
          </a:ln>
        </p:spPr>
        <p:txBody>
          <a:bodyPr lIns="114300" tIns="114300" rIns="114300" bIns="114300" anchor="ctr">
            <a:noAutofit/>
          </a:bodyPr>
          <a:lstStyle>
            <a:defPPr algn="ctr">
              <a:defRPr sz="1950" b="1">
                <a:solidFill>
                  <a:srgbClr val="FCFBF8"/>
                </a:solidFill>
                <a:latin typeface="Manrope"/>
                <a:ea typeface="Manrope"/>
                <a:cs typeface="Manrope"/>
              </a:defRPr>
            </a:defPPr>
            <a:lvl1pPr algn="ctr">
              <a:defRPr sz="1950" b="1">
                <a:solidFill>
                  <a:srgbClr val="FCFBF8"/>
                </a:solidFill>
                <a:latin typeface="Manrope"/>
                <a:ea typeface="Manrope"/>
                <a:cs typeface="Manrope"/>
              </a:defRPr>
            </a:lvl1pPr>
            <a:lvl2pPr algn="ctr">
              <a:defRPr sz="1950" b="1">
                <a:solidFill>
                  <a:srgbClr val="FCFBF8"/>
                </a:solidFill>
                <a:latin typeface="Manrope"/>
                <a:ea typeface="Manrope"/>
                <a:cs typeface="Manrope"/>
              </a:defRPr>
            </a:lvl2pPr>
            <a:lvl3pPr algn="ctr">
              <a:defRPr sz="1950" b="1">
                <a:solidFill>
                  <a:srgbClr val="FCFBF8"/>
                </a:solidFill>
                <a:latin typeface="Manrope"/>
                <a:ea typeface="Manrope"/>
                <a:cs typeface="Manrope"/>
              </a:defRPr>
            </a:lvl3pPr>
            <a:lvl4pPr algn="ctr">
              <a:defRPr sz="1950" b="1">
                <a:solidFill>
                  <a:srgbClr val="FCFBF8"/>
                </a:solidFill>
                <a:latin typeface="Manrope"/>
                <a:ea typeface="Manrope"/>
                <a:cs typeface="Manrope"/>
              </a:defRPr>
            </a:lvl4pPr>
            <a:lvl5pPr algn="ctr">
              <a:defRPr sz="1950" b="1">
                <a:solidFill>
                  <a:srgbClr val="FCFBF8"/>
                </a:solidFill>
                <a:latin typeface="Manrope"/>
                <a:ea typeface="Manrope"/>
                <a:cs typeface="Manrope"/>
              </a:defRPr>
            </a:lvl5pPr>
            <a:lvl6pPr algn="ctr">
              <a:defRPr sz="1950" b="1">
                <a:solidFill>
                  <a:srgbClr val="FCFBF8"/>
                </a:solidFill>
                <a:latin typeface="Manrope"/>
                <a:ea typeface="Manrope"/>
                <a:cs typeface="Manrope"/>
              </a:defRPr>
            </a:lvl6pPr>
            <a:lvl7pPr algn="ctr">
              <a:defRPr sz="1950" b="1">
                <a:solidFill>
                  <a:srgbClr val="FCFBF8"/>
                </a:solidFill>
                <a:latin typeface="Manrope"/>
                <a:ea typeface="Manrope"/>
                <a:cs typeface="Manrope"/>
              </a:defRPr>
            </a:lvl7pPr>
            <a:lvl8pPr algn="ctr">
              <a:defRPr sz="1950" b="1">
                <a:solidFill>
                  <a:srgbClr val="FCFBF8"/>
                </a:solidFill>
                <a:latin typeface="Manrope"/>
                <a:ea typeface="Manrope"/>
                <a:cs typeface="Manrope"/>
              </a:defRPr>
            </a:lvl8pPr>
            <a:lvl9pPr algn="ctr">
              <a:defRPr sz="1950" b="1">
                <a:solidFill>
                  <a:srgbClr val="FCFBF8"/>
                </a:solidFill>
                <a:latin typeface="Manrope"/>
                <a:ea typeface="Manrope"/>
                <a:cs typeface="Manrope"/>
              </a:defRPr>
            </a:lvl9pPr>
          </a:lstStyle>
          <a:p>
            <a:pPr algn="ctr">
              <a:defRPr sz="1950" b="1">
                <a:solidFill>
                  <a:srgbClr val="FCFBF8"/>
                </a:solidFill>
                <a:latin typeface="Manrope"/>
                <a:ea typeface="Manrope"/>
                <a:cs typeface="Manrope"/>
              </a:defRPr>
            </a:pPr>
            <a:r>
              <a:rPr sz="1950" b="1">
                <a:solidFill>
                  <a:srgbClr val="FCFBF8"/>
                </a:solidFill>
                <a:latin typeface="Manrope"/>
                <a:ea typeface="Manrope"/>
                <a:cs typeface="Manrope"/>
              </a:rPr>
              <a:t>Calcular o verificar</a:t>
            </a:r>
          </a:p>
        </p:txBody>
      </p:sp>
      <p:sp>
        <p:nvSpPr>
          <p:cNvPr id="10" name="diagram-58">
            <a:extLst>
              <a:ext uri="{FF2B5EF4-FFF2-40B4-BE49-F238E27FC236}">
                <a16:creationId xmlns:a16="http://schemas.microsoft.com/office/drawing/2014/main" id="{F27F8BAF-6B37-4409-A8D4-5192AD445924}"/>
              </a:ext>
            </a:extLst>
          </p:cNvPr>
          <p:cNvSpPr>
            <a:spLocks noGrp="1"/>
          </p:cNvSpPr>
          <p:nvPr/>
        </p:nvSpPr>
        <p:spPr>
          <a:xfrm>
            <a:off x="8858250" y="2114550"/>
            <a:ext cx="2724150" cy="800100"/>
          </a:xfrm>
          <a:prstGeom prst="rect">
            <a:avLst/>
          </a:prstGeom>
          <a:noFill/>
          <a:ln w="12383">
            <a:solidFill>
              <a:srgbClr val="415864"/>
            </a:solidFill>
            <a:prstDash val="solid"/>
          </a:ln>
        </p:spPr>
        <p:txBody>
          <a:bodyPr lIns="114300" tIns="114300" rIns="114300" bIns="114300" anchor="ctr">
            <a:noAutofit/>
          </a:bodyPr>
          <a:lstStyle>
            <a:defPPr algn="ctr">
              <a:defRPr sz="1800" b="1">
                <a:solidFill>
                  <a:srgbClr val="FCFBF8"/>
                </a:solidFill>
                <a:latin typeface="Manrope"/>
                <a:ea typeface="Manrope"/>
                <a:cs typeface="Manrope"/>
              </a:defRPr>
            </a:defPPr>
            <a:lvl1pPr algn="ctr">
              <a:defRPr sz="1800" b="1">
                <a:solidFill>
                  <a:srgbClr val="FCFBF8"/>
                </a:solidFill>
                <a:latin typeface="Manrope"/>
                <a:ea typeface="Manrope"/>
                <a:cs typeface="Manrope"/>
              </a:defRPr>
            </a:lvl1pPr>
            <a:lvl2pPr algn="ctr">
              <a:defRPr sz="1800" b="1">
                <a:solidFill>
                  <a:srgbClr val="FCFBF8"/>
                </a:solidFill>
                <a:latin typeface="Manrope"/>
                <a:ea typeface="Manrope"/>
                <a:cs typeface="Manrope"/>
              </a:defRPr>
            </a:lvl2pPr>
            <a:lvl3pPr algn="ctr">
              <a:defRPr sz="1800" b="1">
                <a:solidFill>
                  <a:srgbClr val="FCFBF8"/>
                </a:solidFill>
                <a:latin typeface="Manrope"/>
                <a:ea typeface="Manrope"/>
                <a:cs typeface="Manrope"/>
              </a:defRPr>
            </a:lvl3pPr>
            <a:lvl4pPr algn="ctr">
              <a:defRPr sz="1800" b="1">
                <a:solidFill>
                  <a:srgbClr val="FCFBF8"/>
                </a:solidFill>
                <a:latin typeface="Manrope"/>
                <a:ea typeface="Manrope"/>
                <a:cs typeface="Manrope"/>
              </a:defRPr>
            </a:lvl4pPr>
            <a:lvl5pPr algn="ctr">
              <a:defRPr sz="1800" b="1">
                <a:solidFill>
                  <a:srgbClr val="FCFBF8"/>
                </a:solidFill>
                <a:latin typeface="Manrope"/>
                <a:ea typeface="Manrope"/>
                <a:cs typeface="Manrope"/>
              </a:defRPr>
            </a:lvl5pPr>
            <a:lvl6pPr algn="ctr">
              <a:defRPr sz="1800" b="1">
                <a:solidFill>
                  <a:srgbClr val="FCFBF8"/>
                </a:solidFill>
                <a:latin typeface="Manrope"/>
                <a:ea typeface="Manrope"/>
                <a:cs typeface="Manrope"/>
              </a:defRPr>
            </a:lvl6pPr>
            <a:lvl7pPr algn="ctr">
              <a:defRPr sz="1800" b="1">
                <a:solidFill>
                  <a:srgbClr val="FCFBF8"/>
                </a:solidFill>
                <a:latin typeface="Manrope"/>
                <a:ea typeface="Manrope"/>
                <a:cs typeface="Manrope"/>
              </a:defRPr>
            </a:lvl7pPr>
            <a:lvl8pPr algn="ctr">
              <a:defRPr sz="1800" b="1">
                <a:solidFill>
                  <a:srgbClr val="FCFBF8"/>
                </a:solidFill>
                <a:latin typeface="Manrope"/>
                <a:ea typeface="Manrope"/>
                <a:cs typeface="Manrope"/>
              </a:defRPr>
            </a:lvl8pPr>
            <a:lvl9pPr algn="ctr">
              <a:defRPr sz="1800" b="1">
                <a:solidFill>
                  <a:srgbClr val="FCFBF8"/>
                </a:solidFill>
                <a:latin typeface="Manrope"/>
                <a:ea typeface="Manrope"/>
                <a:cs typeface="Manrope"/>
              </a:defRPr>
            </a:lvl9pPr>
          </a:lstStyle>
          <a:p>
            <a:pPr algn="ctr">
              <a:defRPr sz="1950" b="1">
                <a:solidFill>
                  <a:srgbClr val="FCFBF8"/>
                </a:solidFill>
                <a:latin typeface="Manrope"/>
                <a:ea typeface="Manrope"/>
                <a:cs typeface="Manrope"/>
              </a:defRPr>
            </a:pPr>
            <a:r>
              <a:rPr sz="1800" b="1">
                <a:solidFill>
                  <a:srgbClr val="FCFBF8"/>
                </a:solidFill>
                <a:latin typeface="Manrope"/>
                <a:ea typeface="Manrope"/>
                <a:cs typeface="Manrope"/>
              </a:rPr>
              <a:t>Comparar con</a:t>
            </a:r>
          </a:p>
          <a:p>
            <a:pPr algn="ctr">
              <a:defRPr sz="1950" b="1">
                <a:solidFill>
                  <a:srgbClr val="FCFBF8"/>
                </a:solidFill>
                <a:latin typeface="Manrope"/>
                <a:ea typeface="Manrope"/>
                <a:cs typeface="Manrope"/>
              </a:defRPr>
            </a:pPr>
            <a:r>
              <a:rPr sz="1800" b="1">
                <a:solidFill>
                  <a:srgbClr val="FCFBF8"/>
                </a:solidFill>
                <a:latin typeface="Manrope"/>
                <a:ea typeface="Manrope"/>
                <a:cs typeface="Manrope"/>
              </a:rPr>
              <a:t>el hash robado</a:t>
            </a:r>
          </a:p>
        </p:txBody>
      </p:sp>
      <p:sp>
        <p:nvSpPr>
          <p:cNvPr id="11" name="text-59">
            <a:extLst>
              <a:ext uri="{FF2B5EF4-FFF2-40B4-BE49-F238E27FC236}">
                <a16:creationId xmlns:a16="http://schemas.microsoft.com/office/drawing/2014/main" id="{25FAD4D1-7D77-4E74-989B-77E612B82834}"/>
              </a:ext>
            </a:extLst>
          </p:cNvPr>
          <p:cNvSpPr>
            <a:spLocks noGrp="1"/>
          </p:cNvSpPr>
          <p:nvPr/>
        </p:nvSpPr>
        <p:spPr>
          <a:xfrm>
            <a:off x="609600" y="3705225"/>
            <a:ext cx="3314700" cy="666750"/>
          </a:xfrm>
          <a:prstGeom prst="rect">
            <a:avLst/>
          </a:prstGeom>
          <a:noFill/>
          <a:ln w="0">
            <a:noFill/>
            <a:prstDash val="solid"/>
          </a:ln>
        </p:spPr>
        <p:txBody>
          <a:bodyPr wrap="square" lIns="0" tIns="0" rIns="0" bIns="0" anchor="t">
            <a:noAutofit/>
          </a:bodyPr>
          <a:lstStyle>
            <a:defPPr>
              <a:defRPr sz="2475" b="1">
                <a:solidFill>
                  <a:srgbClr val="E4B084"/>
                </a:solidFill>
                <a:latin typeface="Manrope"/>
                <a:ea typeface="Manrope"/>
                <a:cs typeface="Manrope"/>
              </a:defRPr>
            </a:defPPr>
            <a:lvl1pPr>
              <a:defRPr sz="2475" b="1">
                <a:solidFill>
                  <a:srgbClr val="E4B084"/>
                </a:solidFill>
                <a:latin typeface="Manrope"/>
                <a:ea typeface="Manrope"/>
                <a:cs typeface="Manrope"/>
              </a:defRPr>
            </a:lvl1pPr>
            <a:lvl2pPr>
              <a:defRPr sz="2475" b="1">
                <a:solidFill>
                  <a:srgbClr val="E4B084"/>
                </a:solidFill>
                <a:latin typeface="Manrope"/>
                <a:ea typeface="Manrope"/>
                <a:cs typeface="Manrope"/>
              </a:defRPr>
            </a:lvl2pPr>
            <a:lvl3pPr>
              <a:defRPr sz="2475" b="1">
                <a:solidFill>
                  <a:srgbClr val="E4B084"/>
                </a:solidFill>
                <a:latin typeface="Manrope"/>
                <a:ea typeface="Manrope"/>
                <a:cs typeface="Manrope"/>
              </a:defRPr>
            </a:lvl3pPr>
            <a:lvl4pPr>
              <a:defRPr sz="2475" b="1">
                <a:solidFill>
                  <a:srgbClr val="E4B084"/>
                </a:solidFill>
                <a:latin typeface="Manrope"/>
                <a:ea typeface="Manrope"/>
                <a:cs typeface="Manrope"/>
              </a:defRPr>
            </a:lvl4pPr>
            <a:lvl5pPr>
              <a:defRPr sz="2475" b="1">
                <a:solidFill>
                  <a:srgbClr val="E4B084"/>
                </a:solidFill>
                <a:latin typeface="Manrope"/>
                <a:ea typeface="Manrope"/>
                <a:cs typeface="Manrope"/>
              </a:defRPr>
            </a:lvl5pPr>
            <a:lvl6pPr>
              <a:defRPr sz="2475" b="1">
                <a:solidFill>
                  <a:srgbClr val="E4B084"/>
                </a:solidFill>
                <a:latin typeface="Manrope"/>
                <a:ea typeface="Manrope"/>
                <a:cs typeface="Manrope"/>
              </a:defRPr>
            </a:lvl6pPr>
            <a:lvl7pPr>
              <a:defRPr sz="2475" b="1">
                <a:solidFill>
                  <a:srgbClr val="E4B084"/>
                </a:solidFill>
                <a:latin typeface="Manrope"/>
                <a:ea typeface="Manrope"/>
                <a:cs typeface="Manrope"/>
              </a:defRPr>
            </a:lvl7pPr>
            <a:lvl8pPr>
              <a:defRPr sz="2475" b="1">
                <a:solidFill>
                  <a:srgbClr val="E4B084"/>
                </a:solidFill>
                <a:latin typeface="Manrope"/>
                <a:ea typeface="Manrope"/>
                <a:cs typeface="Manrope"/>
              </a:defRPr>
            </a:lvl8pPr>
            <a:lvl9pPr>
              <a:defRPr sz="2475" b="1">
                <a:solidFill>
                  <a:srgbClr val="E4B084"/>
                </a:solidFill>
                <a:latin typeface="Manrope"/>
                <a:ea typeface="Manrope"/>
                <a:cs typeface="Manrope"/>
              </a:defRPr>
            </a:lvl9pPr>
          </a:lstStyle>
          <a:p>
            <a:pPr>
              <a:defRPr sz="2475" b="1">
                <a:solidFill>
                  <a:srgbClr val="E4B084"/>
                </a:solidFill>
                <a:latin typeface="Manrope"/>
                <a:ea typeface="Manrope"/>
                <a:cs typeface="Manrope"/>
              </a:defRPr>
            </a:pPr>
            <a:r>
              <a:rPr sz="2475" b="1">
                <a:solidFill>
                  <a:srgbClr val="E4B084"/>
                </a:solidFill>
                <a:latin typeface="Manrope"/>
                <a:ea typeface="Manrope"/>
                <a:cs typeface="Manrope"/>
              </a:rPr>
              <a:t>Fuerza bruta</a:t>
            </a:r>
          </a:p>
        </p:txBody>
      </p:sp>
      <p:sp>
        <p:nvSpPr>
          <p:cNvPr id="12" name="text-60">
            <a:extLst>
              <a:ext uri="{FF2B5EF4-FFF2-40B4-BE49-F238E27FC236}">
                <a16:creationId xmlns:a16="http://schemas.microsoft.com/office/drawing/2014/main" id="{9F7F22FB-2724-4AAC-B7F7-E8AAF0CCB4B7}"/>
              </a:ext>
            </a:extLst>
          </p:cNvPr>
          <p:cNvSpPr>
            <a:spLocks noGrp="1"/>
          </p:cNvSpPr>
          <p:nvPr/>
        </p:nvSpPr>
        <p:spPr>
          <a:xfrm>
            <a:off x="4438650" y="3705225"/>
            <a:ext cx="3314700" cy="666750"/>
          </a:xfrm>
          <a:prstGeom prst="rect">
            <a:avLst/>
          </a:prstGeom>
          <a:noFill/>
          <a:ln w="0">
            <a:noFill/>
            <a:prstDash val="solid"/>
          </a:ln>
        </p:spPr>
        <p:txBody>
          <a:bodyPr wrap="square" lIns="0" tIns="0" rIns="0" bIns="0" anchor="t">
            <a:noAutofit/>
          </a:bodyPr>
          <a:lstStyle>
            <a:defPPr>
              <a:defRPr sz="2475" b="1">
                <a:solidFill>
                  <a:srgbClr val="E4B084"/>
                </a:solidFill>
                <a:latin typeface="Manrope"/>
                <a:ea typeface="Manrope"/>
                <a:cs typeface="Manrope"/>
              </a:defRPr>
            </a:defPPr>
            <a:lvl1pPr>
              <a:defRPr sz="2475" b="1">
                <a:solidFill>
                  <a:srgbClr val="E4B084"/>
                </a:solidFill>
                <a:latin typeface="Manrope"/>
                <a:ea typeface="Manrope"/>
                <a:cs typeface="Manrope"/>
              </a:defRPr>
            </a:lvl1pPr>
            <a:lvl2pPr>
              <a:defRPr sz="2475" b="1">
                <a:solidFill>
                  <a:srgbClr val="E4B084"/>
                </a:solidFill>
                <a:latin typeface="Manrope"/>
                <a:ea typeface="Manrope"/>
                <a:cs typeface="Manrope"/>
              </a:defRPr>
            </a:lvl2pPr>
            <a:lvl3pPr>
              <a:defRPr sz="2475" b="1">
                <a:solidFill>
                  <a:srgbClr val="E4B084"/>
                </a:solidFill>
                <a:latin typeface="Manrope"/>
                <a:ea typeface="Manrope"/>
                <a:cs typeface="Manrope"/>
              </a:defRPr>
            </a:lvl3pPr>
            <a:lvl4pPr>
              <a:defRPr sz="2475" b="1">
                <a:solidFill>
                  <a:srgbClr val="E4B084"/>
                </a:solidFill>
                <a:latin typeface="Manrope"/>
                <a:ea typeface="Manrope"/>
                <a:cs typeface="Manrope"/>
              </a:defRPr>
            </a:lvl4pPr>
            <a:lvl5pPr>
              <a:defRPr sz="2475" b="1">
                <a:solidFill>
                  <a:srgbClr val="E4B084"/>
                </a:solidFill>
                <a:latin typeface="Manrope"/>
                <a:ea typeface="Manrope"/>
                <a:cs typeface="Manrope"/>
              </a:defRPr>
            </a:lvl5pPr>
            <a:lvl6pPr>
              <a:defRPr sz="2475" b="1">
                <a:solidFill>
                  <a:srgbClr val="E4B084"/>
                </a:solidFill>
                <a:latin typeface="Manrope"/>
                <a:ea typeface="Manrope"/>
                <a:cs typeface="Manrope"/>
              </a:defRPr>
            </a:lvl6pPr>
            <a:lvl7pPr>
              <a:defRPr sz="2475" b="1">
                <a:solidFill>
                  <a:srgbClr val="E4B084"/>
                </a:solidFill>
                <a:latin typeface="Manrope"/>
                <a:ea typeface="Manrope"/>
                <a:cs typeface="Manrope"/>
              </a:defRPr>
            </a:lvl7pPr>
            <a:lvl8pPr>
              <a:defRPr sz="2475" b="1">
                <a:solidFill>
                  <a:srgbClr val="E4B084"/>
                </a:solidFill>
                <a:latin typeface="Manrope"/>
                <a:ea typeface="Manrope"/>
                <a:cs typeface="Manrope"/>
              </a:defRPr>
            </a:lvl8pPr>
            <a:lvl9pPr>
              <a:defRPr sz="2475" b="1">
                <a:solidFill>
                  <a:srgbClr val="E4B084"/>
                </a:solidFill>
                <a:latin typeface="Manrope"/>
                <a:ea typeface="Manrope"/>
                <a:cs typeface="Manrope"/>
              </a:defRPr>
            </a:lvl9pPr>
          </a:lstStyle>
          <a:p>
            <a:pPr>
              <a:defRPr sz="2475" b="1">
                <a:solidFill>
                  <a:srgbClr val="E4B084"/>
                </a:solidFill>
                <a:latin typeface="Manrope"/>
                <a:ea typeface="Manrope"/>
                <a:cs typeface="Manrope"/>
              </a:defRPr>
            </a:pPr>
            <a:r>
              <a:rPr sz="2475" b="1">
                <a:solidFill>
                  <a:srgbClr val="E4B084"/>
                </a:solidFill>
                <a:latin typeface="Manrope"/>
                <a:ea typeface="Manrope"/>
                <a:cs typeface="Manrope"/>
              </a:rPr>
              <a:t>Diccionario</a:t>
            </a:r>
          </a:p>
        </p:txBody>
      </p:sp>
      <p:sp>
        <p:nvSpPr>
          <p:cNvPr id="13" name="text-61">
            <a:extLst>
              <a:ext uri="{FF2B5EF4-FFF2-40B4-BE49-F238E27FC236}">
                <a16:creationId xmlns:a16="http://schemas.microsoft.com/office/drawing/2014/main" id="{C83C4BCF-7AD1-402A-8B76-41342BA5EBB5}"/>
              </a:ext>
            </a:extLst>
          </p:cNvPr>
          <p:cNvSpPr>
            <a:spLocks noGrp="1"/>
          </p:cNvSpPr>
          <p:nvPr/>
        </p:nvSpPr>
        <p:spPr>
          <a:xfrm>
            <a:off x="8267700" y="3705225"/>
            <a:ext cx="3314700" cy="666750"/>
          </a:xfrm>
          <a:prstGeom prst="rect">
            <a:avLst/>
          </a:prstGeom>
          <a:noFill/>
          <a:ln w="0">
            <a:noFill/>
            <a:prstDash val="solid"/>
          </a:ln>
        </p:spPr>
        <p:txBody>
          <a:bodyPr wrap="square" lIns="0" tIns="0" rIns="0" bIns="0" anchor="t">
            <a:noAutofit/>
          </a:bodyPr>
          <a:lstStyle>
            <a:defPPr>
              <a:defRPr sz="2475" b="1">
                <a:solidFill>
                  <a:srgbClr val="E4B084"/>
                </a:solidFill>
                <a:latin typeface="Manrope"/>
                <a:ea typeface="Manrope"/>
                <a:cs typeface="Manrope"/>
              </a:defRPr>
            </a:defPPr>
            <a:lvl1pPr>
              <a:defRPr sz="2475" b="1">
                <a:solidFill>
                  <a:srgbClr val="E4B084"/>
                </a:solidFill>
                <a:latin typeface="Manrope"/>
                <a:ea typeface="Manrope"/>
                <a:cs typeface="Manrope"/>
              </a:defRPr>
            </a:lvl1pPr>
            <a:lvl2pPr>
              <a:defRPr sz="2475" b="1">
                <a:solidFill>
                  <a:srgbClr val="E4B084"/>
                </a:solidFill>
                <a:latin typeface="Manrope"/>
                <a:ea typeface="Manrope"/>
                <a:cs typeface="Manrope"/>
              </a:defRPr>
            </a:lvl2pPr>
            <a:lvl3pPr>
              <a:defRPr sz="2475" b="1">
                <a:solidFill>
                  <a:srgbClr val="E4B084"/>
                </a:solidFill>
                <a:latin typeface="Manrope"/>
                <a:ea typeface="Manrope"/>
                <a:cs typeface="Manrope"/>
              </a:defRPr>
            </a:lvl3pPr>
            <a:lvl4pPr>
              <a:defRPr sz="2475" b="1">
                <a:solidFill>
                  <a:srgbClr val="E4B084"/>
                </a:solidFill>
                <a:latin typeface="Manrope"/>
                <a:ea typeface="Manrope"/>
                <a:cs typeface="Manrope"/>
              </a:defRPr>
            </a:lvl4pPr>
            <a:lvl5pPr>
              <a:defRPr sz="2475" b="1">
                <a:solidFill>
                  <a:srgbClr val="E4B084"/>
                </a:solidFill>
                <a:latin typeface="Manrope"/>
                <a:ea typeface="Manrope"/>
                <a:cs typeface="Manrope"/>
              </a:defRPr>
            </a:lvl5pPr>
            <a:lvl6pPr>
              <a:defRPr sz="2475" b="1">
                <a:solidFill>
                  <a:srgbClr val="E4B084"/>
                </a:solidFill>
                <a:latin typeface="Manrope"/>
                <a:ea typeface="Manrope"/>
                <a:cs typeface="Manrope"/>
              </a:defRPr>
            </a:lvl6pPr>
            <a:lvl7pPr>
              <a:defRPr sz="2475" b="1">
                <a:solidFill>
                  <a:srgbClr val="E4B084"/>
                </a:solidFill>
                <a:latin typeface="Manrope"/>
                <a:ea typeface="Manrope"/>
                <a:cs typeface="Manrope"/>
              </a:defRPr>
            </a:lvl7pPr>
            <a:lvl8pPr>
              <a:defRPr sz="2475" b="1">
                <a:solidFill>
                  <a:srgbClr val="E4B084"/>
                </a:solidFill>
                <a:latin typeface="Manrope"/>
                <a:ea typeface="Manrope"/>
                <a:cs typeface="Manrope"/>
              </a:defRPr>
            </a:lvl8pPr>
            <a:lvl9pPr>
              <a:defRPr sz="2475" b="1">
                <a:solidFill>
                  <a:srgbClr val="E4B084"/>
                </a:solidFill>
                <a:latin typeface="Manrope"/>
                <a:ea typeface="Manrope"/>
                <a:cs typeface="Manrope"/>
              </a:defRPr>
            </a:lvl9pPr>
          </a:lstStyle>
          <a:p>
            <a:pPr>
              <a:defRPr sz="2475" b="1">
                <a:solidFill>
                  <a:srgbClr val="E4B084"/>
                </a:solidFill>
                <a:latin typeface="Manrope"/>
                <a:ea typeface="Manrope"/>
                <a:cs typeface="Manrope"/>
              </a:defRPr>
            </a:pPr>
            <a:r>
              <a:rPr sz="2475" b="1">
                <a:solidFill>
                  <a:srgbClr val="E4B084"/>
                </a:solidFill>
                <a:latin typeface="Manrope"/>
                <a:ea typeface="Manrope"/>
                <a:cs typeface="Manrope"/>
              </a:rPr>
              <a:t>Tablas arcoíris</a:t>
            </a:r>
          </a:p>
        </p:txBody>
      </p:sp>
      <p:sp>
        <p:nvSpPr>
          <p:cNvPr id="14" name="text-62">
            <a:extLst>
              <a:ext uri="{FF2B5EF4-FFF2-40B4-BE49-F238E27FC236}">
                <a16:creationId xmlns:a16="http://schemas.microsoft.com/office/drawing/2014/main" id="{B3080A35-C047-40E5-94F8-FFBF2FFC8F35}"/>
              </a:ext>
            </a:extLst>
          </p:cNvPr>
          <p:cNvSpPr>
            <a:spLocks noGrp="1"/>
          </p:cNvSpPr>
          <p:nvPr/>
        </p:nvSpPr>
        <p:spPr>
          <a:xfrm>
            <a:off x="609600" y="4552950"/>
            <a:ext cx="3314700" cy="971550"/>
          </a:xfrm>
          <a:prstGeom prst="rect">
            <a:avLst/>
          </a:prstGeom>
          <a:noFill/>
          <a:ln w="0">
            <a:noFill/>
            <a:prstDash val="solid"/>
          </a:ln>
        </p:spPr>
        <p:txBody>
          <a:bodyPr wrap="square" lIns="0" tIns="0" rIns="0" bIns="0" anchor="t">
            <a:noAutofit/>
          </a:bodyPr>
          <a:lstStyle>
            <a:defPPr>
              <a:defRPr sz="2025" b="0">
                <a:solidFill>
                  <a:srgbClr val="FCFBF8"/>
                </a:solidFill>
                <a:latin typeface="Manrope"/>
                <a:ea typeface="Manrope"/>
                <a:cs typeface="Manrope"/>
              </a:defRPr>
            </a:defPPr>
            <a:lvl1pPr>
              <a:defRPr sz="2025" b="0">
                <a:solidFill>
                  <a:srgbClr val="FCFBF8"/>
                </a:solidFill>
                <a:latin typeface="Manrope"/>
                <a:ea typeface="Manrope"/>
                <a:cs typeface="Manrope"/>
              </a:defRPr>
            </a:lvl1pPr>
            <a:lvl2pPr>
              <a:defRPr sz="2025" b="0">
                <a:solidFill>
                  <a:srgbClr val="FCFBF8"/>
                </a:solidFill>
                <a:latin typeface="Manrope"/>
                <a:ea typeface="Manrope"/>
                <a:cs typeface="Manrope"/>
              </a:defRPr>
            </a:lvl2pPr>
            <a:lvl3pPr>
              <a:defRPr sz="2025" b="0">
                <a:solidFill>
                  <a:srgbClr val="FCFBF8"/>
                </a:solidFill>
                <a:latin typeface="Manrope"/>
                <a:ea typeface="Manrope"/>
                <a:cs typeface="Manrope"/>
              </a:defRPr>
            </a:lvl3pPr>
            <a:lvl4pPr>
              <a:defRPr sz="2025" b="0">
                <a:solidFill>
                  <a:srgbClr val="FCFBF8"/>
                </a:solidFill>
                <a:latin typeface="Manrope"/>
                <a:ea typeface="Manrope"/>
                <a:cs typeface="Manrope"/>
              </a:defRPr>
            </a:lvl4pPr>
            <a:lvl5pPr>
              <a:defRPr sz="2025" b="0">
                <a:solidFill>
                  <a:srgbClr val="FCFBF8"/>
                </a:solidFill>
                <a:latin typeface="Manrope"/>
                <a:ea typeface="Manrope"/>
                <a:cs typeface="Manrope"/>
              </a:defRPr>
            </a:lvl5pPr>
            <a:lvl6pPr>
              <a:defRPr sz="2025" b="0">
                <a:solidFill>
                  <a:srgbClr val="FCFBF8"/>
                </a:solidFill>
                <a:latin typeface="Manrope"/>
                <a:ea typeface="Manrope"/>
                <a:cs typeface="Manrope"/>
              </a:defRPr>
            </a:lvl6pPr>
            <a:lvl7pPr>
              <a:defRPr sz="2025" b="0">
                <a:solidFill>
                  <a:srgbClr val="FCFBF8"/>
                </a:solidFill>
                <a:latin typeface="Manrope"/>
                <a:ea typeface="Manrope"/>
                <a:cs typeface="Manrope"/>
              </a:defRPr>
            </a:lvl7pPr>
            <a:lvl8pPr>
              <a:defRPr sz="2025" b="0">
                <a:solidFill>
                  <a:srgbClr val="FCFBF8"/>
                </a:solidFill>
                <a:latin typeface="Manrope"/>
                <a:ea typeface="Manrope"/>
                <a:cs typeface="Manrope"/>
              </a:defRPr>
            </a:lvl8pPr>
            <a:lvl9pPr>
              <a:defRPr sz="2025" b="0">
                <a:solidFill>
                  <a:srgbClr val="FCFBF8"/>
                </a:solidFill>
                <a:latin typeface="Manrope"/>
                <a:ea typeface="Manrope"/>
                <a:cs typeface="Manrope"/>
              </a:defRPr>
            </a:lvl9pPr>
          </a:lstStyle>
          <a:p>
            <a:pPr>
              <a:defRPr sz="2025" b="0">
                <a:solidFill>
                  <a:srgbClr val="FCFBF8"/>
                </a:solidFill>
                <a:latin typeface="Manrope"/>
                <a:ea typeface="Manrope"/>
                <a:cs typeface="Manrope"/>
              </a:defRPr>
            </a:pPr>
            <a:r>
              <a:rPr sz="2025" b="0">
                <a:solidFill>
                  <a:srgbClr val="FCFBF8"/>
                </a:solidFill>
                <a:latin typeface="Manrope"/>
                <a:ea typeface="Manrope"/>
                <a:cs typeface="Manrope"/>
              </a:rPr>
              <a:t>Recorre combinaciones</a:t>
            </a:r>
          </a:p>
          <a:p>
            <a:pPr>
              <a:defRPr sz="2025" b="0">
                <a:solidFill>
                  <a:srgbClr val="FCFBF8"/>
                </a:solidFill>
                <a:latin typeface="Manrope"/>
                <a:ea typeface="Manrope"/>
                <a:cs typeface="Manrope"/>
              </a:defRPr>
            </a:pPr>
            <a:r>
              <a:rPr sz="2025" b="0">
                <a:solidFill>
                  <a:srgbClr val="FCFBF8"/>
                </a:solidFill>
                <a:latin typeface="Manrope"/>
                <a:ea typeface="Manrope"/>
                <a:cs typeface="Manrope"/>
              </a:rPr>
              <a:t>para encontrar la clave.</a:t>
            </a:r>
          </a:p>
        </p:txBody>
      </p:sp>
      <p:sp>
        <p:nvSpPr>
          <p:cNvPr id="15" name="text-63">
            <a:extLst>
              <a:ext uri="{FF2B5EF4-FFF2-40B4-BE49-F238E27FC236}">
                <a16:creationId xmlns:a16="http://schemas.microsoft.com/office/drawing/2014/main" id="{B6F4F3B9-90D6-40EB-9961-648F2819280C}"/>
              </a:ext>
            </a:extLst>
          </p:cNvPr>
          <p:cNvSpPr>
            <a:spLocks noGrp="1"/>
          </p:cNvSpPr>
          <p:nvPr/>
        </p:nvSpPr>
        <p:spPr>
          <a:xfrm>
            <a:off x="4438650" y="4552950"/>
            <a:ext cx="3314700" cy="971550"/>
          </a:xfrm>
          <a:prstGeom prst="rect">
            <a:avLst/>
          </a:prstGeom>
          <a:noFill/>
          <a:ln w="0">
            <a:noFill/>
            <a:prstDash val="solid"/>
          </a:ln>
        </p:spPr>
        <p:txBody>
          <a:bodyPr wrap="square" lIns="0" tIns="0" rIns="0" bIns="0" anchor="t">
            <a:noAutofit/>
          </a:bodyPr>
          <a:lstStyle>
            <a:defPPr>
              <a:defRPr sz="2025" b="0">
                <a:solidFill>
                  <a:srgbClr val="FCFBF8"/>
                </a:solidFill>
                <a:latin typeface="Manrope"/>
                <a:ea typeface="Manrope"/>
                <a:cs typeface="Manrope"/>
              </a:defRPr>
            </a:defPPr>
            <a:lvl1pPr>
              <a:defRPr sz="2025" b="0">
                <a:solidFill>
                  <a:srgbClr val="FCFBF8"/>
                </a:solidFill>
                <a:latin typeface="Manrope"/>
                <a:ea typeface="Manrope"/>
                <a:cs typeface="Manrope"/>
              </a:defRPr>
            </a:lvl1pPr>
            <a:lvl2pPr>
              <a:defRPr sz="2025" b="0">
                <a:solidFill>
                  <a:srgbClr val="FCFBF8"/>
                </a:solidFill>
                <a:latin typeface="Manrope"/>
                <a:ea typeface="Manrope"/>
                <a:cs typeface="Manrope"/>
              </a:defRPr>
            </a:lvl2pPr>
            <a:lvl3pPr>
              <a:defRPr sz="2025" b="0">
                <a:solidFill>
                  <a:srgbClr val="FCFBF8"/>
                </a:solidFill>
                <a:latin typeface="Manrope"/>
                <a:ea typeface="Manrope"/>
                <a:cs typeface="Manrope"/>
              </a:defRPr>
            </a:lvl3pPr>
            <a:lvl4pPr>
              <a:defRPr sz="2025" b="0">
                <a:solidFill>
                  <a:srgbClr val="FCFBF8"/>
                </a:solidFill>
                <a:latin typeface="Manrope"/>
                <a:ea typeface="Manrope"/>
                <a:cs typeface="Manrope"/>
              </a:defRPr>
            </a:lvl4pPr>
            <a:lvl5pPr>
              <a:defRPr sz="2025" b="0">
                <a:solidFill>
                  <a:srgbClr val="FCFBF8"/>
                </a:solidFill>
                <a:latin typeface="Manrope"/>
                <a:ea typeface="Manrope"/>
                <a:cs typeface="Manrope"/>
              </a:defRPr>
            </a:lvl5pPr>
            <a:lvl6pPr>
              <a:defRPr sz="2025" b="0">
                <a:solidFill>
                  <a:srgbClr val="FCFBF8"/>
                </a:solidFill>
                <a:latin typeface="Manrope"/>
                <a:ea typeface="Manrope"/>
                <a:cs typeface="Manrope"/>
              </a:defRPr>
            </a:lvl6pPr>
            <a:lvl7pPr>
              <a:defRPr sz="2025" b="0">
                <a:solidFill>
                  <a:srgbClr val="FCFBF8"/>
                </a:solidFill>
                <a:latin typeface="Manrope"/>
                <a:ea typeface="Manrope"/>
                <a:cs typeface="Manrope"/>
              </a:defRPr>
            </a:lvl7pPr>
            <a:lvl8pPr>
              <a:defRPr sz="2025" b="0">
                <a:solidFill>
                  <a:srgbClr val="FCFBF8"/>
                </a:solidFill>
                <a:latin typeface="Manrope"/>
                <a:ea typeface="Manrope"/>
                <a:cs typeface="Manrope"/>
              </a:defRPr>
            </a:lvl8pPr>
            <a:lvl9pPr>
              <a:defRPr sz="2025" b="0">
                <a:solidFill>
                  <a:srgbClr val="FCFBF8"/>
                </a:solidFill>
                <a:latin typeface="Manrope"/>
                <a:ea typeface="Manrope"/>
                <a:cs typeface="Manrope"/>
              </a:defRPr>
            </a:lvl9pPr>
          </a:lstStyle>
          <a:p>
            <a:pPr>
              <a:defRPr sz="2025" b="0">
                <a:solidFill>
                  <a:srgbClr val="FCFBF8"/>
                </a:solidFill>
                <a:latin typeface="Manrope"/>
                <a:ea typeface="Manrope"/>
                <a:cs typeface="Manrope"/>
              </a:defRPr>
            </a:pPr>
            <a:r>
              <a:rPr sz="2025" b="0">
                <a:solidFill>
                  <a:srgbClr val="FCFBF8"/>
                </a:solidFill>
                <a:latin typeface="Manrope"/>
                <a:ea typeface="Manrope"/>
                <a:cs typeface="Manrope"/>
              </a:rPr>
              <a:t>Prueba una lista de</a:t>
            </a:r>
          </a:p>
          <a:p>
            <a:pPr>
              <a:defRPr sz="2025" b="0">
                <a:solidFill>
                  <a:srgbClr val="FCFBF8"/>
                </a:solidFill>
                <a:latin typeface="Manrope"/>
                <a:ea typeface="Manrope"/>
                <a:cs typeface="Manrope"/>
              </a:defRPr>
            </a:pPr>
            <a:r>
              <a:rPr sz="2025" b="0">
                <a:solidFill>
                  <a:srgbClr val="FCFBF8"/>
                </a:solidFill>
                <a:latin typeface="Manrope"/>
                <a:ea typeface="Manrope"/>
                <a:cs typeface="Manrope"/>
              </a:rPr>
              <a:t>candidatas frecuentes.</a:t>
            </a:r>
          </a:p>
        </p:txBody>
      </p:sp>
      <p:sp>
        <p:nvSpPr>
          <p:cNvPr id="16" name="text-64">
            <a:extLst>
              <a:ext uri="{FF2B5EF4-FFF2-40B4-BE49-F238E27FC236}">
                <a16:creationId xmlns:a16="http://schemas.microsoft.com/office/drawing/2014/main" id="{AF257D6F-C8D1-4FBC-8B43-F992459DC0EB}"/>
              </a:ext>
            </a:extLst>
          </p:cNvPr>
          <p:cNvSpPr>
            <a:spLocks noGrp="1"/>
          </p:cNvSpPr>
          <p:nvPr/>
        </p:nvSpPr>
        <p:spPr>
          <a:xfrm>
            <a:off x="8267700" y="4552950"/>
            <a:ext cx="3314700" cy="971550"/>
          </a:xfrm>
          <a:prstGeom prst="rect">
            <a:avLst/>
          </a:prstGeom>
          <a:noFill/>
          <a:ln w="0">
            <a:noFill/>
            <a:prstDash val="solid"/>
          </a:ln>
        </p:spPr>
        <p:txBody>
          <a:bodyPr wrap="square" lIns="0" tIns="0" rIns="0" bIns="0" anchor="t">
            <a:noAutofit/>
          </a:bodyPr>
          <a:lstStyle>
            <a:defPPr>
              <a:defRPr sz="2025" b="0">
                <a:solidFill>
                  <a:srgbClr val="FCFBF8"/>
                </a:solidFill>
                <a:latin typeface="Manrope"/>
                <a:ea typeface="Manrope"/>
                <a:cs typeface="Manrope"/>
              </a:defRPr>
            </a:defPPr>
            <a:lvl1pPr>
              <a:defRPr sz="2025" b="0">
                <a:solidFill>
                  <a:srgbClr val="FCFBF8"/>
                </a:solidFill>
                <a:latin typeface="Manrope"/>
                <a:ea typeface="Manrope"/>
                <a:cs typeface="Manrope"/>
              </a:defRPr>
            </a:lvl1pPr>
            <a:lvl2pPr>
              <a:defRPr sz="2025" b="0">
                <a:solidFill>
                  <a:srgbClr val="FCFBF8"/>
                </a:solidFill>
                <a:latin typeface="Manrope"/>
                <a:ea typeface="Manrope"/>
                <a:cs typeface="Manrope"/>
              </a:defRPr>
            </a:lvl2pPr>
            <a:lvl3pPr>
              <a:defRPr sz="2025" b="0">
                <a:solidFill>
                  <a:srgbClr val="FCFBF8"/>
                </a:solidFill>
                <a:latin typeface="Manrope"/>
                <a:ea typeface="Manrope"/>
                <a:cs typeface="Manrope"/>
              </a:defRPr>
            </a:lvl3pPr>
            <a:lvl4pPr>
              <a:defRPr sz="2025" b="0">
                <a:solidFill>
                  <a:srgbClr val="FCFBF8"/>
                </a:solidFill>
                <a:latin typeface="Manrope"/>
                <a:ea typeface="Manrope"/>
                <a:cs typeface="Manrope"/>
              </a:defRPr>
            </a:lvl4pPr>
            <a:lvl5pPr>
              <a:defRPr sz="2025" b="0">
                <a:solidFill>
                  <a:srgbClr val="FCFBF8"/>
                </a:solidFill>
                <a:latin typeface="Manrope"/>
                <a:ea typeface="Manrope"/>
                <a:cs typeface="Manrope"/>
              </a:defRPr>
            </a:lvl5pPr>
            <a:lvl6pPr>
              <a:defRPr sz="2025" b="0">
                <a:solidFill>
                  <a:srgbClr val="FCFBF8"/>
                </a:solidFill>
                <a:latin typeface="Manrope"/>
                <a:ea typeface="Manrope"/>
                <a:cs typeface="Manrope"/>
              </a:defRPr>
            </a:lvl6pPr>
            <a:lvl7pPr>
              <a:defRPr sz="2025" b="0">
                <a:solidFill>
                  <a:srgbClr val="FCFBF8"/>
                </a:solidFill>
                <a:latin typeface="Manrope"/>
                <a:ea typeface="Manrope"/>
                <a:cs typeface="Manrope"/>
              </a:defRPr>
            </a:lvl7pPr>
            <a:lvl8pPr>
              <a:defRPr sz="2025" b="0">
                <a:solidFill>
                  <a:srgbClr val="FCFBF8"/>
                </a:solidFill>
                <a:latin typeface="Manrope"/>
                <a:ea typeface="Manrope"/>
                <a:cs typeface="Manrope"/>
              </a:defRPr>
            </a:lvl8pPr>
            <a:lvl9pPr>
              <a:defRPr sz="2025" b="0">
                <a:solidFill>
                  <a:srgbClr val="FCFBF8"/>
                </a:solidFill>
                <a:latin typeface="Manrope"/>
                <a:ea typeface="Manrope"/>
                <a:cs typeface="Manrope"/>
              </a:defRPr>
            </a:lvl9pPr>
          </a:lstStyle>
          <a:p>
            <a:pPr>
              <a:defRPr sz="2025" b="0">
                <a:solidFill>
                  <a:srgbClr val="FCFBF8"/>
                </a:solidFill>
                <a:latin typeface="Manrope"/>
                <a:ea typeface="Manrope"/>
                <a:cs typeface="Manrope"/>
              </a:defRPr>
            </a:pPr>
            <a:r>
              <a:rPr sz="2025" b="0">
                <a:solidFill>
                  <a:srgbClr val="FCFBF8"/>
                </a:solidFill>
                <a:latin typeface="Manrope"/>
                <a:ea typeface="Manrope"/>
                <a:cs typeface="Manrope"/>
              </a:rPr>
              <a:t>Reutiliza cadenas</a:t>
            </a:r>
          </a:p>
          <a:p>
            <a:pPr>
              <a:defRPr sz="2025" b="0">
                <a:solidFill>
                  <a:srgbClr val="FCFBF8"/>
                </a:solidFill>
                <a:latin typeface="Manrope"/>
                <a:ea typeface="Manrope"/>
                <a:cs typeface="Manrope"/>
              </a:defRPr>
            </a:pPr>
            <a:r>
              <a:rPr sz="2025" b="0">
                <a:solidFill>
                  <a:srgbClr val="FCFBF8"/>
                </a:solidFill>
                <a:latin typeface="Manrope"/>
                <a:ea typeface="Manrope"/>
                <a:cs typeface="Manrope"/>
              </a:rPr>
              <a:t>precalculadas.</a:t>
            </a:r>
          </a:p>
        </p:txBody>
      </p:sp>
      <p:sp>
        <p:nvSpPr>
          <p:cNvPr id="17" name="text-65">
            <a:extLst>
              <a:ext uri="{FF2B5EF4-FFF2-40B4-BE49-F238E27FC236}">
                <a16:creationId xmlns:a16="http://schemas.microsoft.com/office/drawing/2014/main" id="{4640750E-F940-43E6-BAD4-E92328CCC75E}"/>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9AC5CC"/>
                </a:solidFill>
                <a:latin typeface="Manrope"/>
                <a:ea typeface="Manrope"/>
                <a:cs typeface="Manrope"/>
              </a:defRPr>
            </a:defPPr>
            <a:lvl1pPr>
              <a:defRPr sz="1200" b="0">
                <a:solidFill>
                  <a:srgbClr val="9AC5CC"/>
                </a:solidFill>
                <a:latin typeface="Manrope"/>
                <a:ea typeface="Manrope"/>
                <a:cs typeface="Manrope"/>
              </a:defRPr>
            </a:lvl1pPr>
            <a:lvl2pPr>
              <a:defRPr sz="1200" b="0">
                <a:solidFill>
                  <a:srgbClr val="9AC5CC"/>
                </a:solidFill>
                <a:latin typeface="Manrope"/>
                <a:ea typeface="Manrope"/>
                <a:cs typeface="Manrope"/>
              </a:defRPr>
            </a:lvl2pPr>
            <a:lvl3pPr>
              <a:defRPr sz="1200" b="0">
                <a:solidFill>
                  <a:srgbClr val="9AC5CC"/>
                </a:solidFill>
                <a:latin typeface="Manrope"/>
                <a:ea typeface="Manrope"/>
                <a:cs typeface="Manrope"/>
              </a:defRPr>
            </a:lvl3pPr>
            <a:lvl4pPr>
              <a:defRPr sz="1200" b="0">
                <a:solidFill>
                  <a:srgbClr val="9AC5CC"/>
                </a:solidFill>
                <a:latin typeface="Manrope"/>
                <a:ea typeface="Manrope"/>
                <a:cs typeface="Manrope"/>
              </a:defRPr>
            </a:lvl4pPr>
            <a:lvl5pPr>
              <a:defRPr sz="1200" b="0">
                <a:solidFill>
                  <a:srgbClr val="9AC5CC"/>
                </a:solidFill>
                <a:latin typeface="Manrope"/>
                <a:ea typeface="Manrope"/>
                <a:cs typeface="Manrope"/>
              </a:defRPr>
            </a:lvl5pPr>
            <a:lvl6pPr>
              <a:defRPr sz="1200" b="0">
                <a:solidFill>
                  <a:srgbClr val="9AC5CC"/>
                </a:solidFill>
                <a:latin typeface="Manrope"/>
                <a:ea typeface="Manrope"/>
                <a:cs typeface="Manrope"/>
              </a:defRPr>
            </a:lvl6pPr>
            <a:lvl7pPr>
              <a:defRPr sz="1200" b="0">
                <a:solidFill>
                  <a:srgbClr val="9AC5CC"/>
                </a:solidFill>
                <a:latin typeface="Manrope"/>
                <a:ea typeface="Manrope"/>
                <a:cs typeface="Manrope"/>
              </a:defRPr>
            </a:lvl7pPr>
            <a:lvl8pPr>
              <a:defRPr sz="1200" b="0">
                <a:solidFill>
                  <a:srgbClr val="9AC5CC"/>
                </a:solidFill>
                <a:latin typeface="Manrope"/>
                <a:ea typeface="Manrope"/>
                <a:cs typeface="Manrope"/>
              </a:defRPr>
            </a:lvl8pPr>
            <a:lvl9pPr>
              <a:defRPr sz="1200" b="0">
                <a:solidFill>
                  <a:srgbClr val="9AC5CC"/>
                </a:solidFill>
                <a:latin typeface="Manrope"/>
                <a:ea typeface="Manrope"/>
                <a:cs typeface="Manrope"/>
              </a:defRPr>
            </a:lvl9pPr>
          </a:lstStyle>
          <a:p>
            <a:pPr>
              <a:defRPr sz="1200" b="0">
                <a:solidFill>
                  <a:srgbClr val="9AC5CC"/>
                </a:solidFill>
                <a:latin typeface="Manrope"/>
                <a:ea typeface="Manrope"/>
                <a:cs typeface="Manrope"/>
              </a:defRPr>
            </a:pPr>
            <a:r>
              <a:rPr sz="1200" b="0">
                <a:solidFill>
                  <a:srgbClr val="9AC5CC"/>
                </a:solidFill>
                <a:latin typeface="Manrope"/>
                <a:ea typeface="Manrope"/>
                <a:cs typeface="Manrope"/>
              </a:rPr>
              <a:t>La sal única impide reutilizar una tabla genérica entre cuentas.</a:t>
            </a:r>
          </a:p>
        </p:txBody>
      </p:sp>
    </p:spTree>
    <p:extLst>
      <p:ext uri="{BB962C8B-B14F-4D97-AF65-F5344CB8AC3E}">
        <p14:creationId xmlns:p14="http://schemas.microsoft.com/office/powerpoint/2010/main" val="333252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1EB"/>
        </a:solidFill>
        <a:effectLst/>
      </p:bgPr>
    </p:bg>
    <p:spTree>
      <p:nvGrpSpPr>
        <p:cNvPr id="1" name=""/>
        <p:cNvGrpSpPr/>
        <p:nvPr/>
      </p:nvGrpSpPr>
      <p:grpSpPr>
        <a:xfrm>
          <a:off x="0" y="0"/>
          <a:ext cx="0" cy="0"/>
          <a:chOff x="0" y="0"/>
          <a:chExt cx="0" cy="0"/>
        </a:xfrm>
      </p:grpSpPr>
      <p:sp>
        <p:nvSpPr>
          <p:cNvPr id="3" name="text-67">
            <a:extLst>
              <a:ext uri="{FF2B5EF4-FFF2-40B4-BE49-F238E27FC236}">
                <a16:creationId xmlns:a16="http://schemas.microsoft.com/office/drawing/2014/main" id="{173BBA50-56F6-4D90-9A25-FB8340865190}"/>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122630"/>
                </a:solidFill>
                <a:latin typeface="Manrope"/>
                <a:ea typeface="Manrope"/>
                <a:cs typeface="Manrope"/>
              </a:defRPr>
            </a:defPPr>
            <a:lvl1pPr>
              <a:defRPr sz="3900" b="1">
                <a:solidFill>
                  <a:srgbClr val="122630"/>
                </a:solidFill>
                <a:latin typeface="Manrope"/>
                <a:ea typeface="Manrope"/>
                <a:cs typeface="Manrope"/>
              </a:defRPr>
            </a:lvl1pPr>
            <a:lvl2pPr>
              <a:defRPr sz="3900" b="1">
                <a:solidFill>
                  <a:srgbClr val="122630"/>
                </a:solidFill>
                <a:latin typeface="Manrope"/>
                <a:ea typeface="Manrope"/>
                <a:cs typeface="Manrope"/>
              </a:defRPr>
            </a:lvl2pPr>
            <a:lvl3pPr>
              <a:defRPr sz="3900" b="1">
                <a:solidFill>
                  <a:srgbClr val="122630"/>
                </a:solidFill>
                <a:latin typeface="Manrope"/>
                <a:ea typeface="Manrope"/>
                <a:cs typeface="Manrope"/>
              </a:defRPr>
            </a:lvl3pPr>
            <a:lvl4pPr>
              <a:defRPr sz="3900" b="1">
                <a:solidFill>
                  <a:srgbClr val="122630"/>
                </a:solidFill>
                <a:latin typeface="Manrope"/>
                <a:ea typeface="Manrope"/>
                <a:cs typeface="Manrope"/>
              </a:defRPr>
            </a:lvl4pPr>
            <a:lvl5pPr>
              <a:defRPr sz="3900" b="1">
                <a:solidFill>
                  <a:srgbClr val="122630"/>
                </a:solidFill>
                <a:latin typeface="Manrope"/>
                <a:ea typeface="Manrope"/>
                <a:cs typeface="Manrope"/>
              </a:defRPr>
            </a:lvl5pPr>
            <a:lvl6pPr>
              <a:defRPr sz="3900" b="1">
                <a:solidFill>
                  <a:srgbClr val="122630"/>
                </a:solidFill>
                <a:latin typeface="Manrope"/>
                <a:ea typeface="Manrope"/>
                <a:cs typeface="Manrope"/>
              </a:defRPr>
            </a:lvl6pPr>
            <a:lvl7pPr>
              <a:defRPr sz="3900" b="1">
                <a:solidFill>
                  <a:srgbClr val="122630"/>
                </a:solidFill>
                <a:latin typeface="Manrope"/>
                <a:ea typeface="Manrope"/>
                <a:cs typeface="Manrope"/>
              </a:defRPr>
            </a:lvl7pPr>
            <a:lvl8pPr>
              <a:defRPr sz="3900" b="1">
                <a:solidFill>
                  <a:srgbClr val="122630"/>
                </a:solidFill>
                <a:latin typeface="Manrope"/>
                <a:ea typeface="Manrope"/>
                <a:cs typeface="Manrope"/>
              </a:defRPr>
            </a:lvl8pPr>
            <a:lvl9pPr>
              <a:defRPr sz="3900" b="1">
                <a:solidFill>
                  <a:srgbClr val="122630"/>
                </a:solidFill>
                <a:latin typeface="Manrope"/>
                <a:ea typeface="Manrope"/>
                <a:cs typeface="Manrope"/>
              </a:defRPr>
            </a:lvl9pPr>
          </a:lstStyle>
          <a:p>
            <a:pPr>
              <a:defRPr sz="3900" b="1">
                <a:solidFill>
                  <a:srgbClr val="122630"/>
                </a:solidFill>
                <a:latin typeface="Manrope"/>
                <a:ea typeface="Manrope"/>
                <a:cs typeface="Manrope"/>
              </a:defRPr>
            </a:pPr>
            <a:r>
              <a:rPr sz="3900" b="1">
                <a:solidFill>
                  <a:srgbClr val="122630"/>
                </a:solidFill>
                <a:latin typeface="Manrope"/>
                <a:ea typeface="Manrope"/>
                <a:cs typeface="Manrope"/>
              </a:rPr>
              <a:t>El costo de cada intento</a:t>
            </a:r>
          </a:p>
        </p:txBody>
      </p:sp>
      <p:sp>
        <p:nvSpPr>
          <p:cNvPr id="4" name="text-68">
            <a:extLst>
              <a:ext uri="{FF2B5EF4-FFF2-40B4-BE49-F238E27FC236}">
                <a16:creationId xmlns:a16="http://schemas.microsoft.com/office/drawing/2014/main" id="{38A9738F-84E0-4470-8F9D-EA538F9CFE3B}"/>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61717A"/>
                </a:solidFill>
                <a:latin typeface="Manrope"/>
                <a:ea typeface="Manrope"/>
                <a:cs typeface="Manrope"/>
              </a:defRPr>
            </a:defPPr>
            <a:lvl1pPr>
              <a:defRPr sz="1050" b="0">
                <a:solidFill>
                  <a:srgbClr val="61717A"/>
                </a:solidFill>
                <a:latin typeface="Manrope"/>
                <a:ea typeface="Manrope"/>
                <a:cs typeface="Manrope"/>
              </a:defRPr>
            </a:lvl1pPr>
            <a:lvl2pPr>
              <a:defRPr sz="1050" b="0">
                <a:solidFill>
                  <a:srgbClr val="61717A"/>
                </a:solidFill>
                <a:latin typeface="Manrope"/>
                <a:ea typeface="Manrope"/>
                <a:cs typeface="Manrope"/>
              </a:defRPr>
            </a:lvl2pPr>
            <a:lvl3pPr>
              <a:defRPr sz="1050" b="0">
                <a:solidFill>
                  <a:srgbClr val="61717A"/>
                </a:solidFill>
                <a:latin typeface="Manrope"/>
                <a:ea typeface="Manrope"/>
                <a:cs typeface="Manrope"/>
              </a:defRPr>
            </a:lvl3pPr>
            <a:lvl4pPr>
              <a:defRPr sz="1050" b="0">
                <a:solidFill>
                  <a:srgbClr val="61717A"/>
                </a:solidFill>
                <a:latin typeface="Manrope"/>
                <a:ea typeface="Manrope"/>
                <a:cs typeface="Manrope"/>
              </a:defRPr>
            </a:lvl4pPr>
            <a:lvl5pPr>
              <a:defRPr sz="1050" b="0">
                <a:solidFill>
                  <a:srgbClr val="61717A"/>
                </a:solidFill>
                <a:latin typeface="Manrope"/>
                <a:ea typeface="Manrope"/>
                <a:cs typeface="Manrope"/>
              </a:defRPr>
            </a:lvl5pPr>
            <a:lvl6pPr>
              <a:defRPr sz="1050" b="0">
                <a:solidFill>
                  <a:srgbClr val="61717A"/>
                </a:solidFill>
                <a:latin typeface="Manrope"/>
                <a:ea typeface="Manrope"/>
                <a:cs typeface="Manrope"/>
              </a:defRPr>
            </a:lvl6pPr>
            <a:lvl7pPr>
              <a:defRPr sz="1050" b="0">
                <a:solidFill>
                  <a:srgbClr val="61717A"/>
                </a:solidFill>
                <a:latin typeface="Manrope"/>
                <a:ea typeface="Manrope"/>
                <a:cs typeface="Manrope"/>
              </a:defRPr>
            </a:lvl7pPr>
            <a:lvl8pPr>
              <a:defRPr sz="1050" b="0">
                <a:solidFill>
                  <a:srgbClr val="61717A"/>
                </a:solidFill>
                <a:latin typeface="Manrope"/>
                <a:ea typeface="Manrope"/>
                <a:cs typeface="Manrope"/>
              </a:defRPr>
            </a:lvl8pPr>
            <a:lvl9pPr>
              <a:defRPr sz="1050" b="0">
                <a:solidFill>
                  <a:srgbClr val="61717A"/>
                </a:solidFill>
                <a:latin typeface="Manrope"/>
                <a:ea typeface="Manrope"/>
                <a:cs typeface="Manrope"/>
              </a:defRPr>
            </a:lvl9pPr>
          </a:lstStyle>
          <a:p>
            <a:pPr>
              <a:defRPr sz="1050" b="0">
                <a:solidFill>
                  <a:srgbClr val="61717A"/>
                </a:solidFill>
                <a:latin typeface="Manrope"/>
                <a:ea typeface="Manrope"/>
                <a:cs typeface="Manrope"/>
              </a:defRPr>
            </a:pPr>
            <a:r>
              <a:rPr sz="1050" b="0">
                <a:solidFill>
                  <a:srgbClr val="61717A"/>
                </a:solidFill>
                <a:latin typeface="Manrope"/>
                <a:ea typeface="Manrope"/>
                <a:cs typeface="Manrope"/>
              </a:rPr>
              <a:t>ITI-922  /  GRUPO 6</a:t>
            </a:r>
          </a:p>
        </p:txBody>
      </p:sp>
      <p:sp>
        <p:nvSpPr>
          <p:cNvPr id="5" name="text-69">
            <a:extLst>
              <a:ext uri="{FF2B5EF4-FFF2-40B4-BE49-F238E27FC236}">
                <a16:creationId xmlns:a16="http://schemas.microsoft.com/office/drawing/2014/main" id="{40F49140-8B8E-46BC-895D-B3DDB3A4D10F}"/>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61717A"/>
                </a:solidFill>
                <a:latin typeface="Manrope"/>
                <a:ea typeface="Manrope"/>
                <a:cs typeface="Manrope"/>
              </a:defRPr>
            </a:defPPr>
            <a:lvl1pPr algn="r">
              <a:defRPr sz="1425" b="0">
                <a:solidFill>
                  <a:srgbClr val="61717A"/>
                </a:solidFill>
                <a:latin typeface="Manrope"/>
                <a:ea typeface="Manrope"/>
                <a:cs typeface="Manrope"/>
              </a:defRPr>
            </a:lvl1pPr>
            <a:lvl2pPr algn="r">
              <a:defRPr sz="1425" b="0">
                <a:solidFill>
                  <a:srgbClr val="61717A"/>
                </a:solidFill>
                <a:latin typeface="Manrope"/>
                <a:ea typeface="Manrope"/>
                <a:cs typeface="Manrope"/>
              </a:defRPr>
            </a:lvl2pPr>
            <a:lvl3pPr algn="r">
              <a:defRPr sz="1425" b="0">
                <a:solidFill>
                  <a:srgbClr val="61717A"/>
                </a:solidFill>
                <a:latin typeface="Manrope"/>
                <a:ea typeface="Manrope"/>
                <a:cs typeface="Manrope"/>
              </a:defRPr>
            </a:lvl3pPr>
            <a:lvl4pPr algn="r">
              <a:defRPr sz="1425" b="0">
                <a:solidFill>
                  <a:srgbClr val="61717A"/>
                </a:solidFill>
                <a:latin typeface="Manrope"/>
                <a:ea typeface="Manrope"/>
                <a:cs typeface="Manrope"/>
              </a:defRPr>
            </a:lvl4pPr>
            <a:lvl5pPr algn="r">
              <a:defRPr sz="1425" b="0">
                <a:solidFill>
                  <a:srgbClr val="61717A"/>
                </a:solidFill>
                <a:latin typeface="Manrope"/>
                <a:ea typeface="Manrope"/>
                <a:cs typeface="Manrope"/>
              </a:defRPr>
            </a:lvl5pPr>
            <a:lvl6pPr algn="r">
              <a:defRPr sz="1425" b="0">
                <a:solidFill>
                  <a:srgbClr val="61717A"/>
                </a:solidFill>
                <a:latin typeface="Manrope"/>
                <a:ea typeface="Manrope"/>
                <a:cs typeface="Manrope"/>
              </a:defRPr>
            </a:lvl6pPr>
            <a:lvl7pPr algn="r">
              <a:defRPr sz="1425" b="0">
                <a:solidFill>
                  <a:srgbClr val="61717A"/>
                </a:solidFill>
                <a:latin typeface="Manrope"/>
                <a:ea typeface="Manrope"/>
                <a:cs typeface="Manrope"/>
              </a:defRPr>
            </a:lvl7pPr>
            <a:lvl8pPr algn="r">
              <a:defRPr sz="1425" b="0">
                <a:solidFill>
                  <a:srgbClr val="61717A"/>
                </a:solidFill>
                <a:latin typeface="Manrope"/>
                <a:ea typeface="Manrope"/>
                <a:cs typeface="Manrope"/>
              </a:defRPr>
            </a:lvl8pPr>
            <a:lvl9pPr algn="r">
              <a:defRPr sz="1425" b="0">
                <a:solidFill>
                  <a:srgbClr val="61717A"/>
                </a:solidFill>
                <a:latin typeface="Manrope"/>
                <a:ea typeface="Manrope"/>
                <a:cs typeface="Manrope"/>
              </a:defRPr>
            </a:lvl9pPr>
          </a:lstStyle>
          <a:p>
            <a:pPr algn="r">
              <a:defRPr sz="1425" b="0">
                <a:solidFill>
                  <a:srgbClr val="61717A"/>
                </a:solidFill>
                <a:latin typeface="Manrope"/>
                <a:ea typeface="Manrope"/>
                <a:cs typeface="Manrope"/>
              </a:defRPr>
            </a:pPr>
            <a:r>
              <a:rPr sz="1425" b="0">
                <a:solidFill>
                  <a:srgbClr val="61717A"/>
                </a:solidFill>
                <a:latin typeface="Manrope"/>
                <a:ea typeface="Manrope"/>
                <a:cs typeface="Manrope"/>
              </a:rPr>
              <a:t>06</a:t>
            </a:r>
          </a:p>
        </p:txBody>
      </p:sp>
      <p:sp>
        <p:nvSpPr>
          <p:cNvPr id="6" name="text-70">
            <a:extLst>
              <a:ext uri="{FF2B5EF4-FFF2-40B4-BE49-F238E27FC236}">
                <a16:creationId xmlns:a16="http://schemas.microsoft.com/office/drawing/2014/main" id="{D9AC4845-3847-433C-BF4A-92C48B630CC9}"/>
              </a:ext>
            </a:extLst>
          </p:cNvPr>
          <p:cNvSpPr>
            <a:spLocks noGrp="1"/>
          </p:cNvSpPr>
          <p:nvPr/>
        </p:nvSpPr>
        <p:spPr>
          <a:xfrm>
            <a:off x="609600" y="2200275"/>
            <a:ext cx="3619500" cy="1143000"/>
          </a:xfrm>
          <a:prstGeom prst="rect">
            <a:avLst/>
          </a:prstGeom>
          <a:noFill/>
          <a:ln w="0">
            <a:noFill/>
            <a:prstDash val="solid"/>
          </a:ln>
        </p:spPr>
        <p:txBody>
          <a:bodyPr wrap="square" lIns="0" tIns="0" rIns="0" bIns="0" anchor="t">
            <a:noAutofit/>
          </a:bodyPr>
          <a:lstStyle>
            <a:defPPr>
              <a:defRPr sz="3225" b="1">
                <a:solidFill>
                  <a:srgbClr val="122630"/>
                </a:solidFill>
                <a:latin typeface="Manrope"/>
                <a:ea typeface="Manrope"/>
                <a:cs typeface="Manrope"/>
              </a:defRPr>
            </a:defPPr>
            <a:lvl1pPr>
              <a:defRPr sz="3225" b="1">
                <a:solidFill>
                  <a:srgbClr val="122630"/>
                </a:solidFill>
                <a:latin typeface="Manrope"/>
                <a:ea typeface="Manrope"/>
                <a:cs typeface="Manrope"/>
              </a:defRPr>
            </a:lvl1pPr>
            <a:lvl2pPr>
              <a:defRPr sz="3225" b="1">
                <a:solidFill>
                  <a:srgbClr val="122630"/>
                </a:solidFill>
                <a:latin typeface="Manrope"/>
                <a:ea typeface="Manrope"/>
                <a:cs typeface="Manrope"/>
              </a:defRPr>
            </a:lvl2pPr>
            <a:lvl3pPr>
              <a:defRPr sz="3225" b="1">
                <a:solidFill>
                  <a:srgbClr val="122630"/>
                </a:solidFill>
                <a:latin typeface="Manrope"/>
                <a:ea typeface="Manrope"/>
                <a:cs typeface="Manrope"/>
              </a:defRPr>
            </a:lvl3pPr>
            <a:lvl4pPr>
              <a:defRPr sz="3225" b="1">
                <a:solidFill>
                  <a:srgbClr val="122630"/>
                </a:solidFill>
                <a:latin typeface="Manrope"/>
                <a:ea typeface="Manrope"/>
                <a:cs typeface="Manrope"/>
              </a:defRPr>
            </a:lvl4pPr>
            <a:lvl5pPr>
              <a:defRPr sz="3225" b="1">
                <a:solidFill>
                  <a:srgbClr val="122630"/>
                </a:solidFill>
                <a:latin typeface="Manrope"/>
                <a:ea typeface="Manrope"/>
                <a:cs typeface="Manrope"/>
              </a:defRPr>
            </a:lvl5pPr>
            <a:lvl6pPr>
              <a:defRPr sz="3225" b="1">
                <a:solidFill>
                  <a:srgbClr val="122630"/>
                </a:solidFill>
                <a:latin typeface="Manrope"/>
                <a:ea typeface="Manrope"/>
                <a:cs typeface="Manrope"/>
              </a:defRPr>
            </a:lvl6pPr>
            <a:lvl7pPr>
              <a:defRPr sz="3225" b="1">
                <a:solidFill>
                  <a:srgbClr val="122630"/>
                </a:solidFill>
                <a:latin typeface="Manrope"/>
                <a:ea typeface="Manrope"/>
                <a:cs typeface="Manrope"/>
              </a:defRPr>
            </a:lvl7pPr>
            <a:lvl8pPr>
              <a:defRPr sz="3225" b="1">
                <a:solidFill>
                  <a:srgbClr val="122630"/>
                </a:solidFill>
                <a:latin typeface="Manrope"/>
                <a:ea typeface="Manrope"/>
                <a:cs typeface="Manrope"/>
              </a:defRPr>
            </a:lvl8pPr>
            <a:lvl9pPr>
              <a:defRPr sz="3225" b="1">
                <a:solidFill>
                  <a:srgbClr val="122630"/>
                </a:solidFill>
                <a:latin typeface="Manrope"/>
                <a:ea typeface="Manrope"/>
                <a:cs typeface="Manrope"/>
              </a:defRPr>
            </a:lvl9pPr>
          </a:lstStyle>
          <a:p>
            <a:pPr>
              <a:defRPr sz="3225" b="1">
                <a:solidFill>
                  <a:srgbClr val="122630"/>
                </a:solidFill>
                <a:latin typeface="Manrope"/>
                <a:ea typeface="Manrope"/>
                <a:cs typeface="Manrope"/>
              </a:defRPr>
            </a:pPr>
            <a:r>
              <a:rPr sz="3225" b="1">
                <a:solidFill>
                  <a:srgbClr val="122630"/>
                </a:solidFill>
                <a:latin typeface="Manrope"/>
                <a:ea typeface="Manrope"/>
                <a:cs typeface="Manrope"/>
              </a:rPr>
              <a:t>Una verificación</a:t>
            </a:r>
          </a:p>
          <a:p>
            <a:pPr>
              <a:defRPr sz="3225" b="1">
                <a:solidFill>
                  <a:srgbClr val="122630"/>
                </a:solidFill>
                <a:latin typeface="Manrope"/>
                <a:ea typeface="Manrope"/>
                <a:cs typeface="Manrope"/>
              </a:defRPr>
            </a:pPr>
            <a:r>
              <a:rPr sz="3225" b="1">
                <a:solidFill>
                  <a:srgbClr val="122630"/>
                </a:solidFill>
                <a:latin typeface="Manrope"/>
                <a:ea typeface="Manrope"/>
                <a:cs typeface="Manrope"/>
              </a:rPr>
              <a:t>para el usuario.</a:t>
            </a:r>
          </a:p>
        </p:txBody>
      </p:sp>
      <p:sp>
        <p:nvSpPr>
          <p:cNvPr id="7" name="text-71">
            <a:extLst>
              <a:ext uri="{FF2B5EF4-FFF2-40B4-BE49-F238E27FC236}">
                <a16:creationId xmlns:a16="http://schemas.microsoft.com/office/drawing/2014/main" id="{29C0B8C2-A062-4A54-AAFD-6A66F7F297CC}"/>
              </a:ext>
            </a:extLst>
          </p:cNvPr>
          <p:cNvSpPr>
            <a:spLocks noGrp="1"/>
          </p:cNvSpPr>
          <p:nvPr/>
        </p:nvSpPr>
        <p:spPr>
          <a:xfrm>
            <a:off x="609600" y="3790950"/>
            <a:ext cx="3619500" cy="1143000"/>
          </a:xfrm>
          <a:prstGeom prst="rect">
            <a:avLst/>
          </a:prstGeom>
          <a:noFill/>
          <a:ln w="0">
            <a:noFill/>
            <a:prstDash val="solid"/>
          </a:ln>
        </p:spPr>
        <p:txBody>
          <a:bodyPr wrap="square" lIns="0" tIns="0" rIns="0" bIns="0" anchor="t">
            <a:noAutofit/>
          </a:bodyPr>
          <a:lstStyle>
            <a:defPPr>
              <a:defRPr sz="3225" b="1">
                <a:solidFill>
                  <a:srgbClr val="287F83"/>
                </a:solidFill>
                <a:latin typeface="Manrope"/>
                <a:ea typeface="Manrope"/>
                <a:cs typeface="Manrope"/>
              </a:defRPr>
            </a:defPPr>
            <a:lvl1pPr>
              <a:defRPr sz="3225" b="1">
                <a:solidFill>
                  <a:srgbClr val="287F83"/>
                </a:solidFill>
                <a:latin typeface="Manrope"/>
                <a:ea typeface="Manrope"/>
                <a:cs typeface="Manrope"/>
              </a:defRPr>
            </a:lvl1pPr>
            <a:lvl2pPr>
              <a:defRPr sz="3225" b="1">
                <a:solidFill>
                  <a:srgbClr val="287F83"/>
                </a:solidFill>
                <a:latin typeface="Manrope"/>
                <a:ea typeface="Manrope"/>
                <a:cs typeface="Manrope"/>
              </a:defRPr>
            </a:lvl2pPr>
            <a:lvl3pPr>
              <a:defRPr sz="3225" b="1">
                <a:solidFill>
                  <a:srgbClr val="287F83"/>
                </a:solidFill>
                <a:latin typeface="Manrope"/>
                <a:ea typeface="Manrope"/>
                <a:cs typeface="Manrope"/>
              </a:defRPr>
            </a:lvl3pPr>
            <a:lvl4pPr>
              <a:defRPr sz="3225" b="1">
                <a:solidFill>
                  <a:srgbClr val="287F83"/>
                </a:solidFill>
                <a:latin typeface="Manrope"/>
                <a:ea typeface="Manrope"/>
                <a:cs typeface="Manrope"/>
              </a:defRPr>
            </a:lvl4pPr>
            <a:lvl5pPr>
              <a:defRPr sz="3225" b="1">
                <a:solidFill>
                  <a:srgbClr val="287F83"/>
                </a:solidFill>
                <a:latin typeface="Manrope"/>
                <a:ea typeface="Manrope"/>
                <a:cs typeface="Manrope"/>
              </a:defRPr>
            </a:lvl5pPr>
            <a:lvl6pPr>
              <a:defRPr sz="3225" b="1">
                <a:solidFill>
                  <a:srgbClr val="287F83"/>
                </a:solidFill>
                <a:latin typeface="Manrope"/>
                <a:ea typeface="Manrope"/>
                <a:cs typeface="Manrope"/>
              </a:defRPr>
            </a:lvl6pPr>
            <a:lvl7pPr>
              <a:defRPr sz="3225" b="1">
                <a:solidFill>
                  <a:srgbClr val="287F83"/>
                </a:solidFill>
                <a:latin typeface="Manrope"/>
                <a:ea typeface="Manrope"/>
                <a:cs typeface="Manrope"/>
              </a:defRPr>
            </a:lvl7pPr>
            <a:lvl8pPr>
              <a:defRPr sz="3225" b="1">
                <a:solidFill>
                  <a:srgbClr val="287F83"/>
                </a:solidFill>
                <a:latin typeface="Manrope"/>
                <a:ea typeface="Manrope"/>
                <a:cs typeface="Manrope"/>
              </a:defRPr>
            </a:lvl8pPr>
            <a:lvl9pPr>
              <a:defRPr sz="3225" b="1">
                <a:solidFill>
                  <a:srgbClr val="287F83"/>
                </a:solidFill>
                <a:latin typeface="Manrope"/>
                <a:ea typeface="Manrope"/>
                <a:cs typeface="Manrope"/>
              </a:defRPr>
            </a:lvl9pPr>
          </a:lstStyle>
          <a:p>
            <a:pPr>
              <a:defRPr sz="3225" b="1">
                <a:solidFill>
                  <a:srgbClr val="287F83"/>
                </a:solidFill>
                <a:latin typeface="Manrope"/>
                <a:ea typeface="Manrope"/>
                <a:cs typeface="Manrope"/>
              </a:defRPr>
            </a:pPr>
            <a:r>
              <a:rPr sz="3225" b="1">
                <a:solidFill>
                  <a:srgbClr val="287F83"/>
                </a:solidFill>
                <a:latin typeface="Manrope"/>
                <a:ea typeface="Manrope"/>
                <a:cs typeface="Manrope"/>
              </a:rPr>
              <a:t>Muchas candidatas</a:t>
            </a:r>
          </a:p>
          <a:p>
            <a:pPr>
              <a:defRPr sz="3225" b="1">
                <a:solidFill>
                  <a:srgbClr val="287F83"/>
                </a:solidFill>
                <a:latin typeface="Manrope"/>
                <a:ea typeface="Manrope"/>
                <a:cs typeface="Manrope"/>
              </a:defRPr>
            </a:pPr>
            <a:r>
              <a:rPr sz="3225" b="1">
                <a:solidFill>
                  <a:srgbClr val="287F83"/>
                </a:solidFill>
                <a:latin typeface="Manrope"/>
                <a:ea typeface="Manrope"/>
                <a:cs typeface="Manrope"/>
              </a:rPr>
              <a:t>para el atacante.</a:t>
            </a:r>
          </a:p>
        </p:txBody>
      </p:sp>
      <p:graphicFrame>
        <p:nvGraphicFramePr>
          <p:cNvPr id="8" name="Tabla 7">
            <a:extLst>
              <a:ext uri="{FF2B5EF4-FFF2-40B4-BE49-F238E27FC236}">
                <a16:creationId xmlns:a16="http://schemas.microsoft.com/office/drawing/2014/main" id="{B0614B86-ACCB-4E16-AED3-E8FE2E2050BE}"/>
              </a:ext>
            </a:extLst>
          </p:cNvPr>
          <p:cNvGraphicFramePr/>
          <p:nvPr/>
        </p:nvGraphicFramePr>
        <p:xfrm>
          <a:off x="4953000" y="2066925"/>
          <a:ext cx="6629400" cy="3524250"/>
        </p:xfrm>
        <a:graphic>
          <a:graphicData uri="http://schemas.openxmlformats.org/drawingml/2006/table">
            <a:tbl>
              <a:tblPr/>
              <a:tblGrid>
                <a:gridCol w="19621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704850">
                <a:tc>
                  <a:txBody>
                    <a:bodyPr/>
                    <a:lstStyle/>
                    <a:p>
                      <a:r>
                        <a:rPr sz="1500" b="1">
                          <a:solidFill>
                            <a:srgbClr val="61717A"/>
                          </a:solidFill>
                          <a:latin typeface="Manrope"/>
                          <a:ea typeface="Manrope"/>
                          <a:cs typeface="Manrope"/>
                        </a:rPr>
                        <a:t>ESQUEMA</a:t>
                      </a:r>
                    </a:p>
                  </a:txBody>
                  <a:tcPr anchor="ctr">
                    <a:lnL w="0">
                      <a:solidFill>
                        <a:srgbClr val="F4F1EB"/>
                      </a:solidFill>
                      <a:prstDash val="solid"/>
                    </a:lnL>
                    <a:lnR w="0">
                      <a:solidFill>
                        <a:srgbClr val="F4F1EB"/>
                      </a:solidFill>
                      <a:prstDash val="solid"/>
                    </a:lnR>
                    <a:lnT w="0">
                      <a:solidFill>
                        <a:srgbClr val="F4F1EB"/>
                      </a:solidFill>
                      <a:prstDash val="solid"/>
                    </a:lnT>
                    <a:lnB w="0">
                      <a:solidFill>
                        <a:srgbClr val="F4F1EB"/>
                      </a:solidFill>
                      <a:prstDash val="solid"/>
                    </a:lnB>
                    <a:solidFill>
                      <a:srgbClr val="F4F1EB"/>
                    </a:solidFill>
                  </a:tcPr>
                </a:tc>
                <a:tc>
                  <a:txBody>
                    <a:bodyPr/>
                    <a:lstStyle/>
                    <a:p>
                      <a:r>
                        <a:rPr sz="1500" b="1">
                          <a:solidFill>
                            <a:srgbClr val="61717A"/>
                          </a:solidFill>
                          <a:latin typeface="Manrope"/>
                          <a:ea typeface="Manrope"/>
                          <a:cs typeface="Manrope"/>
                        </a:rPr>
                        <a:t>QUÉ ENCARECE</a:t>
                      </a:r>
                    </a:p>
                  </a:txBody>
                  <a:tcPr anchor="ctr">
                    <a:lnL w="0" cap="flat" cmpd="sng" algn="ctr">
                      <a:solidFill>
                        <a:srgbClr val="F4F1EB"/>
                      </a:solidFill>
                      <a:prstDash val="solid"/>
                      <a:round/>
                      <a:headEnd type="none" w="med" len="med"/>
                      <a:tailEnd type="none" w="med" len="med"/>
                    </a:lnL>
                    <a:lnR w="0">
                      <a:solidFill>
                        <a:srgbClr val="F4F1EB"/>
                      </a:solidFill>
                      <a:prstDash val="solid"/>
                    </a:lnR>
                    <a:lnT w="0">
                      <a:solidFill>
                        <a:srgbClr val="F4F1EB"/>
                      </a:solidFill>
                      <a:prstDash val="solid"/>
                    </a:lnT>
                    <a:lnB w="0">
                      <a:solidFill>
                        <a:srgbClr val="F4F1EB"/>
                      </a:solidFill>
                      <a:prstDash val="solid"/>
                    </a:lnB>
                    <a:solidFill>
                      <a:srgbClr val="F4F1EB"/>
                    </a:solidFill>
                  </a:tcPr>
                </a:tc>
                <a:extLst>
                  <a:ext uri="{0D108BD9-81ED-4DB2-BD59-A6C34878D82A}">
                    <a16:rowId xmlns:a16="http://schemas.microsoft.com/office/drawing/2014/main" val="10000"/>
                  </a:ext>
                </a:extLst>
              </a:tr>
              <a:tr h="704850">
                <a:tc>
                  <a:txBody>
                    <a:bodyPr/>
                    <a:lstStyle/>
                    <a:p>
                      <a:r>
                        <a:rPr sz="1875" b="1">
                          <a:solidFill>
                            <a:srgbClr val="A5653E"/>
                          </a:solidFill>
                          <a:latin typeface="Manrope"/>
                          <a:ea typeface="Manrope"/>
                          <a:cs typeface="Manrope"/>
                        </a:rPr>
                        <a:t>PBKDF2</a:t>
                      </a:r>
                    </a:p>
                  </a:txBody>
                  <a:tcPr anchor="ctr">
                    <a:lnL w="0">
                      <a:solidFill>
                        <a:srgbClr val="F4F1EB"/>
                      </a:solidFill>
                      <a:prstDash val="soli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875" b="0">
                          <a:solidFill>
                            <a:srgbClr val="122630"/>
                          </a:solidFill>
                          <a:latin typeface="Manrope"/>
                          <a:ea typeface="Manrope"/>
                          <a:cs typeface="Manrope"/>
                        </a:rPr>
                        <a:t>Muchas iteraciones de HMAC</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extLst>
                  <a:ext uri="{0D108BD9-81ED-4DB2-BD59-A6C34878D82A}">
                    <a16:rowId xmlns:a16="http://schemas.microsoft.com/office/drawing/2014/main" val="10001"/>
                  </a:ext>
                </a:extLst>
              </a:tr>
              <a:tr h="704850">
                <a:tc>
                  <a:txBody>
                    <a:bodyPr/>
                    <a:lstStyle/>
                    <a:p>
                      <a:r>
                        <a:rPr sz="1875" b="1">
                          <a:solidFill>
                            <a:srgbClr val="A5653E"/>
                          </a:solidFill>
                          <a:latin typeface="Manrope"/>
                          <a:ea typeface="Manrope"/>
                          <a:cs typeface="Manrope"/>
                        </a:rPr>
                        <a:t>bcrypt</a:t>
                      </a:r>
                    </a:p>
                  </a:txBody>
                  <a:tcPr anchor="ctr">
                    <a:lnL w="0">
                      <a:solidFill>
                        <a:srgbClr val="F4F1EB"/>
                      </a:solidFill>
                      <a:prstDash val="soli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875" b="0">
                          <a:solidFill>
                            <a:srgbClr val="122630"/>
                          </a:solidFill>
                          <a:latin typeface="Manrope"/>
                          <a:ea typeface="Manrope"/>
                          <a:cs typeface="Manrope"/>
                        </a:rPr>
                        <a:t>Trabajo de CPU ajustable</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extLst>
                  <a:ext uri="{0D108BD9-81ED-4DB2-BD59-A6C34878D82A}">
                    <a16:rowId xmlns:a16="http://schemas.microsoft.com/office/drawing/2014/main" val="10002"/>
                  </a:ext>
                </a:extLst>
              </a:tr>
              <a:tr h="704850">
                <a:tc>
                  <a:txBody>
                    <a:bodyPr/>
                    <a:lstStyle/>
                    <a:p>
                      <a:r>
                        <a:rPr sz="1875" b="1">
                          <a:solidFill>
                            <a:srgbClr val="287F83"/>
                          </a:solidFill>
                          <a:latin typeface="Manrope"/>
                          <a:ea typeface="Manrope"/>
                          <a:cs typeface="Manrope"/>
                        </a:rPr>
                        <a:t>scrypt</a:t>
                      </a:r>
                    </a:p>
                  </a:txBody>
                  <a:tcPr anchor="ctr">
                    <a:lnL w="0">
                      <a:solidFill>
                        <a:srgbClr val="F4F1EB"/>
                      </a:solidFill>
                      <a:prstDash val="soli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875" b="0">
                          <a:solidFill>
                            <a:srgbClr val="122630"/>
                          </a:solidFill>
                          <a:latin typeface="Manrope"/>
                          <a:ea typeface="Manrope"/>
                          <a:cs typeface="Manrope"/>
                        </a:rPr>
                        <a:t>CPU y memoria</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extLst>
                  <a:ext uri="{0D108BD9-81ED-4DB2-BD59-A6C34878D82A}">
                    <a16:rowId xmlns:a16="http://schemas.microsoft.com/office/drawing/2014/main" val="10003"/>
                  </a:ext>
                </a:extLst>
              </a:tr>
              <a:tr h="704850">
                <a:tc>
                  <a:txBody>
                    <a:bodyPr/>
                    <a:lstStyle/>
                    <a:p>
                      <a:r>
                        <a:rPr sz="1875" b="1">
                          <a:solidFill>
                            <a:srgbClr val="287F83"/>
                          </a:solidFill>
                          <a:latin typeface="Manrope"/>
                          <a:ea typeface="Manrope"/>
                          <a:cs typeface="Manrope"/>
                        </a:rPr>
                        <a:t>Argon2id</a:t>
                      </a:r>
                    </a:p>
                  </a:txBody>
                  <a:tcPr anchor="ctr">
                    <a:lnL w="0">
                      <a:solidFill>
                        <a:srgbClr val="F4F1EB"/>
                      </a:solidFill>
                      <a:prstDash val="soli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875" b="0">
                          <a:solidFill>
                            <a:srgbClr val="122630"/>
                          </a:solidFill>
                          <a:latin typeface="Manrope"/>
                          <a:ea typeface="Manrope"/>
                          <a:cs typeface="Manrope"/>
                        </a:rPr>
                        <a:t>Memoria, tiempo y paralelismo</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extLst>
                  <a:ext uri="{0D108BD9-81ED-4DB2-BD59-A6C34878D82A}">
                    <a16:rowId xmlns:a16="http://schemas.microsoft.com/office/drawing/2014/main" val="10004"/>
                  </a:ext>
                </a:extLst>
              </a:tr>
            </a:tbl>
          </a:graphicData>
        </a:graphic>
      </p:graphicFrame>
      <p:sp>
        <p:nvSpPr>
          <p:cNvPr id="9" name="rule-72">
            <a:extLst>
              <a:ext uri="{FF2B5EF4-FFF2-40B4-BE49-F238E27FC236}">
                <a16:creationId xmlns:a16="http://schemas.microsoft.com/office/drawing/2014/main" id="{BE298E85-8C85-492C-9F5E-16AE229417BC}"/>
              </a:ext>
            </a:extLst>
          </p:cNvPr>
          <p:cNvSpPr>
            <a:spLocks noGrp="1"/>
          </p:cNvSpPr>
          <p:nvPr/>
        </p:nvSpPr>
        <p:spPr>
          <a:xfrm>
            <a:off x="4953000" y="2771775"/>
            <a:ext cx="6629400" cy="0"/>
          </a:xfrm>
          <a:prstGeom prst="line">
            <a:avLst/>
          </a:prstGeom>
          <a:noFill/>
          <a:ln w="9525">
            <a:solidFill>
              <a:srgbClr val="D6D2C8"/>
            </a:solidFill>
            <a:prstDash val="solid"/>
          </a:ln>
        </p:spPr>
        <p:txBody>
          <a:bodyPr/>
          <a:lstStyle/>
          <a:p>
            <a:endParaRPr lang="es-419"/>
          </a:p>
        </p:txBody>
      </p:sp>
      <p:sp>
        <p:nvSpPr>
          <p:cNvPr id="10" name="rule-73">
            <a:extLst>
              <a:ext uri="{FF2B5EF4-FFF2-40B4-BE49-F238E27FC236}">
                <a16:creationId xmlns:a16="http://schemas.microsoft.com/office/drawing/2014/main" id="{D5A291C0-0790-41D9-B6DC-6F8D05919743}"/>
              </a:ext>
            </a:extLst>
          </p:cNvPr>
          <p:cNvSpPr>
            <a:spLocks noGrp="1"/>
          </p:cNvSpPr>
          <p:nvPr/>
        </p:nvSpPr>
        <p:spPr>
          <a:xfrm>
            <a:off x="4953000" y="3476625"/>
            <a:ext cx="6629400" cy="0"/>
          </a:xfrm>
          <a:prstGeom prst="line">
            <a:avLst/>
          </a:prstGeom>
          <a:noFill/>
          <a:ln w="9525">
            <a:solidFill>
              <a:srgbClr val="D6D2C8"/>
            </a:solidFill>
            <a:prstDash val="solid"/>
          </a:ln>
        </p:spPr>
        <p:txBody>
          <a:bodyPr/>
          <a:lstStyle/>
          <a:p>
            <a:endParaRPr lang="es-419"/>
          </a:p>
        </p:txBody>
      </p:sp>
      <p:sp>
        <p:nvSpPr>
          <p:cNvPr id="11" name="rule-74">
            <a:extLst>
              <a:ext uri="{FF2B5EF4-FFF2-40B4-BE49-F238E27FC236}">
                <a16:creationId xmlns:a16="http://schemas.microsoft.com/office/drawing/2014/main" id="{BB8A2556-7037-4739-89FA-D871DC1D81A6}"/>
              </a:ext>
            </a:extLst>
          </p:cNvPr>
          <p:cNvSpPr>
            <a:spLocks noGrp="1"/>
          </p:cNvSpPr>
          <p:nvPr/>
        </p:nvSpPr>
        <p:spPr>
          <a:xfrm>
            <a:off x="4953000" y="4181475"/>
            <a:ext cx="6629400" cy="0"/>
          </a:xfrm>
          <a:prstGeom prst="line">
            <a:avLst/>
          </a:prstGeom>
          <a:noFill/>
          <a:ln w="9525">
            <a:solidFill>
              <a:srgbClr val="D6D2C8"/>
            </a:solidFill>
            <a:prstDash val="solid"/>
          </a:ln>
        </p:spPr>
        <p:txBody>
          <a:bodyPr/>
          <a:lstStyle/>
          <a:p>
            <a:endParaRPr lang="es-419"/>
          </a:p>
        </p:txBody>
      </p:sp>
      <p:sp>
        <p:nvSpPr>
          <p:cNvPr id="12" name="rule-75">
            <a:extLst>
              <a:ext uri="{FF2B5EF4-FFF2-40B4-BE49-F238E27FC236}">
                <a16:creationId xmlns:a16="http://schemas.microsoft.com/office/drawing/2014/main" id="{84FC20C5-A6F3-43C3-A655-4AA452940F52}"/>
              </a:ext>
            </a:extLst>
          </p:cNvPr>
          <p:cNvSpPr>
            <a:spLocks noGrp="1"/>
          </p:cNvSpPr>
          <p:nvPr/>
        </p:nvSpPr>
        <p:spPr>
          <a:xfrm>
            <a:off x="4953000" y="4886325"/>
            <a:ext cx="6629400" cy="0"/>
          </a:xfrm>
          <a:prstGeom prst="line">
            <a:avLst/>
          </a:prstGeom>
          <a:noFill/>
          <a:ln w="9525">
            <a:solidFill>
              <a:srgbClr val="D6D2C8"/>
            </a:solidFill>
            <a:prstDash val="solid"/>
          </a:ln>
        </p:spPr>
        <p:txBody>
          <a:bodyPr/>
          <a:lstStyle/>
          <a:p>
            <a:endParaRPr lang="es-419"/>
          </a:p>
        </p:txBody>
      </p:sp>
      <p:sp>
        <p:nvSpPr>
          <p:cNvPr id="13" name="rule-76">
            <a:extLst>
              <a:ext uri="{FF2B5EF4-FFF2-40B4-BE49-F238E27FC236}">
                <a16:creationId xmlns:a16="http://schemas.microsoft.com/office/drawing/2014/main" id="{2E20191B-F727-4693-A6B2-BEC9DAF91E52}"/>
              </a:ext>
            </a:extLst>
          </p:cNvPr>
          <p:cNvSpPr>
            <a:spLocks noGrp="1"/>
          </p:cNvSpPr>
          <p:nvPr/>
        </p:nvSpPr>
        <p:spPr>
          <a:xfrm>
            <a:off x="4953000" y="5591175"/>
            <a:ext cx="6629400" cy="0"/>
          </a:xfrm>
          <a:prstGeom prst="line">
            <a:avLst/>
          </a:prstGeom>
          <a:noFill/>
          <a:ln w="9525">
            <a:solidFill>
              <a:srgbClr val="D6D2C8"/>
            </a:solidFill>
            <a:prstDash val="solid"/>
          </a:ln>
        </p:spPr>
        <p:txBody>
          <a:bodyPr/>
          <a:lstStyle/>
          <a:p>
            <a:endParaRPr lang="es-419"/>
          </a:p>
        </p:txBody>
      </p:sp>
      <p:sp>
        <p:nvSpPr>
          <p:cNvPr id="14" name="text-77">
            <a:extLst>
              <a:ext uri="{FF2B5EF4-FFF2-40B4-BE49-F238E27FC236}">
                <a16:creationId xmlns:a16="http://schemas.microsoft.com/office/drawing/2014/main" id="{51CE01D7-1BEC-46B5-88EF-FB2EB73F26B0}"/>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61717A"/>
                </a:solidFill>
                <a:latin typeface="Manrope"/>
                <a:ea typeface="Manrope"/>
                <a:cs typeface="Manrope"/>
              </a:defRPr>
            </a:defPPr>
            <a:lvl1pPr>
              <a:defRPr sz="1200" b="0">
                <a:solidFill>
                  <a:srgbClr val="61717A"/>
                </a:solidFill>
                <a:latin typeface="Manrope"/>
                <a:ea typeface="Manrope"/>
                <a:cs typeface="Manrope"/>
              </a:defRPr>
            </a:lvl1pPr>
            <a:lvl2pPr>
              <a:defRPr sz="1200" b="0">
                <a:solidFill>
                  <a:srgbClr val="61717A"/>
                </a:solidFill>
                <a:latin typeface="Manrope"/>
                <a:ea typeface="Manrope"/>
                <a:cs typeface="Manrope"/>
              </a:defRPr>
            </a:lvl2pPr>
            <a:lvl3pPr>
              <a:defRPr sz="1200" b="0">
                <a:solidFill>
                  <a:srgbClr val="61717A"/>
                </a:solidFill>
                <a:latin typeface="Manrope"/>
                <a:ea typeface="Manrope"/>
                <a:cs typeface="Manrope"/>
              </a:defRPr>
            </a:lvl3pPr>
            <a:lvl4pPr>
              <a:defRPr sz="1200" b="0">
                <a:solidFill>
                  <a:srgbClr val="61717A"/>
                </a:solidFill>
                <a:latin typeface="Manrope"/>
                <a:ea typeface="Manrope"/>
                <a:cs typeface="Manrope"/>
              </a:defRPr>
            </a:lvl4pPr>
            <a:lvl5pPr>
              <a:defRPr sz="1200" b="0">
                <a:solidFill>
                  <a:srgbClr val="61717A"/>
                </a:solidFill>
                <a:latin typeface="Manrope"/>
                <a:ea typeface="Manrope"/>
                <a:cs typeface="Manrope"/>
              </a:defRPr>
            </a:lvl5pPr>
            <a:lvl6pPr>
              <a:defRPr sz="1200" b="0">
                <a:solidFill>
                  <a:srgbClr val="61717A"/>
                </a:solidFill>
                <a:latin typeface="Manrope"/>
                <a:ea typeface="Manrope"/>
                <a:cs typeface="Manrope"/>
              </a:defRPr>
            </a:lvl6pPr>
            <a:lvl7pPr>
              <a:defRPr sz="1200" b="0">
                <a:solidFill>
                  <a:srgbClr val="61717A"/>
                </a:solidFill>
                <a:latin typeface="Manrope"/>
                <a:ea typeface="Manrope"/>
                <a:cs typeface="Manrope"/>
              </a:defRPr>
            </a:lvl7pPr>
            <a:lvl8pPr>
              <a:defRPr sz="1200" b="0">
                <a:solidFill>
                  <a:srgbClr val="61717A"/>
                </a:solidFill>
                <a:latin typeface="Manrope"/>
                <a:ea typeface="Manrope"/>
                <a:cs typeface="Manrope"/>
              </a:defRPr>
            </a:lvl8pPr>
            <a:lvl9pPr>
              <a:defRPr sz="1200" b="0">
                <a:solidFill>
                  <a:srgbClr val="61717A"/>
                </a:solidFill>
                <a:latin typeface="Manrope"/>
                <a:ea typeface="Manrope"/>
                <a:cs typeface="Manrope"/>
              </a:defRPr>
            </a:lvl9pPr>
          </a:lstStyle>
          <a:p>
            <a:pPr>
              <a:defRPr sz="1200" b="0">
                <a:solidFill>
                  <a:srgbClr val="61717A"/>
                </a:solidFill>
                <a:latin typeface="Manrope"/>
                <a:ea typeface="Manrope"/>
                <a:cs typeface="Manrope"/>
              </a:defRPr>
            </a:pPr>
            <a:r>
              <a:rPr sz="1200" b="0">
                <a:solidFill>
                  <a:srgbClr val="61717A"/>
                </a:solidFill>
                <a:latin typeface="Manrope"/>
                <a:ea typeface="Manrope"/>
                <a:cs typeface="Manrope"/>
              </a:rPr>
              <a:t>PBKDF2 y scrypt forman parte de la teoría. La práctica mide cuatro esquemas.</a:t>
            </a:r>
          </a:p>
        </p:txBody>
      </p:sp>
    </p:spTree>
    <p:extLst>
      <p:ext uri="{BB962C8B-B14F-4D97-AF65-F5344CB8AC3E}">
        <p14:creationId xmlns:p14="http://schemas.microsoft.com/office/powerpoint/2010/main" val="76188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91A24"/>
        </a:solidFill>
        <a:effectLst/>
      </p:bgPr>
    </p:bg>
    <p:spTree>
      <p:nvGrpSpPr>
        <p:cNvPr id="1" name=""/>
        <p:cNvGrpSpPr/>
        <p:nvPr/>
      </p:nvGrpSpPr>
      <p:grpSpPr>
        <a:xfrm>
          <a:off x="0" y="0"/>
          <a:ext cx="0" cy="0"/>
          <a:chOff x="0" y="0"/>
          <a:chExt cx="0" cy="0"/>
        </a:xfrm>
      </p:grpSpPr>
      <p:sp>
        <p:nvSpPr>
          <p:cNvPr id="3" name="text-79">
            <a:extLst>
              <a:ext uri="{FF2B5EF4-FFF2-40B4-BE49-F238E27FC236}">
                <a16:creationId xmlns:a16="http://schemas.microsoft.com/office/drawing/2014/main" id="{3EB3CE4B-9405-4022-9B17-2F31CD99ED71}"/>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FCFBF8"/>
                </a:solidFill>
                <a:latin typeface="Manrope"/>
                <a:ea typeface="Manrope"/>
                <a:cs typeface="Manrope"/>
              </a:defRPr>
            </a:defPPr>
            <a:lvl1pPr>
              <a:defRPr sz="3900" b="1">
                <a:solidFill>
                  <a:srgbClr val="FCFBF8"/>
                </a:solidFill>
                <a:latin typeface="Manrope"/>
                <a:ea typeface="Manrope"/>
                <a:cs typeface="Manrope"/>
              </a:defRPr>
            </a:lvl1pPr>
            <a:lvl2pPr>
              <a:defRPr sz="3900" b="1">
                <a:solidFill>
                  <a:srgbClr val="FCFBF8"/>
                </a:solidFill>
                <a:latin typeface="Manrope"/>
                <a:ea typeface="Manrope"/>
                <a:cs typeface="Manrope"/>
              </a:defRPr>
            </a:lvl2pPr>
            <a:lvl3pPr>
              <a:defRPr sz="3900" b="1">
                <a:solidFill>
                  <a:srgbClr val="FCFBF8"/>
                </a:solidFill>
                <a:latin typeface="Manrope"/>
                <a:ea typeface="Manrope"/>
                <a:cs typeface="Manrope"/>
              </a:defRPr>
            </a:lvl3pPr>
            <a:lvl4pPr>
              <a:defRPr sz="3900" b="1">
                <a:solidFill>
                  <a:srgbClr val="FCFBF8"/>
                </a:solidFill>
                <a:latin typeface="Manrope"/>
                <a:ea typeface="Manrope"/>
                <a:cs typeface="Manrope"/>
              </a:defRPr>
            </a:lvl4pPr>
            <a:lvl5pPr>
              <a:defRPr sz="3900" b="1">
                <a:solidFill>
                  <a:srgbClr val="FCFBF8"/>
                </a:solidFill>
                <a:latin typeface="Manrope"/>
                <a:ea typeface="Manrope"/>
                <a:cs typeface="Manrope"/>
              </a:defRPr>
            </a:lvl5pPr>
            <a:lvl6pPr>
              <a:defRPr sz="3900" b="1">
                <a:solidFill>
                  <a:srgbClr val="FCFBF8"/>
                </a:solidFill>
                <a:latin typeface="Manrope"/>
                <a:ea typeface="Manrope"/>
                <a:cs typeface="Manrope"/>
              </a:defRPr>
            </a:lvl6pPr>
            <a:lvl7pPr>
              <a:defRPr sz="3900" b="1">
                <a:solidFill>
                  <a:srgbClr val="FCFBF8"/>
                </a:solidFill>
                <a:latin typeface="Manrope"/>
                <a:ea typeface="Manrope"/>
                <a:cs typeface="Manrope"/>
              </a:defRPr>
            </a:lvl7pPr>
            <a:lvl8pPr>
              <a:defRPr sz="3900" b="1">
                <a:solidFill>
                  <a:srgbClr val="FCFBF8"/>
                </a:solidFill>
                <a:latin typeface="Manrope"/>
                <a:ea typeface="Manrope"/>
                <a:cs typeface="Manrope"/>
              </a:defRPr>
            </a:lvl8pPr>
            <a:lvl9pPr>
              <a:defRPr sz="3900" b="1">
                <a:solidFill>
                  <a:srgbClr val="FCFBF8"/>
                </a:solidFill>
                <a:latin typeface="Manrope"/>
                <a:ea typeface="Manrope"/>
                <a:cs typeface="Manrope"/>
              </a:defRPr>
            </a:lvl9pPr>
          </a:lstStyle>
          <a:p>
            <a:pPr>
              <a:defRPr sz="3900" b="1">
                <a:solidFill>
                  <a:srgbClr val="FCFBF8"/>
                </a:solidFill>
                <a:latin typeface="Manrope"/>
                <a:ea typeface="Manrope"/>
                <a:cs typeface="Manrope"/>
              </a:defRPr>
            </a:pPr>
            <a:r>
              <a:rPr sz="3900" b="1">
                <a:solidFill>
                  <a:srgbClr val="FCFBF8"/>
                </a:solidFill>
                <a:latin typeface="Manrope"/>
                <a:ea typeface="Manrope"/>
                <a:cs typeface="Manrope"/>
              </a:rPr>
              <a:t>Sal, costo y dureza de memoria</a:t>
            </a:r>
          </a:p>
        </p:txBody>
      </p:sp>
      <p:sp>
        <p:nvSpPr>
          <p:cNvPr id="4" name="text-80">
            <a:extLst>
              <a:ext uri="{FF2B5EF4-FFF2-40B4-BE49-F238E27FC236}">
                <a16:creationId xmlns:a16="http://schemas.microsoft.com/office/drawing/2014/main" id="{3F6D5F3E-CF56-47BA-9931-12BB5CB98D56}"/>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9AC5CC"/>
                </a:solidFill>
                <a:latin typeface="Manrope"/>
                <a:ea typeface="Manrope"/>
                <a:cs typeface="Manrope"/>
              </a:defRPr>
            </a:defPPr>
            <a:lvl1pPr>
              <a:defRPr sz="1050" b="0">
                <a:solidFill>
                  <a:srgbClr val="9AC5CC"/>
                </a:solidFill>
                <a:latin typeface="Manrope"/>
                <a:ea typeface="Manrope"/>
                <a:cs typeface="Manrope"/>
              </a:defRPr>
            </a:lvl1pPr>
            <a:lvl2pPr>
              <a:defRPr sz="1050" b="0">
                <a:solidFill>
                  <a:srgbClr val="9AC5CC"/>
                </a:solidFill>
                <a:latin typeface="Manrope"/>
                <a:ea typeface="Manrope"/>
                <a:cs typeface="Manrope"/>
              </a:defRPr>
            </a:lvl2pPr>
            <a:lvl3pPr>
              <a:defRPr sz="1050" b="0">
                <a:solidFill>
                  <a:srgbClr val="9AC5CC"/>
                </a:solidFill>
                <a:latin typeface="Manrope"/>
                <a:ea typeface="Manrope"/>
                <a:cs typeface="Manrope"/>
              </a:defRPr>
            </a:lvl3pPr>
            <a:lvl4pPr>
              <a:defRPr sz="1050" b="0">
                <a:solidFill>
                  <a:srgbClr val="9AC5CC"/>
                </a:solidFill>
                <a:latin typeface="Manrope"/>
                <a:ea typeface="Manrope"/>
                <a:cs typeface="Manrope"/>
              </a:defRPr>
            </a:lvl4pPr>
            <a:lvl5pPr>
              <a:defRPr sz="1050" b="0">
                <a:solidFill>
                  <a:srgbClr val="9AC5CC"/>
                </a:solidFill>
                <a:latin typeface="Manrope"/>
                <a:ea typeface="Manrope"/>
                <a:cs typeface="Manrope"/>
              </a:defRPr>
            </a:lvl5pPr>
            <a:lvl6pPr>
              <a:defRPr sz="1050" b="0">
                <a:solidFill>
                  <a:srgbClr val="9AC5CC"/>
                </a:solidFill>
                <a:latin typeface="Manrope"/>
                <a:ea typeface="Manrope"/>
                <a:cs typeface="Manrope"/>
              </a:defRPr>
            </a:lvl6pPr>
            <a:lvl7pPr>
              <a:defRPr sz="1050" b="0">
                <a:solidFill>
                  <a:srgbClr val="9AC5CC"/>
                </a:solidFill>
                <a:latin typeface="Manrope"/>
                <a:ea typeface="Manrope"/>
                <a:cs typeface="Manrope"/>
              </a:defRPr>
            </a:lvl7pPr>
            <a:lvl8pPr>
              <a:defRPr sz="1050" b="0">
                <a:solidFill>
                  <a:srgbClr val="9AC5CC"/>
                </a:solidFill>
                <a:latin typeface="Manrope"/>
                <a:ea typeface="Manrope"/>
                <a:cs typeface="Manrope"/>
              </a:defRPr>
            </a:lvl8pPr>
            <a:lvl9pPr>
              <a:defRPr sz="1050" b="0">
                <a:solidFill>
                  <a:srgbClr val="9AC5CC"/>
                </a:solidFill>
                <a:latin typeface="Manrope"/>
                <a:ea typeface="Manrope"/>
                <a:cs typeface="Manrope"/>
              </a:defRPr>
            </a:lvl9pPr>
          </a:lstStyle>
          <a:p>
            <a:pPr>
              <a:defRPr sz="1050" b="0">
                <a:solidFill>
                  <a:srgbClr val="9AC5CC"/>
                </a:solidFill>
                <a:latin typeface="Manrope"/>
                <a:ea typeface="Manrope"/>
                <a:cs typeface="Manrope"/>
              </a:defRPr>
            </a:pPr>
            <a:r>
              <a:rPr sz="1050" b="0">
                <a:solidFill>
                  <a:srgbClr val="9AC5CC"/>
                </a:solidFill>
                <a:latin typeface="Manrope"/>
                <a:ea typeface="Manrope"/>
                <a:cs typeface="Manrope"/>
              </a:rPr>
              <a:t>ITI-922  /  GRUPO 6</a:t>
            </a:r>
          </a:p>
        </p:txBody>
      </p:sp>
      <p:sp>
        <p:nvSpPr>
          <p:cNvPr id="5" name="text-81">
            <a:extLst>
              <a:ext uri="{FF2B5EF4-FFF2-40B4-BE49-F238E27FC236}">
                <a16:creationId xmlns:a16="http://schemas.microsoft.com/office/drawing/2014/main" id="{D6A91A1C-CE8A-435F-822B-130311AC1614}"/>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9AC5CC"/>
                </a:solidFill>
                <a:latin typeface="Manrope"/>
                <a:ea typeface="Manrope"/>
                <a:cs typeface="Manrope"/>
              </a:defRPr>
            </a:defPPr>
            <a:lvl1pPr algn="r">
              <a:defRPr sz="1425" b="0">
                <a:solidFill>
                  <a:srgbClr val="9AC5CC"/>
                </a:solidFill>
                <a:latin typeface="Manrope"/>
                <a:ea typeface="Manrope"/>
                <a:cs typeface="Manrope"/>
              </a:defRPr>
            </a:lvl1pPr>
            <a:lvl2pPr algn="r">
              <a:defRPr sz="1425" b="0">
                <a:solidFill>
                  <a:srgbClr val="9AC5CC"/>
                </a:solidFill>
                <a:latin typeface="Manrope"/>
                <a:ea typeface="Manrope"/>
                <a:cs typeface="Manrope"/>
              </a:defRPr>
            </a:lvl2pPr>
            <a:lvl3pPr algn="r">
              <a:defRPr sz="1425" b="0">
                <a:solidFill>
                  <a:srgbClr val="9AC5CC"/>
                </a:solidFill>
                <a:latin typeface="Manrope"/>
                <a:ea typeface="Manrope"/>
                <a:cs typeface="Manrope"/>
              </a:defRPr>
            </a:lvl3pPr>
            <a:lvl4pPr algn="r">
              <a:defRPr sz="1425" b="0">
                <a:solidFill>
                  <a:srgbClr val="9AC5CC"/>
                </a:solidFill>
                <a:latin typeface="Manrope"/>
                <a:ea typeface="Manrope"/>
                <a:cs typeface="Manrope"/>
              </a:defRPr>
            </a:lvl4pPr>
            <a:lvl5pPr algn="r">
              <a:defRPr sz="1425" b="0">
                <a:solidFill>
                  <a:srgbClr val="9AC5CC"/>
                </a:solidFill>
                <a:latin typeface="Manrope"/>
                <a:ea typeface="Manrope"/>
                <a:cs typeface="Manrope"/>
              </a:defRPr>
            </a:lvl5pPr>
            <a:lvl6pPr algn="r">
              <a:defRPr sz="1425" b="0">
                <a:solidFill>
                  <a:srgbClr val="9AC5CC"/>
                </a:solidFill>
                <a:latin typeface="Manrope"/>
                <a:ea typeface="Manrope"/>
                <a:cs typeface="Manrope"/>
              </a:defRPr>
            </a:lvl6pPr>
            <a:lvl7pPr algn="r">
              <a:defRPr sz="1425" b="0">
                <a:solidFill>
                  <a:srgbClr val="9AC5CC"/>
                </a:solidFill>
                <a:latin typeface="Manrope"/>
                <a:ea typeface="Manrope"/>
                <a:cs typeface="Manrope"/>
              </a:defRPr>
            </a:lvl7pPr>
            <a:lvl8pPr algn="r">
              <a:defRPr sz="1425" b="0">
                <a:solidFill>
                  <a:srgbClr val="9AC5CC"/>
                </a:solidFill>
                <a:latin typeface="Manrope"/>
                <a:ea typeface="Manrope"/>
                <a:cs typeface="Manrope"/>
              </a:defRPr>
            </a:lvl8pPr>
            <a:lvl9pPr algn="r">
              <a:defRPr sz="1425" b="0">
                <a:solidFill>
                  <a:srgbClr val="9AC5CC"/>
                </a:solidFill>
                <a:latin typeface="Manrope"/>
                <a:ea typeface="Manrope"/>
                <a:cs typeface="Manrope"/>
              </a:defRPr>
            </a:lvl9pPr>
          </a:lstStyle>
          <a:p>
            <a:pPr algn="r">
              <a:defRPr sz="1425" b="0">
                <a:solidFill>
                  <a:srgbClr val="9AC5CC"/>
                </a:solidFill>
                <a:latin typeface="Manrope"/>
                <a:ea typeface="Manrope"/>
                <a:cs typeface="Manrope"/>
              </a:defRPr>
            </a:pPr>
            <a:r>
              <a:rPr sz="1425" b="0">
                <a:solidFill>
                  <a:srgbClr val="9AC5CC"/>
                </a:solidFill>
                <a:latin typeface="Manrope"/>
                <a:ea typeface="Manrope"/>
                <a:cs typeface="Manrope"/>
              </a:rPr>
              <a:t>07</a:t>
            </a:r>
          </a:p>
        </p:txBody>
      </p:sp>
      <p:sp>
        <p:nvSpPr>
          <p:cNvPr id="6" name="text-82">
            <a:extLst>
              <a:ext uri="{FF2B5EF4-FFF2-40B4-BE49-F238E27FC236}">
                <a16:creationId xmlns:a16="http://schemas.microsoft.com/office/drawing/2014/main" id="{C5236C34-575F-4E42-8E52-41F00A1FF7DF}"/>
              </a:ext>
            </a:extLst>
          </p:cNvPr>
          <p:cNvSpPr>
            <a:spLocks noGrp="1"/>
          </p:cNvSpPr>
          <p:nvPr/>
        </p:nvSpPr>
        <p:spPr>
          <a:xfrm>
            <a:off x="609600" y="2114550"/>
            <a:ext cx="2571750" cy="285750"/>
          </a:xfrm>
          <a:prstGeom prst="rect">
            <a:avLst/>
          </a:prstGeom>
          <a:noFill/>
          <a:ln w="0">
            <a:noFill/>
            <a:prstDash val="solid"/>
          </a:ln>
        </p:spPr>
        <p:txBody>
          <a:bodyPr wrap="square" lIns="0" tIns="0" rIns="0" bIns="0" anchor="t">
            <a:noAutofit/>
          </a:bodyPr>
          <a:lstStyle>
            <a:defPPr>
              <a:defRPr sz="1275" b="1">
                <a:solidFill>
                  <a:srgbClr val="E4B084"/>
                </a:solidFill>
                <a:latin typeface="Manrope"/>
                <a:ea typeface="Manrope"/>
                <a:cs typeface="Manrope"/>
              </a:defRPr>
            </a:defPPr>
            <a:lvl1pPr>
              <a:defRPr sz="1275" b="1">
                <a:solidFill>
                  <a:srgbClr val="E4B084"/>
                </a:solidFill>
                <a:latin typeface="Manrope"/>
                <a:ea typeface="Manrope"/>
                <a:cs typeface="Manrope"/>
              </a:defRPr>
            </a:lvl1pPr>
            <a:lvl2pPr>
              <a:defRPr sz="1275" b="1">
                <a:solidFill>
                  <a:srgbClr val="E4B084"/>
                </a:solidFill>
                <a:latin typeface="Manrope"/>
                <a:ea typeface="Manrope"/>
                <a:cs typeface="Manrope"/>
              </a:defRPr>
            </a:lvl2pPr>
            <a:lvl3pPr>
              <a:defRPr sz="1275" b="1">
                <a:solidFill>
                  <a:srgbClr val="E4B084"/>
                </a:solidFill>
                <a:latin typeface="Manrope"/>
                <a:ea typeface="Manrope"/>
                <a:cs typeface="Manrope"/>
              </a:defRPr>
            </a:lvl3pPr>
            <a:lvl4pPr>
              <a:defRPr sz="1275" b="1">
                <a:solidFill>
                  <a:srgbClr val="E4B084"/>
                </a:solidFill>
                <a:latin typeface="Manrope"/>
                <a:ea typeface="Manrope"/>
                <a:cs typeface="Manrope"/>
              </a:defRPr>
            </a:lvl4pPr>
            <a:lvl5pPr>
              <a:defRPr sz="1275" b="1">
                <a:solidFill>
                  <a:srgbClr val="E4B084"/>
                </a:solidFill>
                <a:latin typeface="Manrope"/>
                <a:ea typeface="Manrope"/>
                <a:cs typeface="Manrope"/>
              </a:defRPr>
            </a:lvl5pPr>
            <a:lvl6pPr>
              <a:defRPr sz="1275" b="1">
                <a:solidFill>
                  <a:srgbClr val="E4B084"/>
                </a:solidFill>
                <a:latin typeface="Manrope"/>
                <a:ea typeface="Manrope"/>
                <a:cs typeface="Manrope"/>
              </a:defRPr>
            </a:lvl6pPr>
            <a:lvl7pPr>
              <a:defRPr sz="1275" b="1">
                <a:solidFill>
                  <a:srgbClr val="E4B084"/>
                </a:solidFill>
                <a:latin typeface="Manrope"/>
                <a:ea typeface="Manrope"/>
                <a:cs typeface="Manrope"/>
              </a:defRPr>
            </a:lvl7pPr>
            <a:lvl8pPr>
              <a:defRPr sz="1275" b="1">
                <a:solidFill>
                  <a:srgbClr val="E4B084"/>
                </a:solidFill>
                <a:latin typeface="Manrope"/>
                <a:ea typeface="Manrope"/>
                <a:cs typeface="Manrope"/>
              </a:defRPr>
            </a:lvl8pPr>
            <a:lvl9pPr>
              <a:defRPr sz="1275" b="1">
                <a:solidFill>
                  <a:srgbClr val="E4B084"/>
                </a:solidFill>
                <a:latin typeface="Manrope"/>
                <a:ea typeface="Manrope"/>
                <a:cs typeface="Manrope"/>
              </a:defRPr>
            </a:lvl9pPr>
          </a:lstStyle>
          <a:p>
            <a:pPr>
              <a:defRPr sz="1275" b="1">
                <a:solidFill>
                  <a:srgbClr val="E4B084"/>
                </a:solidFill>
                <a:latin typeface="Manrope"/>
                <a:ea typeface="Manrope"/>
                <a:cs typeface="Manrope"/>
              </a:defRPr>
            </a:pPr>
            <a:r>
              <a:rPr sz="1275" b="1">
                <a:solidFill>
                  <a:srgbClr val="E4B084"/>
                </a:solidFill>
                <a:latin typeface="Manrope"/>
                <a:ea typeface="Manrope"/>
                <a:cs typeface="Manrope"/>
              </a:rPr>
              <a:t>SAL</a:t>
            </a:r>
          </a:p>
        </p:txBody>
      </p:sp>
      <p:sp>
        <p:nvSpPr>
          <p:cNvPr id="7" name="text-83">
            <a:extLst>
              <a:ext uri="{FF2B5EF4-FFF2-40B4-BE49-F238E27FC236}">
                <a16:creationId xmlns:a16="http://schemas.microsoft.com/office/drawing/2014/main" id="{EB257EC7-969B-48BB-94E5-AAAF8AA9AD4B}"/>
              </a:ext>
            </a:extLst>
          </p:cNvPr>
          <p:cNvSpPr>
            <a:spLocks noGrp="1"/>
          </p:cNvSpPr>
          <p:nvPr/>
        </p:nvSpPr>
        <p:spPr>
          <a:xfrm>
            <a:off x="2733675" y="2076450"/>
            <a:ext cx="4267200" cy="838200"/>
          </a:xfrm>
          <a:prstGeom prst="rect">
            <a:avLst/>
          </a:prstGeom>
          <a:noFill/>
          <a:ln w="0">
            <a:noFill/>
            <a:prstDash val="solid"/>
          </a:ln>
        </p:spPr>
        <p:txBody>
          <a:bodyPr wrap="square" lIns="0" tIns="0" rIns="0" bIns="0" anchor="t">
            <a:noAutofit/>
          </a:bodyPr>
          <a:lstStyle>
            <a:defPPr>
              <a:defRPr sz="2100" b="0">
                <a:solidFill>
                  <a:srgbClr val="FCFBF8"/>
                </a:solidFill>
                <a:latin typeface="Manrope"/>
                <a:ea typeface="Manrope"/>
                <a:cs typeface="Manrope"/>
              </a:defRPr>
            </a:defPPr>
            <a:lvl1pPr>
              <a:defRPr sz="2100" b="0">
                <a:solidFill>
                  <a:srgbClr val="FCFBF8"/>
                </a:solidFill>
                <a:latin typeface="Manrope"/>
                <a:ea typeface="Manrope"/>
                <a:cs typeface="Manrope"/>
              </a:defRPr>
            </a:lvl1pPr>
            <a:lvl2pPr>
              <a:defRPr sz="2100" b="0">
                <a:solidFill>
                  <a:srgbClr val="FCFBF8"/>
                </a:solidFill>
                <a:latin typeface="Manrope"/>
                <a:ea typeface="Manrope"/>
                <a:cs typeface="Manrope"/>
              </a:defRPr>
            </a:lvl2pPr>
            <a:lvl3pPr>
              <a:defRPr sz="2100" b="0">
                <a:solidFill>
                  <a:srgbClr val="FCFBF8"/>
                </a:solidFill>
                <a:latin typeface="Manrope"/>
                <a:ea typeface="Manrope"/>
                <a:cs typeface="Manrope"/>
              </a:defRPr>
            </a:lvl3pPr>
            <a:lvl4pPr>
              <a:defRPr sz="2100" b="0">
                <a:solidFill>
                  <a:srgbClr val="FCFBF8"/>
                </a:solidFill>
                <a:latin typeface="Manrope"/>
                <a:ea typeface="Manrope"/>
                <a:cs typeface="Manrope"/>
              </a:defRPr>
            </a:lvl4pPr>
            <a:lvl5pPr>
              <a:defRPr sz="2100" b="0">
                <a:solidFill>
                  <a:srgbClr val="FCFBF8"/>
                </a:solidFill>
                <a:latin typeface="Manrope"/>
                <a:ea typeface="Manrope"/>
                <a:cs typeface="Manrope"/>
              </a:defRPr>
            </a:lvl5pPr>
            <a:lvl6pPr>
              <a:defRPr sz="2100" b="0">
                <a:solidFill>
                  <a:srgbClr val="FCFBF8"/>
                </a:solidFill>
                <a:latin typeface="Manrope"/>
                <a:ea typeface="Manrope"/>
                <a:cs typeface="Manrope"/>
              </a:defRPr>
            </a:lvl6pPr>
            <a:lvl7pPr>
              <a:defRPr sz="2100" b="0">
                <a:solidFill>
                  <a:srgbClr val="FCFBF8"/>
                </a:solidFill>
                <a:latin typeface="Manrope"/>
                <a:ea typeface="Manrope"/>
                <a:cs typeface="Manrope"/>
              </a:defRPr>
            </a:lvl7pPr>
            <a:lvl8pPr>
              <a:defRPr sz="2100" b="0">
                <a:solidFill>
                  <a:srgbClr val="FCFBF8"/>
                </a:solidFill>
                <a:latin typeface="Manrope"/>
                <a:ea typeface="Manrope"/>
                <a:cs typeface="Manrope"/>
              </a:defRPr>
            </a:lvl8pPr>
            <a:lvl9pPr>
              <a:defRPr sz="2100" b="0">
                <a:solidFill>
                  <a:srgbClr val="FCFBF8"/>
                </a:solidFill>
                <a:latin typeface="Manrope"/>
                <a:ea typeface="Manrope"/>
                <a:cs typeface="Manrope"/>
              </a:defRPr>
            </a:lvl9pPr>
          </a:lstStyle>
          <a:p>
            <a:pPr>
              <a:defRPr sz="2100" b="0">
                <a:solidFill>
                  <a:srgbClr val="FCFBF8"/>
                </a:solidFill>
                <a:latin typeface="Manrope"/>
                <a:ea typeface="Manrope"/>
                <a:cs typeface="Manrope"/>
              </a:defRPr>
            </a:pPr>
            <a:r>
              <a:rPr sz="2100" b="0">
                <a:solidFill>
                  <a:srgbClr val="FCFBF8"/>
                </a:solidFill>
                <a:latin typeface="Manrope"/>
                <a:ea typeface="Manrope"/>
                <a:cs typeface="Manrope"/>
              </a:rPr>
              <a:t>Aleatoria por contraseña.</a:t>
            </a:r>
          </a:p>
          <a:p>
            <a:pPr>
              <a:defRPr sz="2100" b="0">
                <a:solidFill>
                  <a:srgbClr val="FCFBF8"/>
                </a:solidFill>
                <a:latin typeface="Manrope"/>
                <a:ea typeface="Manrope"/>
                <a:cs typeface="Manrope"/>
              </a:defRPr>
            </a:pPr>
            <a:r>
              <a:rPr sz="2100" b="0">
                <a:solidFill>
                  <a:srgbClr val="FCFBF8"/>
                </a:solidFill>
                <a:latin typeface="Manrope"/>
                <a:ea typeface="Manrope"/>
                <a:cs typeface="Manrope"/>
              </a:rPr>
              <a:t>Se guarda con el hash.</a:t>
            </a:r>
          </a:p>
        </p:txBody>
      </p:sp>
      <p:sp>
        <p:nvSpPr>
          <p:cNvPr id="8" name="text-84">
            <a:extLst>
              <a:ext uri="{FF2B5EF4-FFF2-40B4-BE49-F238E27FC236}">
                <a16:creationId xmlns:a16="http://schemas.microsoft.com/office/drawing/2014/main" id="{E06B798B-E4BF-4723-9431-A5A1A8E26326}"/>
              </a:ext>
            </a:extLst>
          </p:cNvPr>
          <p:cNvSpPr>
            <a:spLocks noGrp="1"/>
          </p:cNvSpPr>
          <p:nvPr/>
        </p:nvSpPr>
        <p:spPr>
          <a:xfrm>
            <a:off x="609600" y="3190875"/>
            <a:ext cx="2571750" cy="285750"/>
          </a:xfrm>
          <a:prstGeom prst="rect">
            <a:avLst/>
          </a:prstGeom>
          <a:noFill/>
          <a:ln w="0">
            <a:noFill/>
            <a:prstDash val="solid"/>
          </a:ln>
        </p:spPr>
        <p:txBody>
          <a:bodyPr wrap="square" lIns="0" tIns="0" rIns="0" bIns="0" anchor="t">
            <a:noAutofit/>
          </a:bodyPr>
          <a:lstStyle>
            <a:defPPr>
              <a:defRPr sz="1275" b="1">
                <a:solidFill>
                  <a:srgbClr val="E4B084"/>
                </a:solidFill>
                <a:latin typeface="Manrope"/>
                <a:ea typeface="Manrope"/>
                <a:cs typeface="Manrope"/>
              </a:defRPr>
            </a:defPPr>
            <a:lvl1pPr>
              <a:defRPr sz="1275" b="1">
                <a:solidFill>
                  <a:srgbClr val="E4B084"/>
                </a:solidFill>
                <a:latin typeface="Manrope"/>
                <a:ea typeface="Manrope"/>
                <a:cs typeface="Manrope"/>
              </a:defRPr>
            </a:lvl1pPr>
            <a:lvl2pPr>
              <a:defRPr sz="1275" b="1">
                <a:solidFill>
                  <a:srgbClr val="E4B084"/>
                </a:solidFill>
                <a:latin typeface="Manrope"/>
                <a:ea typeface="Manrope"/>
                <a:cs typeface="Manrope"/>
              </a:defRPr>
            </a:lvl2pPr>
            <a:lvl3pPr>
              <a:defRPr sz="1275" b="1">
                <a:solidFill>
                  <a:srgbClr val="E4B084"/>
                </a:solidFill>
                <a:latin typeface="Manrope"/>
                <a:ea typeface="Manrope"/>
                <a:cs typeface="Manrope"/>
              </a:defRPr>
            </a:lvl3pPr>
            <a:lvl4pPr>
              <a:defRPr sz="1275" b="1">
                <a:solidFill>
                  <a:srgbClr val="E4B084"/>
                </a:solidFill>
                <a:latin typeface="Manrope"/>
                <a:ea typeface="Manrope"/>
                <a:cs typeface="Manrope"/>
              </a:defRPr>
            </a:lvl4pPr>
            <a:lvl5pPr>
              <a:defRPr sz="1275" b="1">
                <a:solidFill>
                  <a:srgbClr val="E4B084"/>
                </a:solidFill>
                <a:latin typeface="Manrope"/>
                <a:ea typeface="Manrope"/>
                <a:cs typeface="Manrope"/>
              </a:defRPr>
            </a:lvl5pPr>
            <a:lvl6pPr>
              <a:defRPr sz="1275" b="1">
                <a:solidFill>
                  <a:srgbClr val="E4B084"/>
                </a:solidFill>
                <a:latin typeface="Manrope"/>
                <a:ea typeface="Manrope"/>
                <a:cs typeface="Manrope"/>
              </a:defRPr>
            </a:lvl6pPr>
            <a:lvl7pPr>
              <a:defRPr sz="1275" b="1">
                <a:solidFill>
                  <a:srgbClr val="E4B084"/>
                </a:solidFill>
                <a:latin typeface="Manrope"/>
                <a:ea typeface="Manrope"/>
                <a:cs typeface="Manrope"/>
              </a:defRPr>
            </a:lvl7pPr>
            <a:lvl8pPr>
              <a:defRPr sz="1275" b="1">
                <a:solidFill>
                  <a:srgbClr val="E4B084"/>
                </a:solidFill>
                <a:latin typeface="Manrope"/>
                <a:ea typeface="Manrope"/>
                <a:cs typeface="Manrope"/>
              </a:defRPr>
            </a:lvl8pPr>
            <a:lvl9pPr>
              <a:defRPr sz="1275" b="1">
                <a:solidFill>
                  <a:srgbClr val="E4B084"/>
                </a:solidFill>
                <a:latin typeface="Manrope"/>
                <a:ea typeface="Manrope"/>
                <a:cs typeface="Manrope"/>
              </a:defRPr>
            </a:lvl9pPr>
          </a:lstStyle>
          <a:p>
            <a:pPr>
              <a:defRPr sz="1275" b="1">
                <a:solidFill>
                  <a:srgbClr val="E4B084"/>
                </a:solidFill>
                <a:latin typeface="Manrope"/>
                <a:ea typeface="Manrope"/>
                <a:cs typeface="Manrope"/>
              </a:defRPr>
            </a:pPr>
            <a:r>
              <a:rPr sz="1275" b="1">
                <a:solidFill>
                  <a:srgbClr val="E4B084"/>
                </a:solidFill>
                <a:latin typeface="Manrope"/>
                <a:ea typeface="Manrope"/>
                <a:cs typeface="Manrope"/>
              </a:rPr>
              <a:t>COSTO</a:t>
            </a:r>
          </a:p>
        </p:txBody>
      </p:sp>
      <p:sp>
        <p:nvSpPr>
          <p:cNvPr id="9" name="text-85">
            <a:extLst>
              <a:ext uri="{FF2B5EF4-FFF2-40B4-BE49-F238E27FC236}">
                <a16:creationId xmlns:a16="http://schemas.microsoft.com/office/drawing/2014/main" id="{0959B6DF-1F11-4CA0-9EB4-56220C137D4F}"/>
              </a:ext>
            </a:extLst>
          </p:cNvPr>
          <p:cNvSpPr>
            <a:spLocks noGrp="1"/>
          </p:cNvSpPr>
          <p:nvPr/>
        </p:nvSpPr>
        <p:spPr>
          <a:xfrm>
            <a:off x="2733675" y="3152775"/>
            <a:ext cx="4267200" cy="838200"/>
          </a:xfrm>
          <a:prstGeom prst="rect">
            <a:avLst/>
          </a:prstGeom>
          <a:noFill/>
          <a:ln w="0">
            <a:noFill/>
            <a:prstDash val="solid"/>
          </a:ln>
        </p:spPr>
        <p:txBody>
          <a:bodyPr wrap="square" lIns="0" tIns="0" rIns="0" bIns="0" anchor="t">
            <a:noAutofit/>
          </a:bodyPr>
          <a:lstStyle>
            <a:defPPr>
              <a:defRPr sz="2100" b="0">
                <a:solidFill>
                  <a:srgbClr val="FCFBF8"/>
                </a:solidFill>
                <a:latin typeface="Manrope"/>
                <a:ea typeface="Manrope"/>
                <a:cs typeface="Manrope"/>
              </a:defRPr>
            </a:defPPr>
            <a:lvl1pPr>
              <a:defRPr sz="2100" b="0">
                <a:solidFill>
                  <a:srgbClr val="FCFBF8"/>
                </a:solidFill>
                <a:latin typeface="Manrope"/>
                <a:ea typeface="Manrope"/>
                <a:cs typeface="Manrope"/>
              </a:defRPr>
            </a:lvl1pPr>
            <a:lvl2pPr>
              <a:defRPr sz="2100" b="0">
                <a:solidFill>
                  <a:srgbClr val="FCFBF8"/>
                </a:solidFill>
                <a:latin typeface="Manrope"/>
                <a:ea typeface="Manrope"/>
                <a:cs typeface="Manrope"/>
              </a:defRPr>
            </a:lvl2pPr>
            <a:lvl3pPr>
              <a:defRPr sz="2100" b="0">
                <a:solidFill>
                  <a:srgbClr val="FCFBF8"/>
                </a:solidFill>
                <a:latin typeface="Manrope"/>
                <a:ea typeface="Manrope"/>
                <a:cs typeface="Manrope"/>
              </a:defRPr>
            </a:lvl3pPr>
            <a:lvl4pPr>
              <a:defRPr sz="2100" b="0">
                <a:solidFill>
                  <a:srgbClr val="FCFBF8"/>
                </a:solidFill>
                <a:latin typeface="Manrope"/>
                <a:ea typeface="Manrope"/>
                <a:cs typeface="Manrope"/>
              </a:defRPr>
            </a:lvl4pPr>
            <a:lvl5pPr>
              <a:defRPr sz="2100" b="0">
                <a:solidFill>
                  <a:srgbClr val="FCFBF8"/>
                </a:solidFill>
                <a:latin typeface="Manrope"/>
                <a:ea typeface="Manrope"/>
                <a:cs typeface="Manrope"/>
              </a:defRPr>
            </a:lvl5pPr>
            <a:lvl6pPr>
              <a:defRPr sz="2100" b="0">
                <a:solidFill>
                  <a:srgbClr val="FCFBF8"/>
                </a:solidFill>
                <a:latin typeface="Manrope"/>
                <a:ea typeface="Manrope"/>
                <a:cs typeface="Manrope"/>
              </a:defRPr>
            </a:lvl6pPr>
            <a:lvl7pPr>
              <a:defRPr sz="2100" b="0">
                <a:solidFill>
                  <a:srgbClr val="FCFBF8"/>
                </a:solidFill>
                <a:latin typeface="Manrope"/>
                <a:ea typeface="Manrope"/>
                <a:cs typeface="Manrope"/>
              </a:defRPr>
            </a:lvl7pPr>
            <a:lvl8pPr>
              <a:defRPr sz="2100" b="0">
                <a:solidFill>
                  <a:srgbClr val="FCFBF8"/>
                </a:solidFill>
                <a:latin typeface="Manrope"/>
                <a:ea typeface="Manrope"/>
                <a:cs typeface="Manrope"/>
              </a:defRPr>
            </a:lvl8pPr>
            <a:lvl9pPr>
              <a:defRPr sz="2100" b="0">
                <a:solidFill>
                  <a:srgbClr val="FCFBF8"/>
                </a:solidFill>
                <a:latin typeface="Manrope"/>
                <a:ea typeface="Manrope"/>
                <a:cs typeface="Manrope"/>
              </a:defRPr>
            </a:lvl9pPr>
          </a:lstStyle>
          <a:p>
            <a:pPr>
              <a:defRPr sz="2100" b="0">
                <a:solidFill>
                  <a:srgbClr val="FCFBF8"/>
                </a:solidFill>
                <a:latin typeface="Manrope"/>
                <a:ea typeface="Manrope"/>
                <a:cs typeface="Manrope"/>
              </a:defRPr>
            </a:pPr>
            <a:r>
              <a:rPr sz="2100" b="0">
                <a:solidFill>
                  <a:srgbClr val="FCFBF8"/>
                </a:solidFill>
                <a:latin typeface="Manrope"/>
                <a:ea typeface="Manrope"/>
                <a:cs typeface="Manrope"/>
              </a:rPr>
              <a:t>Trabajo requerido para</a:t>
            </a:r>
          </a:p>
          <a:p>
            <a:pPr>
              <a:defRPr sz="2100" b="0">
                <a:solidFill>
                  <a:srgbClr val="FCFBF8"/>
                </a:solidFill>
                <a:latin typeface="Manrope"/>
                <a:ea typeface="Manrope"/>
                <a:cs typeface="Manrope"/>
              </a:defRPr>
            </a:pPr>
            <a:r>
              <a:rPr sz="2100" b="0">
                <a:solidFill>
                  <a:srgbClr val="FCFBF8"/>
                </a:solidFill>
                <a:latin typeface="Manrope"/>
                <a:ea typeface="Manrope"/>
                <a:cs typeface="Manrope"/>
              </a:rPr>
              <a:t>probar una candidata.</a:t>
            </a:r>
          </a:p>
        </p:txBody>
      </p:sp>
      <p:sp>
        <p:nvSpPr>
          <p:cNvPr id="10" name="text-86">
            <a:extLst>
              <a:ext uri="{FF2B5EF4-FFF2-40B4-BE49-F238E27FC236}">
                <a16:creationId xmlns:a16="http://schemas.microsoft.com/office/drawing/2014/main" id="{EDCB708D-A754-42EB-8738-8B5913AF2E52}"/>
              </a:ext>
            </a:extLst>
          </p:cNvPr>
          <p:cNvSpPr>
            <a:spLocks noGrp="1"/>
          </p:cNvSpPr>
          <p:nvPr/>
        </p:nvSpPr>
        <p:spPr>
          <a:xfrm>
            <a:off x="609600" y="4267200"/>
            <a:ext cx="2571750" cy="285750"/>
          </a:xfrm>
          <a:prstGeom prst="rect">
            <a:avLst/>
          </a:prstGeom>
          <a:noFill/>
          <a:ln w="0">
            <a:noFill/>
            <a:prstDash val="solid"/>
          </a:ln>
        </p:spPr>
        <p:txBody>
          <a:bodyPr wrap="square" lIns="0" tIns="0" rIns="0" bIns="0" anchor="t">
            <a:noAutofit/>
          </a:bodyPr>
          <a:lstStyle>
            <a:defPPr>
              <a:defRPr sz="1275" b="1">
                <a:solidFill>
                  <a:srgbClr val="E4B084"/>
                </a:solidFill>
                <a:latin typeface="Manrope"/>
                <a:ea typeface="Manrope"/>
                <a:cs typeface="Manrope"/>
              </a:defRPr>
            </a:defPPr>
            <a:lvl1pPr>
              <a:defRPr sz="1275" b="1">
                <a:solidFill>
                  <a:srgbClr val="E4B084"/>
                </a:solidFill>
                <a:latin typeface="Manrope"/>
                <a:ea typeface="Manrope"/>
                <a:cs typeface="Manrope"/>
              </a:defRPr>
            </a:lvl1pPr>
            <a:lvl2pPr>
              <a:defRPr sz="1275" b="1">
                <a:solidFill>
                  <a:srgbClr val="E4B084"/>
                </a:solidFill>
                <a:latin typeface="Manrope"/>
                <a:ea typeface="Manrope"/>
                <a:cs typeface="Manrope"/>
              </a:defRPr>
            </a:lvl2pPr>
            <a:lvl3pPr>
              <a:defRPr sz="1275" b="1">
                <a:solidFill>
                  <a:srgbClr val="E4B084"/>
                </a:solidFill>
                <a:latin typeface="Manrope"/>
                <a:ea typeface="Manrope"/>
                <a:cs typeface="Manrope"/>
              </a:defRPr>
            </a:lvl3pPr>
            <a:lvl4pPr>
              <a:defRPr sz="1275" b="1">
                <a:solidFill>
                  <a:srgbClr val="E4B084"/>
                </a:solidFill>
                <a:latin typeface="Manrope"/>
                <a:ea typeface="Manrope"/>
                <a:cs typeface="Manrope"/>
              </a:defRPr>
            </a:lvl4pPr>
            <a:lvl5pPr>
              <a:defRPr sz="1275" b="1">
                <a:solidFill>
                  <a:srgbClr val="E4B084"/>
                </a:solidFill>
                <a:latin typeface="Manrope"/>
                <a:ea typeface="Manrope"/>
                <a:cs typeface="Manrope"/>
              </a:defRPr>
            </a:lvl5pPr>
            <a:lvl6pPr>
              <a:defRPr sz="1275" b="1">
                <a:solidFill>
                  <a:srgbClr val="E4B084"/>
                </a:solidFill>
                <a:latin typeface="Manrope"/>
                <a:ea typeface="Manrope"/>
                <a:cs typeface="Manrope"/>
              </a:defRPr>
            </a:lvl6pPr>
            <a:lvl7pPr>
              <a:defRPr sz="1275" b="1">
                <a:solidFill>
                  <a:srgbClr val="E4B084"/>
                </a:solidFill>
                <a:latin typeface="Manrope"/>
                <a:ea typeface="Manrope"/>
                <a:cs typeface="Manrope"/>
              </a:defRPr>
            </a:lvl7pPr>
            <a:lvl8pPr>
              <a:defRPr sz="1275" b="1">
                <a:solidFill>
                  <a:srgbClr val="E4B084"/>
                </a:solidFill>
                <a:latin typeface="Manrope"/>
                <a:ea typeface="Manrope"/>
                <a:cs typeface="Manrope"/>
              </a:defRPr>
            </a:lvl8pPr>
            <a:lvl9pPr>
              <a:defRPr sz="1275" b="1">
                <a:solidFill>
                  <a:srgbClr val="E4B084"/>
                </a:solidFill>
                <a:latin typeface="Manrope"/>
                <a:ea typeface="Manrope"/>
                <a:cs typeface="Manrope"/>
              </a:defRPr>
            </a:lvl9pPr>
          </a:lstStyle>
          <a:p>
            <a:pPr>
              <a:defRPr sz="1275" b="1">
                <a:solidFill>
                  <a:srgbClr val="E4B084"/>
                </a:solidFill>
                <a:latin typeface="Manrope"/>
                <a:ea typeface="Manrope"/>
                <a:cs typeface="Manrope"/>
              </a:defRPr>
            </a:pPr>
            <a:r>
              <a:rPr sz="1275" b="1">
                <a:solidFill>
                  <a:srgbClr val="E4B084"/>
                </a:solidFill>
                <a:latin typeface="Manrope"/>
                <a:ea typeface="Manrope"/>
                <a:cs typeface="Manrope"/>
              </a:rPr>
              <a:t>MEMORIA</a:t>
            </a:r>
          </a:p>
        </p:txBody>
      </p:sp>
      <p:sp>
        <p:nvSpPr>
          <p:cNvPr id="11" name="text-87">
            <a:extLst>
              <a:ext uri="{FF2B5EF4-FFF2-40B4-BE49-F238E27FC236}">
                <a16:creationId xmlns:a16="http://schemas.microsoft.com/office/drawing/2014/main" id="{B4A97AB1-6C46-4CD0-8947-30B3BB45F5F0}"/>
              </a:ext>
            </a:extLst>
          </p:cNvPr>
          <p:cNvSpPr>
            <a:spLocks noGrp="1"/>
          </p:cNvSpPr>
          <p:nvPr/>
        </p:nvSpPr>
        <p:spPr>
          <a:xfrm>
            <a:off x="2733675" y="4229100"/>
            <a:ext cx="4267200" cy="838200"/>
          </a:xfrm>
          <a:prstGeom prst="rect">
            <a:avLst/>
          </a:prstGeom>
          <a:noFill/>
          <a:ln w="0">
            <a:noFill/>
            <a:prstDash val="solid"/>
          </a:ln>
        </p:spPr>
        <p:txBody>
          <a:bodyPr wrap="square" lIns="0" tIns="0" rIns="0" bIns="0" anchor="t">
            <a:noAutofit/>
          </a:bodyPr>
          <a:lstStyle>
            <a:defPPr>
              <a:defRPr sz="2100" b="0">
                <a:solidFill>
                  <a:srgbClr val="FCFBF8"/>
                </a:solidFill>
                <a:latin typeface="Manrope"/>
                <a:ea typeface="Manrope"/>
                <a:cs typeface="Manrope"/>
              </a:defRPr>
            </a:defPPr>
            <a:lvl1pPr>
              <a:defRPr sz="2100" b="0">
                <a:solidFill>
                  <a:srgbClr val="FCFBF8"/>
                </a:solidFill>
                <a:latin typeface="Manrope"/>
                <a:ea typeface="Manrope"/>
                <a:cs typeface="Manrope"/>
              </a:defRPr>
            </a:lvl1pPr>
            <a:lvl2pPr>
              <a:defRPr sz="2100" b="0">
                <a:solidFill>
                  <a:srgbClr val="FCFBF8"/>
                </a:solidFill>
                <a:latin typeface="Manrope"/>
                <a:ea typeface="Manrope"/>
                <a:cs typeface="Manrope"/>
              </a:defRPr>
            </a:lvl2pPr>
            <a:lvl3pPr>
              <a:defRPr sz="2100" b="0">
                <a:solidFill>
                  <a:srgbClr val="FCFBF8"/>
                </a:solidFill>
                <a:latin typeface="Manrope"/>
                <a:ea typeface="Manrope"/>
                <a:cs typeface="Manrope"/>
              </a:defRPr>
            </a:lvl3pPr>
            <a:lvl4pPr>
              <a:defRPr sz="2100" b="0">
                <a:solidFill>
                  <a:srgbClr val="FCFBF8"/>
                </a:solidFill>
                <a:latin typeface="Manrope"/>
                <a:ea typeface="Manrope"/>
                <a:cs typeface="Manrope"/>
              </a:defRPr>
            </a:lvl4pPr>
            <a:lvl5pPr>
              <a:defRPr sz="2100" b="0">
                <a:solidFill>
                  <a:srgbClr val="FCFBF8"/>
                </a:solidFill>
                <a:latin typeface="Manrope"/>
                <a:ea typeface="Manrope"/>
                <a:cs typeface="Manrope"/>
              </a:defRPr>
            </a:lvl5pPr>
            <a:lvl6pPr>
              <a:defRPr sz="2100" b="0">
                <a:solidFill>
                  <a:srgbClr val="FCFBF8"/>
                </a:solidFill>
                <a:latin typeface="Manrope"/>
                <a:ea typeface="Manrope"/>
                <a:cs typeface="Manrope"/>
              </a:defRPr>
            </a:lvl6pPr>
            <a:lvl7pPr>
              <a:defRPr sz="2100" b="0">
                <a:solidFill>
                  <a:srgbClr val="FCFBF8"/>
                </a:solidFill>
                <a:latin typeface="Manrope"/>
                <a:ea typeface="Manrope"/>
                <a:cs typeface="Manrope"/>
              </a:defRPr>
            </a:lvl7pPr>
            <a:lvl8pPr>
              <a:defRPr sz="2100" b="0">
                <a:solidFill>
                  <a:srgbClr val="FCFBF8"/>
                </a:solidFill>
                <a:latin typeface="Manrope"/>
                <a:ea typeface="Manrope"/>
                <a:cs typeface="Manrope"/>
              </a:defRPr>
            </a:lvl8pPr>
            <a:lvl9pPr>
              <a:defRPr sz="2100" b="0">
                <a:solidFill>
                  <a:srgbClr val="FCFBF8"/>
                </a:solidFill>
                <a:latin typeface="Manrope"/>
                <a:ea typeface="Manrope"/>
                <a:cs typeface="Manrope"/>
              </a:defRPr>
            </a:lvl9pPr>
          </a:lstStyle>
          <a:p>
            <a:pPr>
              <a:defRPr sz="2100" b="0">
                <a:solidFill>
                  <a:srgbClr val="FCFBF8"/>
                </a:solidFill>
                <a:latin typeface="Manrope"/>
                <a:ea typeface="Manrope"/>
                <a:cs typeface="Manrope"/>
              </a:defRPr>
            </a:pPr>
            <a:r>
              <a:rPr sz="2100" b="0">
                <a:solidFill>
                  <a:srgbClr val="FCFBF8"/>
                </a:solidFill>
                <a:latin typeface="Manrope"/>
                <a:ea typeface="Manrope"/>
                <a:cs typeface="Manrope"/>
              </a:rPr>
              <a:t>RAM que demanda</a:t>
            </a:r>
          </a:p>
          <a:p>
            <a:pPr>
              <a:defRPr sz="2100" b="0">
                <a:solidFill>
                  <a:srgbClr val="FCFBF8"/>
                </a:solidFill>
                <a:latin typeface="Manrope"/>
                <a:ea typeface="Manrope"/>
                <a:cs typeface="Manrope"/>
              </a:defRPr>
            </a:pPr>
            <a:r>
              <a:rPr sz="2100" b="0">
                <a:solidFill>
                  <a:srgbClr val="FCFBF8"/>
                </a:solidFill>
                <a:latin typeface="Manrope"/>
                <a:ea typeface="Manrope"/>
                <a:cs typeface="Manrope"/>
              </a:rPr>
              <a:t>cada intento.</a:t>
            </a:r>
          </a:p>
        </p:txBody>
      </p:sp>
      <p:sp>
        <p:nvSpPr>
          <p:cNvPr id="12" name="text-88">
            <a:extLst>
              <a:ext uri="{FF2B5EF4-FFF2-40B4-BE49-F238E27FC236}">
                <a16:creationId xmlns:a16="http://schemas.microsoft.com/office/drawing/2014/main" id="{4C1D2FC5-C44F-4E75-B5C9-65CF5DB43A78}"/>
              </a:ext>
            </a:extLst>
          </p:cNvPr>
          <p:cNvSpPr>
            <a:spLocks noGrp="1"/>
          </p:cNvSpPr>
          <p:nvPr/>
        </p:nvSpPr>
        <p:spPr>
          <a:xfrm>
            <a:off x="8105775" y="1962150"/>
            <a:ext cx="3476625" cy="571500"/>
          </a:xfrm>
          <a:prstGeom prst="rect">
            <a:avLst/>
          </a:prstGeom>
          <a:noFill/>
          <a:ln w="0">
            <a:noFill/>
            <a:prstDash val="solid"/>
          </a:ln>
        </p:spPr>
        <p:txBody>
          <a:bodyPr wrap="square" lIns="0" tIns="0" rIns="0" bIns="0" anchor="t">
            <a:noAutofit/>
          </a:bodyPr>
          <a:lstStyle>
            <a:defPPr>
              <a:defRPr sz="3000" b="1">
                <a:solidFill>
                  <a:srgbClr val="9AC5CC"/>
                </a:solidFill>
                <a:latin typeface="Manrope"/>
                <a:ea typeface="Manrope"/>
                <a:cs typeface="Manrope"/>
              </a:defRPr>
            </a:defPPr>
            <a:lvl1pPr>
              <a:defRPr sz="3000" b="1">
                <a:solidFill>
                  <a:srgbClr val="9AC5CC"/>
                </a:solidFill>
                <a:latin typeface="Manrope"/>
                <a:ea typeface="Manrope"/>
                <a:cs typeface="Manrope"/>
              </a:defRPr>
            </a:lvl1pPr>
            <a:lvl2pPr>
              <a:defRPr sz="3000" b="1">
                <a:solidFill>
                  <a:srgbClr val="9AC5CC"/>
                </a:solidFill>
                <a:latin typeface="Manrope"/>
                <a:ea typeface="Manrope"/>
                <a:cs typeface="Manrope"/>
              </a:defRPr>
            </a:lvl2pPr>
            <a:lvl3pPr>
              <a:defRPr sz="3000" b="1">
                <a:solidFill>
                  <a:srgbClr val="9AC5CC"/>
                </a:solidFill>
                <a:latin typeface="Manrope"/>
                <a:ea typeface="Manrope"/>
                <a:cs typeface="Manrope"/>
              </a:defRPr>
            </a:lvl3pPr>
            <a:lvl4pPr>
              <a:defRPr sz="3000" b="1">
                <a:solidFill>
                  <a:srgbClr val="9AC5CC"/>
                </a:solidFill>
                <a:latin typeface="Manrope"/>
                <a:ea typeface="Manrope"/>
                <a:cs typeface="Manrope"/>
              </a:defRPr>
            </a:lvl4pPr>
            <a:lvl5pPr>
              <a:defRPr sz="3000" b="1">
                <a:solidFill>
                  <a:srgbClr val="9AC5CC"/>
                </a:solidFill>
                <a:latin typeface="Manrope"/>
                <a:ea typeface="Manrope"/>
                <a:cs typeface="Manrope"/>
              </a:defRPr>
            </a:lvl5pPr>
            <a:lvl6pPr>
              <a:defRPr sz="3000" b="1">
                <a:solidFill>
                  <a:srgbClr val="9AC5CC"/>
                </a:solidFill>
                <a:latin typeface="Manrope"/>
                <a:ea typeface="Manrope"/>
                <a:cs typeface="Manrope"/>
              </a:defRPr>
            </a:lvl6pPr>
            <a:lvl7pPr>
              <a:defRPr sz="3000" b="1">
                <a:solidFill>
                  <a:srgbClr val="9AC5CC"/>
                </a:solidFill>
                <a:latin typeface="Manrope"/>
                <a:ea typeface="Manrope"/>
                <a:cs typeface="Manrope"/>
              </a:defRPr>
            </a:lvl7pPr>
            <a:lvl8pPr>
              <a:defRPr sz="3000" b="1">
                <a:solidFill>
                  <a:srgbClr val="9AC5CC"/>
                </a:solidFill>
                <a:latin typeface="Manrope"/>
                <a:ea typeface="Manrope"/>
                <a:cs typeface="Manrope"/>
              </a:defRPr>
            </a:lvl8pPr>
            <a:lvl9pPr>
              <a:defRPr sz="3000" b="1">
                <a:solidFill>
                  <a:srgbClr val="9AC5CC"/>
                </a:solidFill>
                <a:latin typeface="Manrope"/>
                <a:ea typeface="Manrope"/>
                <a:cs typeface="Manrope"/>
              </a:defRPr>
            </a:lvl9pPr>
          </a:lstStyle>
          <a:p>
            <a:pPr>
              <a:defRPr sz="3000" b="1">
                <a:solidFill>
                  <a:srgbClr val="9AC5CC"/>
                </a:solidFill>
                <a:latin typeface="Manrope"/>
                <a:ea typeface="Manrope"/>
                <a:cs typeface="Manrope"/>
              </a:defRPr>
            </a:pPr>
            <a:r>
              <a:rPr sz="3000" b="1">
                <a:solidFill>
                  <a:srgbClr val="9AC5CC"/>
                </a:solidFill>
                <a:latin typeface="Manrope"/>
                <a:ea typeface="Manrope"/>
                <a:cs typeface="Manrope"/>
              </a:rPr>
              <a:t>Argon2id</a:t>
            </a:r>
          </a:p>
        </p:txBody>
      </p:sp>
      <p:sp>
        <p:nvSpPr>
          <p:cNvPr id="13" name="text-89">
            <a:extLst>
              <a:ext uri="{FF2B5EF4-FFF2-40B4-BE49-F238E27FC236}">
                <a16:creationId xmlns:a16="http://schemas.microsoft.com/office/drawing/2014/main" id="{4120CAEE-34D8-4D94-A9BB-A4C96208B4A5}"/>
              </a:ext>
            </a:extLst>
          </p:cNvPr>
          <p:cNvSpPr>
            <a:spLocks noGrp="1"/>
          </p:cNvSpPr>
          <p:nvPr/>
        </p:nvSpPr>
        <p:spPr>
          <a:xfrm>
            <a:off x="8105775" y="2762250"/>
            <a:ext cx="1362075" cy="895350"/>
          </a:xfrm>
          <a:prstGeom prst="rect">
            <a:avLst/>
          </a:prstGeom>
          <a:noFill/>
          <a:ln w="0">
            <a:noFill/>
            <a:prstDash val="solid"/>
          </a:ln>
        </p:spPr>
        <p:txBody>
          <a:bodyPr wrap="square" lIns="0" tIns="0" rIns="0" bIns="0" anchor="t">
            <a:noAutofit/>
          </a:bodyPr>
          <a:lstStyle>
            <a:defPPr>
              <a:defRPr sz="4875" b="1">
                <a:solidFill>
                  <a:srgbClr val="FCFBF8"/>
                </a:solidFill>
                <a:latin typeface="Manrope"/>
                <a:ea typeface="Manrope"/>
                <a:cs typeface="Manrope"/>
              </a:defRPr>
            </a:defPPr>
            <a:lvl1pPr>
              <a:defRPr sz="4875" b="1">
                <a:solidFill>
                  <a:srgbClr val="FCFBF8"/>
                </a:solidFill>
                <a:latin typeface="Manrope"/>
                <a:ea typeface="Manrope"/>
                <a:cs typeface="Manrope"/>
              </a:defRPr>
            </a:lvl1pPr>
            <a:lvl2pPr>
              <a:defRPr sz="4875" b="1">
                <a:solidFill>
                  <a:srgbClr val="FCFBF8"/>
                </a:solidFill>
                <a:latin typeface="Manrope"/>
                <a:ea typeface="Manrope"/>
                <a:cs typeface="Manrope"/>
              </a:defRPr>
            </a:lvl2pPr>
            <a:lvl3pPr>
              <a:defRPr sz="4875" b="1">
                <a:solidFill>
                  <a:srgbClr val="FCFBF8"/>
                </a:solidFill>
                <a:latin typeface="Manrope"/>
                <a:ea typeface="Manrope"/>
                <a:cs typeface="Manrope"/>
              </a:defRPr>
            </a:lvl3pPr>
            <a:lvl4pPr>
              <a:defRPr sz="4875" b="1">
                <a:solidFill>
                  <a:srgbClr val="FCFBF8"/>
                </a:solidFill>
                <a:latin typeface="Manrope"/>
                <a:ea typeface="Manrope"/>
                <a:cs typeface="Manrope"/>
              </a:defRPr>
            </a:lvl4pPr>
            <a:lvl5pPr>
              <a:defRPr sz="4875" b="1">
                <a:solidFill>
                  <a:srgbClr val="FCFBF8"/>
                </a:solidFill>
                <a:latin typeface="Manrope"/>
                <a:ea typeface="Manrope"/>
                <a:cs typeface="Manrope"/>
              </a:defRPr>
            </a:lvl5pPr>
            <a:lvl6pPr>
              <a:defRPr sz="4875" b="1">
                <a:solidFill>
                  <a:srgbClr val="FCFBF8"/>
                </a:solidFill>
                <a:latin typeface="Manrope"/>
                <a:ea typeface="Manrope"/>
                <a:cs typeface="Manrope"/>
              </a:defRPr>
            </a:lvl6pPr>
            <a:lvl7pPr>
              <a:defRPr sz="4875" b="1">
                <a:solidFill>
                  <a:srgbClr val="FCFBF8"/>
                </a:solidFill>
                <a:latin typeface="Manrope"/>
                <a:ea typeface="Manrope"/>
                <a:cs typeface="Manrope"/>
              </a:defRPr>
            </a:lvl7pPr>
            <a:lvl8pPr>
              <a:defRPr sz="4875" b="1">
                <a:solidFill>
                  <a:srgbClr val="FCFBF8"/>
                </a:solidFill>
                <a:latin typeface="Manrope"/>
                <a:ea typeface="Manrope"/>
                <a:cs typeface="Manrope"/>
              </a:defRPr>
            </a:lvl8pPr>
            <a:lvl9pPr>
              <a:defRPr sz="4875" b="1">
                <a:solidFill>
                  <a:srgbClr val="FCFBF8"/>
                </a:solidFill>
                <a:latin typeface="Manrope"/>
                <a:ea typeface="Manrope"/>
                <a:cs typeface="Manrope"/>
              </a:defRPr>
            </a:lvl9pPr>
          </a:lstStyle>
          <a:p>
            <a:pPr>
              <a:defRPr sz="4875" b="1">
                <a:solidFill>
                  <a:srgbClr val="FCFBF8"/>
                </a:solidFill>
                <a:latin typeface="Manrope"/>
                <a:ea typeface="Manrope"/>
                <a:cs typeface="Manrope"/>
              </a:defRPr>
            </a:pPr>
            <a:r>
              <a:rPr sz="4875" b="1">
                <a:solidFill>
                  <a:srgbClr val="FCFBF8"/>
                </a:solidFill>
                <a:latin typeface="Manrope"/>
                <a:ea typeface="Manrope"/>
                <a:cs typeface="Manrope"/>
              </a:rPr>
              <a:t>19</a:t>
            </a:r>
          </a:p>
        </p:txBody>
      </p:sp>
      <p:sp>
        <p:nvSpPr>
          <p:cNvPr id="14" name="text-90">
            <a:extLst>
              <a:ext uri="{FF2B5EF4-FFF2-40B4-BE49-F238E27FC236}">
                <a16:creationId xmlns:a16="http://schemas.microsoft.com/office/drawing/2014/main" id="{AD23EA60-C173-46E7-B282-4BE687DF0D10}"/>
              </a:ext>
            </a:extLst>
          </p:cNvPr>
          <p:cNvSpPr>
            <a:spLocks noGrp="1"/>
          </p:cNvSpPr>
          <p:nvPr/>
        </p:nvSpPr>
        <p:spPr>
          <a:xfrm>
            <a:off x="9582150" y="3086100"/>
            <a:ext cx="2000250" cy="723900"/>
          </a:xfrm>
          <a:prstGeom prst="rect">
            <a:avLst/>
          </a:prstGeom>
          <a:noFill/>
          <a:ln w="0">
            <a:noFill/>
            <a:prstDash val="solid"/>
          </a:ln>
        </p:spPr>
        <p:txBody>
          <a:bodyPr wrap="square" lIns="0" tIns="0" rIns="0" bIns="0" anchor="t">
            <a:noAutofit/>
          </a:bodyPr>
          <a:lstStyle>
            <a:defPPr>
              <a:defRPr sz="1725" b="0">
                <a:solidFill>
                  <a:srgbClr val="9AC5CC"/>
                </a:solidFill>
                <a:latin typeface="Manrope"/>
                <a:ea typeface="Manrope"/>
                <a:cs typeface="Manrope"/>
              </a:defRPr>
            </a:defPPr>
            <a:lvl1pPr>
              <a:defRPr sz="1725" b="0">
                <a:solidFill>
                  <a:srgbClr val="9AC5CC"/>
                </a:solidFill>
                <a:latin typeface="Manrope"/>
                <a:ea typeface="Manrope"/>
                <a:cs typeface="Manrope"/>
              </a:defRPr>
            </a:lvl1pPr>
            <a:lvl2pPr>
              <a:defRPr sz="1725" b="0">
                <a:solidFill>
                  <a:srgbClr val="9AC5CC"/>
                </a:solidFill>
                <a:latin typeface="Manrope"/>
                <a:ea typeface="Manrope"/>
                <a:cs typeface="Manrope"/>
              </a:defRPr>
            </a:lvl2pPr>
            <a:lvl3pPr>
              <a:defRPr sz="1725" b="0">
                <a:solidFill>
                  <a:srgbClr val="9AC5CC"/>
                </a:solidFill>
                <a:latin typeface="Manrope"/>
                <a:ea typeface="Manrope"/>
                <a:cs typeface="Manrope"/>
              </a:defRPr>
            </a:lvl3pPr>
            <a:lvl4pPr>
              <a:defRPr sz="1725" b="0">
                <a:solidFill>
                  <a:srgbClr val="9AC5CC"/>
                </a:solidFill>
                <a:latin typeface="Manrope"/>
                <a:ea typeface="Manrope"/>
                <a:cs typeface="Manrope"/>
              </a:defRPr>
            </a:lvl4pPr>
            <a:lvl5pPr>
              <a:defRPr sz="1725" b="0">
                <a:solidFill>
                  <a:srgbClr val="9AC5CC"/>
                </a:solidFill>
                <a:latin typeface="Manrope"/>
                <a:ea typeface="Manrope"/>
                <a:cs typeface="Manrope"/>
              </a:defRPr>
            </a:lvl5pPr>
            <a:lvl6pPr>
              <a:defRPr sz="1725" b="0">
                <a:solidFill>
                  <a:srgbClr val="9AC5CC"/>
                </a:solidFill>
                <a:latin typeface="Manrope"/>
                <a:ea typeface="Manrope"/>
                <a:cs typeface="Manrope"/>
              </a:defRPr>
            </a:lvl6pPr>
            <a:lvl7pPr>
              <a:defRPr sz="1725" b="0">
                <a:solidFill>
                  <a:srgbClr val="9AC5CC"/>
                </a:solidFill>
                <a:latin typeface="Manrope"/>
                <a:ea typeface="Manrope"/>
                <a:cs typeface="Manrope"/>
              </a:defRPr>
            </a:lvl7pPr>
            <a:lvl8pPr>
              <a:defRPr sz="1725" b="0">
                <a:solidFill>
                  <a:srgbClr val="9AC5CC"/>
                </a:solidFill>
                <a:latin typeface="Manrope"/>
                <a:ea typeface="Manrope"/>
                <a:cs typeface="Manrope"/>
              </a:defRPr>
            </a:lvl8pPr>
            <a:lvl9pPr>
              <a:defRPr sz="1725" b="0">
                <a:solidFill>
                  <a:srgbClr val="9AC5CC"/>
                </a:solidFill>
                <a:latin typeface="Manrope"/>
                <a:ea typeface="Manrope"/>
                <a:cs typeface="Manrope"/>
              </a:defRPr>
            </a:lvl9pPr>
          </a:lstStyle>
          <a:p>
            <a:pPr>
              <a:defRPr sz="1725" b="0">
                <a:solidFill>
                  <a:srgbClr val="9AC5CC"/>
                </a:solidFill>
                <a:latin typeface="Manrope"/>
                <a:ea typeface="Manrope"/>
                <a:cs typeface="Manrope"/>
              </a:defRPr>
            </a:pPr>
            <a:r>
              <a:rPr sz="1725" b="0">
                <a:solidFill>
                  <a:srgbClr val="9AC5CC"/>
                </a:solidFill>
                <a:latin typeface="Manrope"/>
                <a:ea typeface="Manrope"/>
                <a:cs typeface="Manrope"/>
              </a:rPr>
              <a:t>MiB de memoria</a:t>
            </a:r>
          </a:p>
        </p:txBody>
      </p:sp>
      <p:sp>
        <p:nvSpPr>
          <p:cNvPr id="15" name="text-91">
            <a:extLst>
              <a:ext uri="{FF2B5EF4-FFF2-40B4-BE49-F238E27FC236}">
                <a16:creationId xmlns:a16="http://schemas.microsoft.com/office/drawing/2014/main" id="{B5290B51-B06E-47FD-988F-EF2D92C08423}"/>
              </a:ext>
            </a:extLst>
          </p:cNvPr>
          <p:cNvSpPr>
            <a:spLocks noGrp="1"/>
          </p:cNvSpPr>
          <p:nvPr/>
        </p:nvSpPr>
        <p:spPr>
          <a:xfrm>
            <a:off x="8105775" y="3714750"/>
            <a:ext cx="1362075" cy="895350"/>
          </a:xfrm>
          <a:prstGeom prst="rect">
            <a:avLst/>
          </a:prstGeom>
          <a:noFill/>
          <a:ln w="0">
            <a:noFill/>
            <a:prstDash val="solid"/>
          </a:ln>
        </p:spPr>
        <p:txBody>
          <a:bodyPr wrap="square" lIns="0" tIns="0" rIns="0" bIns="0" anchor="t">
            <a:noAutofit/>
          </a:bodyPr>
          <a:lstStyle>
            <a:defPPr>
              <a:defRPr sz="4875" b="1">
                <a:solidFill>
                  <a:srgbClr val="FCFBF8"/>
                </a:solidFill>
                <a:latin typeface="Manrope"/>
                <a:ea typeface="Manrope"/>
                <a:cs typeface="Manrope"/>
              </a:defRPr>
            </a:defPPr>
            <a:lvl1pPr>
              <a:defRPr sz="4875" b="1">
                <a:solidFill>
                  <a:srgbClr val="FCFBF8"/>
                </a:solidFill>
                <a:latin typeface="Manrope"/>
                <a:ea typeface="Manrope"/>
                <a:cs typeface="Manrope"/>
              </a:defRPr>
            </a:lvl1pPr>
            <a:lvl2pPr>
              <a:defRPr sz="4875" b="1">
                <a:solidFill>
                  <a:srgbClr val="FCFBF8"/>
                </a:solidFill>
                <a:latin typeface="Manrope"/>
                <a:ea typeface="Manrope"/>
                <a:cs typeface="Manrope"/>
              </a:defRPr>
            </a:lvl2pPr>
            <a:lvl3pPr>
              <a:defRPr sz="4875" b="1">
                <a:solidFill>
                  <a:srgbClr val="FCFBF8"/>
                </a:solidFill>
                <a:latin typeface="Manrope"/>
                <a:ea typeface="Manrope"/>
                <a:cs typeface="Manrope"/>
              </a:defRPr>
            </a:lvl3pPr>
            <a:lvl4pPr>
              <a:defRPr sz="4875" b="1">
                <a:solidFill>
                  <a:srgbClr val="FCFBF8"/>
                </a:solidFill>
                <a:latin typeface="Manrope"/>
                <a:ea typeface="Manrope"/>
                <a:cs typeface="Manrope"/>
              </a:defRPr>
            </a:lvl4pPr>
            <a:lvl5pPr>
              <a:defRPr sz="4875" b="1">
                <a:solidFill>
                  <a:srgbClr val="FCFBF8"/>
                </a:solidFill>
                <a:latin typeface="Manrope"/>
                <a:ea typeface="Manrope"/>
                <a:cs typeface="Manrope"/>
              </a:defRPr>
            </a:lvl5pPr>
            <a:lvl6pPr>
              <a:defRPr sz="4875" b="1">
                <a:solidFill>
                  <a:srgbClr val="FCFBF8"/>
                </a:solidFill>
                <a:latin typeface="Manrope"/>
                <a:ea typeface="Manrope"/>
                <a:cs typeface="Manrope"/>
              </a:defRPr>
            </a:lvl6pPr>
            <a:lvl7pPr>
              <a:defRPr sz="4875" b="1">
                <a:solidFill>
                  <a:srgbClr val="FCFBF8"/>
                </a:solidFill>
                <a:latin typeface="Manrope"/>
                <a:ea typeface="Manrope"/>
                <a:cs typeface="Manrope"/>
              </a:defRPr>
            </a:lvl7pPr>
            <a:lvl8pPr>
              <a:defRPr sz="4875" b="1">
                <a:solidFill>
                  <a:srgbClr val="FCFBF8"/>
                </a:solidFill>
                <a:latin typeface="Manrope"/>
                <a:ea typeface="Manrope"/>
                <a:cs typeface="Manrope"/>
              </a:defRPr>
            </a:lvl8pPr>
            <a:lvl9pPr>
              <a:defRPr sz="4875" b="1">
                <a:solidFill>
                  <a:srgbClr val="FCFBF8"/>
                </a:solidFill>
                <a:latin typeface="Manrope"/>
                <a:ea typeface="Manrope"/>
                <a:cs typeface="Manrope"/>
              </a:defRPr>
            </a:lvl9pPr>
          </a:lstStyle>
          <a:p>
            <a:pPr>
              <a:defRPr sz="4875" b="1">
                <a:solidFill>
                  <a:srgbClr val="FCFBF8"/>
                </a:solidFill>
                <a:latin typeface="Manrope"/>
                <a:ea typeface="Manrope"/>
                <a:cs typeface="Manrope"/>
              </a:defRPr>
            </a:pPr>
            <a:r>
              <a:rPr sz="4875" b="1">
                <a:solidFill>
                  <a:srgbClr val="FCFBF8"/>
                </a:solidFill>
                <a:latin typeface="Manrope"/>
                <a:ea typeface="Manrope"/>
                <a:cs typeface="Manrope"/>
              </a:rPr>
              <a:t>2</a:t>
            </a:r>
          </a:p>
        </p:txBody>
      </p:sp>
      <p:sp>
        <p:nvSpPr>
          <p:cNvPr id="16" name="text-92">
            <a:extLst>
              <a:ext uri="{FF2B5EF4-FFF2-40B4-BE49-F238E27FC236}">
                <a16:creationId xmlns:a16="http://schemas.microsoft.com/office/drawing/2014/main" id="{B3AC1E5F-52AE-419B-85C1-4B177DEC541C}"/>
              </a:ext>
            </a:extLst>
          </p:cNvPr>
          <p:cNvSpPr>
            <a:spLocks noGrp="1"/>
          </p:cNvSpPr>
          <p:nvPr/>
        </p:nvSpPr>
        <p:spPr>
          <a:xfrm>
            <a:off x="9582150" y="4038600"/>
            <a:ext cx="2000250" cy="723900"/>
          </a:xfrm>
          <a:prstGeom prst="rect">
            <a:avLst/>
          </a:prstGeom>
          <a:noFill/>
          <a:ln w="0">
            <a:noFill/>
            <a:prstDash val="solid"/>
          </a:ln>
        </p:spPr>
        <p:txBody>
          <a:bodyPr wrap="square" lIns="0" tIns="0" rIns="0" bIns="0" anchor="t">
            <a:noAutofit/>
          </a:bodyPr>
          <a:lstStyle>
            <a:defPPr>
              <a:defRPr sz="1725" b="0">
                <a:solidFill>
                  <a:srgbClr val="9AC5CC"/>
                </a:solidFill>
                <a:latin typeface="Manrope"/>
                <a:ea typeface="Manrope"/>
                <a:cs typeface="Manrope"/>
              </a:defRPr>
            </a:defPPr>
            <a:lvl1pPr>
              <a:defRPr sz="1725" b="0">
                <a:solidFill>
                  <a:srgbClr val="9AC5CC"/>
                </a:solidFill>
                <a:latin typeface="Manrope"/>
                <a:ea typeface="Manrope"/>
                <a:cs typeface="Manrope"/>
              </a:defRPr>
            </a:lvl1pPr>
            <a:lvl2pPr>
              <a:defRPr sz="1725" b="0">
                <a:solidFill>
                  <a:srgbClr val="9AC5CC"/>
                </a:solidFill>
                <a:latin typeface="Manrope"/>
                <a:ea typeface="Manrope"/>
                <a:cs typeface="Manrope"/>
              </a:defRPr>
            </a:lvl2pPr>
            <a:lvl3pPr>
              <a:defRPr sz="1725" b="0">
                <a:solidFill>
                  <a:srgbClr val="9AC5CC"/>
                </a:solidFill>
                <a:latin typeface="Manrope"/>
                <a:ea typeface="Manrope"/>
                <a:cs typeface="Manrope"/>
              </a:defRPr>
            </a:lvl3pPr>
            <a:lvl4pPr>
              <a:defRPr sz="1725" b="0">
                <a:solidFill>
                  <a:srgbClr val="9AC5CC"/>
                </a:solidFill>
                <a:latin typeface="Manrope"/>
                <a:ea typeface="Manrope"/>
                <a:cs typeface="Manrope"/>
              </a:defRPr>
            </a:lvl4pPr>
            <a:lvl5pPr>
              <a:defRPr sz="1725" b="0">
                <a:solidFill>
                  <a:srgbClr val="9AC5CC"/>
                </a:solidFill>
                <a:latin typeface="Manrope"/>
                <a:ea typeface="Manrope"/>
                <a:cs typeface="Manrope"/>
              </a:defRPr>
            </a:lvl5pPr>
            <a:lvl6pPr>
              <a:defRPr sz="1725" b="0">
                <a:solidFill>
                  <a:srgbClr val="9AC5CC"/>
                </a:solidFill>
                <a:latin typeface="Manrope"/>
                <a:ea typeface="Manrope"/>
                <a:cs typeface="Manrope"/>
              </a:defRPr>
            </a:lvl6pPr>
            <a:lvl7pPr>
              <a:defRPr sz="1725" b="0">
                <a:solidFill>
                  <a:srgbClr val="9AC5CC"/>
                </a:solidFill>
                <a:latin typeface="Manrope"/>
                <a:ea typeface="Manrope"/>
                <a:cs typeface="Manrope"/>
              </a:defRPr>
            </a:lvl7pPr>
            <a:lvl8pPr>
              <a:defRPr sz="1725" b="0">
                <a:solidFill>
                  <a:srgbClr val="9AC5CC"/>
                </a:solidFill>
                <a:latin typeface="Manrope"/>
                <a:ea typeface="Manrope"/>
                <a:cs typeface="Manrope"/>
              </a:defRPr>
            </a:lvl8pPr>
            <a:lvl9pPr>
              <a:defRPr sz="1725" b="0">
                <a:solidFill>
                  <a:srgbClr val="9AC5CC"/>
                </a:solidFill>
                <a:latin typeface="Manrope"/>
                <a:ea typeface="Manrope"/>
                <a:cs typeface="Manrope"/>
              </a:defRPr>
            </a:lvl9pPr>
          </a:lstStyle>
          <a:p>
            <a:pPr>
              <a:defRPr sz="1725" b="0">
                <a:solidFill>
                  <a:srgbClr val="9AC5CC"/>
                </a:solidFill>
                <a:latin typeface="Manrope"/>
                <a:ea typeface="Manrope"/>
                <a:cs typeface="Manrope"/>
              </a:defRPr>
            </a:pPr>
            <a:r>
              <a:rPr sz="1725" b="0">
                <a:solidFill>
                  <a:srgbClr val="9AC5CC"/>
                </a:solidFill>
                <a:latin typeface="Manrope"/>
                <a:ea typeface="Manrope"/>
                <a:cs typeface="Manrope"/>
              </a:rPr>
              <a:t>pasadas</a:t>
            </a:r>
          </a:p>
        </p:txBody>
      </p:sp>
      <p:sp>
        <p:nvSpPr>
          <p:cNvPr id="17" name="text-93">
            <a:extLst>
              <a:ext uri="{FF2B5EF4-FFF2-40B4-BE49-F238E27FC236}">
                <a16:creationId xmlns:a16="http://schemas.microsoft.com/office/drawing/2014/main" id="{9A393972-B660-4D8C-8DC0-D08635F685E1}"/>
              </a:ext>
            </a:extLst>
          </p:cNvPr>
          <p:cNvSpPr>
            <a:spLocks noGrp="1"/>
          </p:cNvSpPr>
          <p:nvPr/>
        </p:nvSpPr>
        <p:spPr>
          <a:xfrm>
            <a:off x="8105775" y="4667250"/>
            <a:ext cx="1362075" cy="895350"/>
          </a:xfrm>
          <a:prstGeom prst="rect">
            <a:avLst/>
          </a:prstGeom>
          <a:noFill/>
          <a:ln w="0">
            <a:noFill/>
            <a:prstDash val="solid"/>
          </a:ln>
        </p:spPr>
        <p:txBody>
          <a:bodyPr wrap="square" lIns="0" tIns="0" rIns="0" bIns="0" anchor="t">
            <a:noAutofit/>
          </a:bodyPr>
          <a:lstStyle>
            <a:defPPr>
              <a:defRPr sz="4875" b="1">
                <a:solidFill>
                  <a:srgbClr val="FCFBF8"/>
                </a:solidFill>
                <a:latin typeface="Manrope"/>
                <a:ea typeface="Manrope"/>
                <a:cs typeface="Manrope"/>
              </a:defRPr>
            </a:defPPr>
            <a:lvl1pPr>
              <a:defRPr sz="4875" b="1">
                <a:solidFill>
                  <a:srgbClr val="FCFBF8"/>
                </a:solidFill>
                <a:latin typeface="Manrope"/>
                <a:ea typeface="Manrope"/>
                <a:cs typeface="Manrope"/>
              </a:defRPr>
            </a:lvl1pPr>
            <a:lvl2pPr>
              <a:defRPr sz="4875" b="1">
                <a:solidFill>
                  <a:srgbClr val="FCFBF8"/>
                </a:solidFill>
                <a:latin typeface="Manrope"/>
                <a:ea typeface="Manrope"/>
                <a:cs typeface="Manrope"/>
              </a:defRPr>
            </a:lvl2pPr>
            <a:lvl3pPr>
              <a:defRPr sz="4875" b="1">
                <a:solidFill>
                  <a:srgbClr val="FCFBF8"/>
                </a:solidFill>
                <a:latin typeface="Manrope"/>
                <a:ea typeface="Manrope"/>
                <a:cs typeface="Manrope"/>
              </a:defRPr>
            </a:lvl3pPr>
            <a:lvl4pPr>
              <a:defRPr sz="4875" b="1">
                <a:solidFill>
                  <a:srgbClr val="FCFBF8"/>
                </a:solidFill>
                <a:latin typeface="Manrope"/>
                <a:ea typeface="Manrope"/>
                <a:cs typeface="Manrope"/>
              </a:defRPr>
            </a:lvl4pPr>
            <a:lvl5pPr>
              <a:defRPr sz="4875" b="1">
                <a:solidFill>
                  <a:srgbClr val="FCFBF8"/>
                </a:solidFill>
                <a:latin typeface="Manrope"/>
                <a:ea typeface="Manrope"/>
                <a:cs typeface="Manrope"/>
              </a:defRPr>
            </a:lvl5pPr>
            <a:lvl6pPr>
              <a:defRPr sz="4875" b="1">
                <a:solidFill>
                  <a:srgbClr val="FCFBF8"/>
                </a:solidFill>
                <a:latin typeface="Manrope"/>
                <a:ea typeface="Manrope"/>
                <a:cs typeface="Manrope"/>
              </a:defRPr>
            </a:lvl6pPr>
            <a:lvl7pPr>
              <a:defRPr sz="4875" b="1">
                <a:solidFill>
                  <a:srgbClr val="FCFBF8"/>
                </a:solidFill>
                <a:latin typeface="Manrope"/>
                <a:ea typeface="Manrope"/>
                <a:cs typeface="Manrope"/>
              </a:defRPr>
            </a:lvl7pPr>
            <a:lvl8pPr>
              <a:defRPr sz="4875" b="1">
                <a:solidFill>
                  <a:srgbClr val="FCFBF8"/>
                </a:solidFill>
                <a:latin typeface="Manrope"/>
                <a:ea typeface="Manrope"/>
                <a:cs typeface="Manrope"/>
              </a:defRPr>
            </a:lvl8pPr>
            <a:lvl9pPr>
              <a:defRPr sz="4875" b="1">
                <a:solidFill>
                  <a:srgbClr val="FCFBF8"/>
                </a:solidFill>
                <a:latin typeface="Manrope"/>
                <a:ea typeface="Manrope"/>
                <a:cs typeface="Manrope"/>
              </a:defRPr>
            </a:lvl9pPr>
          </a:lstStyle>
          <a:p>
            <a:pPr>
              <a:defRPr sz="4875" b="1">
                <a:solidFill>
                  <a:srgbClr val="FCFBF8"/>
                </a:solidFill>
                <a:latin typeface="Manrope"/>
                <a:ea typeface="Manrope"/>
                <a:cs typeface="Manrope"/>
              </a:defRPr>
            </a:pPr>
            <a:r>
              <a:rPr sz="4875" b="1">
                <a:solidFill>
                  <a:srgbClr val="FCFBF8"/>
                </a:solidFill>
                <a:latin typeface="Manrope"/>
                <a:ea typeface="Manrope"/>
                <a:cs typeface="Manrope"/>
              </a:rPr>
              <a:t>1</a:t>
            </a:r>
          </a:p>
        </p:txBody>
      </p:sp>
      <p:sp>
        <p:nvSpPr>
          <p:cNvPr id="18" name="text-94">
            <a:extLst>
              <a:ext uri="{FF2B5EF4-FFF2-40B4-BE49-F238E27FC236}">
                <a16:creationId xmlns:a16="http://schemas.microsoft.com/office/drawing/2014/main" id="{C5214F51-D93F-4DF5-9ED9-D356F17FBC65}"/>
              </a:ext>
            </a:extLst>
          </p:cNvPr>
          <p:cNvSpPr>
            <a:spLocks noGrp="1"/>
          </p:cNvSpPr>
          <p:nvPr/>
        </p:nvSpPr>
        <p:spPr>
          <a:xfrm>
            <a:off x="9582150" y="4991100"/>
            <a:ext cx="2000250" cy="723900"/>
          </a:xfrm>
          <a:prstGeom prst="rect">
            <a:avLst/>
          </a:prstGeom>
          <a:noFill/>
          <a:ln w="0">
            <a:noFill/>
            <a:prstDash val="solid"/>
          </a:ln>
        </p:spPr>
        <p:txBody>
          <a:bodyPr wrap="square" lIns="0" tIns="0" rIns="0" bIns="0" anchor="t">
            <a:noAutofit/>
          </a:bodyPr>
          <a:lstStyle>
            <a:defPPr>
              <a:defRPr sz="1725" b="0">
                <a:solidFill>
                  <a:srgbClr val="9AC5CC"/>
                </a:solidFill>
                <a:latin typeface="Manrope"/>
                <a:ea typeface="Manrope"/>
                <a:cs typeface="Manrope"/>
              </a:defRPr>
            </a:defPPr>
            <a:lvl1pPr>
              <a:defRPr sz="1725" b="0">
                <a:solidFill>
                  <a:srgbClr val="9AC5CC"/>
                </a:solidFill>
                <a:latin typeface="Manrope"/>
                <a:ea typeface="Manrope"/>
                <a:cs typeface="Manrope"/>
              </a:defRPr>
            </a:lvl1pPr>
            <a:lvl2pPr>
              <a:defRPr sz="1725" b="0">
                <a:solidFill>
                  <a:srgbClr val="9AC5CC"/>
                </a:solidFill>
                <a:latin typeface="Manrope"/>
                <a:ea typeface="Manrope"/>
                <a:cs typeface="Manrope"/>
              </a:defRPr>
            </a:lvl2pPr>
            <a:lvl3pPr>
              <a:defRPr sz="1725" b="0">
                <a:solidFill>
                  <a:srgbClr val="9AC5CC"/>
                </a:solidFill>
                <a:latin typeface="Manrope"/>
                <a:ea typeface="Manrope"/>
                <a:cs typeface="Manrope"/>
              </a:defRPr>
            </a:lvl3pPr>
            <a:lvl4pPr>
              <a:defRPr sz="1725" b="0">
                <a:solidFill>
                  <a:srgbClr val="9AC5CC"/>
                </a:solidFill>
                <a:latin typeface="Manrope"/>
                <a:ea typeface="Manrope"/>
                <a:cs typeface="Manrope"/>
              </a:defRPr>
            </a:lvl4pPr>
            <a:lvl5pPr>
              <a:defRPr sz="1725" b="0">
                <a:solidFill>
                  <a:srgbClr val="9AC5CC"/>
                </a:solidFill>
                <a:latin typeface="Manrope"/>
                <a:ea typeface="Manrope"/>
                <a:cs typeface="Manrope"/>
              </a:defRPr>
            </a:lvl5pPr>
            <a:lvl6pPr>
              <a:defRPr sz="1725" b="0">
                <a:solidFill>
                  <a:srgbClr val="9AC5CC"/>
                </a:solidFill>
                <a:latin typeface="Manrope"/>
                <a:ea typeface="Manrope"/>
                <a:cs typeface="Manrope"/>
              </a:defRPr>
            </a:lvl6pPr>
            <a:lvl7pPr>
              <a:defRPr sz="1725" b="0">
                <a:solidFill>
                  <a:srgbClr val="9AC5CC"/>
                </a:solidFill>
                <a:latin typeface="Manrope"/>
                <a:ea typeface="Manrope"/>
                <a:cs typeface="Manrope"/>
              </a:defRPr>
            </a:lvl7pPr>
            <a:lvl8pPr>
              <a:defRPr sz="1725" b="0">
                <a:solidFill>
                  <a:srgbClr val="9AC5CC"/>
                </a:solidFill>
                <a:latin typeface="Manrope"/>
                <a:ea typeface="Manrope"/>
                <a:cs typeface="Manrope"/>
              </a:defRPr>
            </a:lvl8pPr>
            <a:lvl9pPr>
              <a:defRPr sz="1725" b="0">
                <a:solidFill>
                  <a:srgbClr val="9AC5CC"/>
                </a:solidFill>
                <a:latin typeface="Manrope"/>
                <a:ea typeface="Manrope"/>
                <a:cs typeface="Manrope"/>
              </a:defRPr>
            </a:lvl9pPr>
          </a:lstStyle>
          <a:p>
            <a:pPr>
              <a:defRPr sz="1725" b="0">
                <a:solidFill>
                  <a:srgbClr val="9AC5CC"/>
                </a:solidFill>
                <a:latin typeface="Manrope"/>
                <a:ea typeface="Manrope"/>
                <a:cs typeface="Manrope"/>
              </a:defRPr>
            </a:pPr>
            <a:r>
              <a:rPr sz="1725" b="0">
                <a:solidFill>
                  <a:srgbClr val="9AC5CC"/>
                </a:solidFill>
                <a:latin typeface="Manrope"/>
                <a:ea typeface="Manrope"/>
                <a:cs typeface="Manrope"/>
              </a:rPr>
              <a:t>lane de paralelismo</a:t>
            </a:r>
          </a:p>
        </p:txBody>
      </p:sp>
      <p:sp>
        <p:nvSpPr>
          <p:cNvPr id="19" name="text-95">
            <a:extLst>
              <a:ext uri="{FF2B5EF4-FFF2-40B4-BE49-F238E27FC236}">
                <a16:creationId xmlns:a16="http://schemas.microsoft.com/office/drawing/2014/main" id="{D392EDB6-4D74-446D-8091-AACE4CC7AA6D}"/>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9AC5CC"/>
                </a:solidFill>
                <a:latin typeface="Manrope"/>
                <a:ea typeface="Manrope"/>
                <a:cs typeface="Manrope"/>
              </a:defRPr>
            </a:defPPr>
            <a:lvl1pPr>
              <a:defRPr sz="1200" b="0">
                <a:solidFill>
                  <a:srgbClr val="9AC5CC"/>
                </a:solidFill>
                <a:latin typeface="Manrope"/>
                <a:ea typeface="Manrope"/>
                <a:cs typeface="Manrope"/>
              </a:defRPr>
            </a:lvl1pPr>
            <a:lvl2pPr>
              <a:defRPr sz="1200" b="0">
                <a:solidFill>
                  <a:srgbClr val="9AC5CC"/>
                </a:solidFill>
                <a:latin typeface="Manrope"/>
                <a:ea typeface="Manrope"/>
                <a:cs typeface="Manrope"/>
              </a:defRPr>
            </a:lvl2pPr>
            <a:lvl3pPr>
              <a:defRPr sz="1200" b="0">
                <a:solidFill>
                  <a:srgbClr val="9AC5CC"/>
                </a:solidFill>
                <a:latin typeface="Manrope"/>
                <a:ea typeface="Manrope"/>
                <a:cs typeface="Manrope"/>
              </a:defRPr>
            </a:lvl3pPr>
            <a:lvl4pPr>
              <a:defRPr sz="1200" b="0">
                <a:solidFill>
                  <a:srgbClr val="9AC5CC"/>
                </a:solidFill>
                <a:latin typeface="Manrope"/>
                <a:ea typeface="Manrope"/>
                <a:cs typeface="Manrope"/>
              </a:defRPr>
            </a:lvl4pPr>
            <a:lvl5pPr>
              <a:defRPr sz="1200" b="0">
                <a:solidFill>
                  <a:srgbClr val="9AC5CC"/>
                </a:solidFill>
                <a:latin typeface="Manrope"/>
                <a:ea typeface="Manrope"/>
                <a:cs typeface="Manrope"/>
              </a:defRPr>
            </a:lvl5pPr>
            <a:lvl6pPr>
              <a:defRPr sz="1200" b="0">
                <a:solidFill>
                  <a:srgbClr val="9AC5CC"/>
                </a:solidFill>
                <a:latin typeface="Manrope"/>
                <a:ea typeface="Manrope"/>
                <a:cs typeface="Manrope"/>
              </a:defRPr>
            </a:lvl6pPr>
            <a:lvl7pPr>
              <a:defRPr sz="1200" b="0">
                <a:solidFill>
                  <a:srgbClr val="9AC5CC"/>
                </a:solidFill>
                <a:latin typeface="Manrope"/>
                <a:ea typeface="Manrope"/>
                <a:cs typeface="Manrope"/>
              </a:defRPr>
            </a:lvl7pPr>
            <a:lvl8pPr>
              <a:defRPr sz="1200" b="0">
                <a:solidFill>
                  <a:srgbClr val="9AC5CC"/>
                </a:solidFill>
                <a:latin typeface="Manrope"/>
                <a:ea typeface="Manrope"/>
                <a:cs typeface="Manrope"/>
              </a:defRPr>
            </a:lvl8pPr>
            <a:lvl9pPr>
              <a:defRPr sz="1200" b="0">
                <a:solidFill>
                  <a:srgbClr val="9AC5CC"/>
                </a:solidFill>
                <a:latin typeface="Manrope"/>
                <a:ea typeface="Manrope"/>
                <a:cs typeface="Manrope"/>
              </a:defRPr>
            </a:lvl9pPr>
          </a:lstStyle>
          <a:p>
            <a:pPr>
              <a:defRPr sz="1200" b="0">
                <a:solidFill>
                  <a:srgbClr val="9AC5CC"/>
                </a:solidFill>
                <a:latin typeface="Manrope"/>
                <a:ea typeface="Manrope"/>
                <a:cs typeface="Manrope"/>
              </a:defRPr>
            </a:pPr>
            <a:r>
              <a:rPr sz="1200" b="0">
                <a:solidFill>
                  <a:srgbClr val="9AC5CC"/>
                </a:solidFill>
                <a:latin typeface="Manrope"/>
                <a:ea typeface="Manrope"/>
                <a:cs typeface="Manrope"/>
              </a:rPr>
              <a:t>bcrypt usa costo 12. La sal es pública; el pepper es un secreto separado.</a:t>
            </a:r>
          </a:p>
        </p:txBody>
      </p:sp>
    </p:spTree>
    <p:extLst>
      <p:ext uri="{BB962C8B-B14F-4D97-AF65-F5344CB8AC3E}">
        <p14:creationId xmlns:p14="http://schemas.microsoft.com/office/powerpoint/2010/main" val="1094267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1EB"/>
        </a:solidFill>
        <a:effectLst/>
      </p:bgPr>
    </p:bg>
    <p:spTree>
      <p:nvGrpSpPr>
        <p:cNvPr id="1" name=""/>
        <p:cNvGrpSpPr/>
        <p:nvPr/>
      </p:nvGrpSpPr>
      <p:grpSpPr>
        <a:xfrm>
          <a:off x="0" y="0"/>
          <a:ext cx="0" cy="0"/>
          <a:chOff x="0" y="0"/>
          <a:chExt cx="0" cy="0"/>
        </a:xfrm>
      </p:grpSpPr>
      <p:cxnSp>
        <p:nvCxnSpPr>
          <p:cNvPr id="2" name="Conector recto de flecha 1">
            <a:extLst>
              <a:ext uri="{FF2B5EF4-FFF2-40B4-BE49-F238E27FC236}">
                <a16:creationId xmlns:a16="http://schemas.microsoft.com/office/drawing/2014/main" id="{25462C57-91CF-40A1-9D93-3A4B7A186639}"/>
              </a:ext>
            </a:extLst>
          </p:cNvPr>
          <p:cNvCxnSpPr>
            <a:stCxn id="20" idx="3"/>
            <a:endCxn id="21" idx="1"/>
          </p:cNvCxnSpPr>
          <p:nvPr/>
        </p:nvCxnSpPr>
        <p:spPr>
          <a:xfrm>
            <a:off x="8829675" y="5195888"/>
            <a:ext cx="790575" cy="0"/>
          </a:xfrm>
          <a:prstGeom prst="straightConnector1">
            <a:avLst/>
          </a:prstGeom>
          <a:ln w="16193">
            <a:solidFill>
              <a:srgbClr val="287F83"/>
            </a:solidFill>
            <a:prstDash val="solid"/>
            <a:tailEnd type="triangle" w="sm" len="sm"/>
          </a:ln>
        </p:spPr>
      </p:cxnSp>
      <p:cxnSp>
        <p:nvCxnSpPr>
          <p:cNvPr id="3" name="Conector recto de flecha 2">
            <a:extLst>
              <a:ext uri="{FF2B5EF4-FFF2-40B4-BE49-F238E27FC236}">
                <a16:creationId xmlns:a16="http://schemas.microsoft.com/office/drawing/2014/main" id="{FA06FB72-06C2-4F38-928D-8F162686B4FD}"/>
              </a:ext>
            </a:extLst>
          </p:cNvPr>
          <p:cNvCxnSpPr>
            <a:stCxn id="19" idx="3"/>
            <a:endCxn id="20" idx="1"/>
          </p:cNvCxnSpPr>
          <p:nvPr/>
        </p:nvCxnSpPr>
        <p:spPr>
          <a:xfrm>
            <a:off x="5638800" y="5195888"/>
            <a:ext cx="790575" cy="0"/>
          </a:xfrm>
          <a:prstGeom prst="straightConnector1">
            <a:avLst/>
          </a:prstGeom>
          <a:ln w="16193">
            <a:solidFill>
              <a:srgbClr val="287F83"/>
            </a:solidFill>
            <a:prstDash val="solid"/>
            <a:tailEnd type="triangle" w="sm" len="sm"/>
          </a:ln>
        </p:spPr>
      </p:cxnSp>
      <p:cxnSp>
        <p:nvCxnSpPr>
          <p:cNvPr id="4" name="Conector recto de flecha 3">
            <a:extLst>
              <a:ext uri="{FF2B5EF4-FFF2-40B4-BE49-F238E27FC236}">
                <a16:creationId xmlns:a16="http://schemas.microsoft.com/office/drawing/2014/main" id="{AC10907E-8621-401E-9AAF-D1B89721ED20}"/>
              </a:ext>
            </a:extLst>
          </p:cNvPr>
          <p:cNvCxnSpPr>
            <a:stCxn id="12" idx="3"/>
            <a:endCxn id="13" idx="1"/>
          </p:cNvCxnSpPr>
          <p:nvPr/>
        </p:nvCxnSpPr>
        <p:spPr>
          <a:xfrm>
            <a:off x="7010400" y="3033713"/>
            <a:ext cx="1971675" cy="0"/>
          </a:xfrm>
          <a:prstGeom prst="straightConnector1">
            <a:avLst/>
          </a:prstGeom>
          <a:ln w="16193">
            <a:solidFill>
              <a:srgbClr val="287F83"/>
            </a:solidFill>
            <a:prstDash val="solid"/>
            <a:tailEnd type="triangle" w="sm" len="sm"/>
          </a:ln>
        </p:spPr>
      </p:cxnSp>
      <p:cxnSp>
        <p:nvCxnSpPr>
          <p:cNvPr id="5" name="Conector recto de flecha 4">
            <a:extLst>
              <a:ext uri="{FF2B5EF4-FFF2-40B4-BE49-F238E27FC236}">
                <a16:creationId xmlns:a16="http://schemas.microsoft.com/office/drawing/2014/main" id="{A00C3892-1381-43ED-88C2-EFB4A5A6AF78}"/>
              </a:ext>
            </a:extLst>
          </p:cNvPr>
          <p:cNvCxnSpPr>
            <a:stCxn id="11" idx="3"/>
            <a:endCxn id="12" idx="1"/>
          </p:cNvCxnSpPr>
          <p:nvPr/>
        </p:nvCxnSpPr>
        <p:spPr>
          <a:xfrm>
            <a:off x="3009900" y="3033713"/>
            <a:ext cx="1466850" cy="0"/>
          </a:xfrm>
          <a:prstGeom prst="straightConnector1">
            <a:avLst/>
          </a:prstGeom>
          <a:ln w="16193">
            <a:solidFill>
              <a:srgbClr val="287F83"/>
            </a:solidFill>
            <a:prstDash val="solid"/>
            <a:tailEnd type="triangle" w="sm" len="sm"/>
          </a:ln>
        </p:spPr>
      </p:cxnSp>
      <p:sp>
        <p:nvSpPr>
          <p:cNvPr id="6" name="text-96">
            <a:extLst>
              <a:ext uri="{FF2B5EF4-FFF2-40B4-BE49-F238E27FC236}">
                <a16:creationId xmlns:a16="http://schemas.microsoft.com/office/drawing/2014/main" id="{35678BF3-D666-4A1B-A77D-298537588C26}"/>
              </a:ext>
            </a:extLst>
          </p:cNvPr>
          <p:cNvSpPr>
            <a:spLocks noGrp="1"/>
          </p:cNvSpPr>
          <p:nvPr/>
        </p:nvSpPr>
        <p:spPr>
          <a:xfrm>
            <a:off x="609600" y="371475"/>
            <a:ext cx="962025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PRÁCTICA EN PYTHON</a:t>
            </a:r>
          </a:p>
        </p:txBody>
      </p:sp>
      <p:sp>
        <p:nvSpPr>
          <p:cNvPr id="7" name="text-97">
            <a:extLst>
              <a:ext uri="{FF2B5EF4-FFF2-40B4-BE49-F238E27FC236}">
                <a16:creationId xmlns:a16="http://schemas.microsoft.com/office/drawing/2014/main" id="{4C443EC9-6AD3-412E-80AC-06CB533DF7F6}"/>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122630"/>
                </a:solidFill>
                <a:latin typeface="Manrope"/>
                <a:ea typeface="Manrope"/>
                <a:cs typeface="Manrope"/>
              </a:defRPr>
            </a:defPPr>
            <a:lvl1pPr>
              <a:defRPr sz="3900" b="1">
                <a:solidFill>
                  <a:srgbClr val="122630"/>
                </a:solidFill>
                <a:latin typeface="Manrope"/>
                <a:ea typeface="Manrope"/>
                <a:cs typeface="Manrope"/>
              </a:defRPr>
            </a:lvl1pPr>
            <a:lvl2pPr>
              <a:defRPr sz="3900" b="1">
                <a:solidFill>
                  <a:srgbClr val="122630"/>
                </a:solidFill>
                <a:latin typeface="Manrope"/>
                <a:ea typeface="Manrope"/>
                <a:cs typeface="Manrope"/>
              </a:defRPr>
            </a:lvl2pPr>
            <a:lvl3pPr>
              <a:defRPr sz="3900" b="1">
                <a:solidFill>
                  <a:srgbClr val="122630"/>
                </a:solidFill>
                <a:latin typeface="Manrope"/>
                <a:ea typeface="Manrope"/>
                <a:cs typeface="Manrope"/>
              </a:defRPr>
            </a:lvl3pPr>
            <a:lvl4pPr>
              <a:defRPr sz="3900" b="1">
                <a:solidFill>
                  <a:srgbClr val="122630"/>
                </a:solidFill>
                <a:latin typeface="Manrope"/>
                <a:ea typeface="Manrope"/>
                <a:cs typeface="Manrope"/>
              </a:defRPr>
            </a:lvl4pPr>
            <a:lvl5pPr>
              <a:defRPr sz="3900" b="1">
                <a:solidFill>
                  <a:srgbClr val="122630"/>
                </a:solidFill>
                <a:latin typeface="Manrope"/>
                <a:ea typeface="Manrope"/>
                <a:cs typeface="Manrope"/>
              </a:defRPr>
            </a:lvl5pPr>
            <a:lvl6pPr>
              <a:defRPr sz="3900" b="1">
                <a:solidFill>
                  <a:srgbClr val="122630"/>
                </a:solidFill>
                <a:latin typeface="Manrope"/>
                <a:ea typeface="Manrope"/>
                <a:cs typeface="Manrope"/>
              </a:defRPr>
            </a:lvl6pPr>
            <a:lvl7pPr>
              <a:defRPr sz="3900" b="1">
                <a:solidFill>
                  <a:srgbClr val="122630"/>
                </a:solidFill>
                <a:latin typeface="Manrope"/>
                <a:ea typeface="Manrope"/>
                <a:cs typeface="Manrope"/>
              </a:defRPr>
            </a:lvl7pPr>
            <a:lvl8pPr>
              <a:defRPr sz="3900" b="1">
                <a:solidFill>
                  <a:srgbClr val="122630"/>
                </a:solidFill>
                <a:latin typeface="Manrope"/>
                <a:ea typeface="Manrope"/>
                <a:cs typeface="Manrope"/>
              </a:defRPr>
            </a:lvl8pPr>
            <a:lvl9pPr>
              <a:defRPr sz="3900" b="1">
                <a:solidFill>
                  <a:srgbClr val="122630"/>
                </a:solidFill>
                <a:latin typeface="Manrope"/>
                <a:ea typeface="Manrope"/>
                <a:cs typeface="Manrope"/>
              </a:defRPr>
            </a:lvl9pPr>
          </a:lstStyle>
          <a:p>
            <a:pPr>
              <a:defRPr sz="3900" b="1">
                <a:solidFill>
                  <a:srgbClr val="122630"/>
                </a:solidFill>
                <a:latin typeface="Manrope"/>
                <a:ea typeface="Manrope"/>
                <a:cs typeface="Manrope"/>
              </a:defRPr>
            </a:pPr>
            <a:r>
              <a:rPr sz="3900" b="1">
                <a:solidFill>
                  <a:srgbClr val="122630"/>
                </a:solidFill>
                <a:latin typeface="Manrope"/>
                <a:ea typeface="Manrope"/>
                <a:cs typeface="Manrope"/>
              </a:rPr>
              <a:t>Un registro, cuatro esquemas</a:t>
            </a:r>
          </a:p>
        </p:txBody>
      </p:sp>
      <p:sp>
        <p:nvSpPr>
          <p:cNvPr id="8" name="text-98">
            <a:extLst>
              <a:ext uri="{FF2B5EF4-FFF2-40B4-BE49-F238E27FC236}">
                <a16:creationId xmlns:a16="http://schemas.microsoft.com/office/drawing/2014/main" id="{B7C79DE5-4CA4-4DA3-A0F5-0A38BA72A974}"/>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61717A"/>
                </a:solidFill>
                <a:latin typeface="Manrope"/>
                <a:ea typeface="Manrope"/>
                <a:cs typeface="Manrope"/>
              </a:defRPr>
            </a:defPPr>
            <a:lvl1pPr>
              <a:defRPr sz="1050" b="0">
                <a:solidFill>
                  <a:srgbClr val="61717A"/>
                </a:solidFill>
                <a:latin typeface="Manrope"/>
                <a:ea typeface="Manrope"/>
                <a:cs typeface="Manrope"/>
              </a:defRPr>
            </a:lvl1pPr>
            <a:lvl2pPr>
              <a:defRPr sz="1050" b="0">
                <a:solidFill>
                  <a:srgbClr val="61717A"/>
                </a:solidFill>
                <a:latin typeface="Manrope"/>
                <a:ea typeface="Manrope"/>
                <a:cs typeface="Manrope"/>
              </a:defRPr>
            </a:lvl2pPr>
            <a:lvl3pPr>
              <a:defRPr sz="1050" b="0">
                <a:solidFill>
                  <a:srgbClr val="61717A"/>
                </a:solidFill>
                <a:latin typeface="Manrope"/>
                <a:ea typeface="Manrope"/>
                <a:cs typeface="Manrope"/>
              </a:defRPr>
            </a:lvl3pPr>
            <a:lvl4pPr>
              <a:defRPr sz="1050" b="0">
                <a:solidFill>
                  <a:srgbClr val="61717A"/>
                </a:solidFill>
                <a:latin typeface="Manrope"/>
                <a:ea typeface="Manrope"/>
                <a:cs typeface="Manrope"/>
              </a:defRPr>
            </a:lvl4pPr>
            <a:lvl5pPr>
              <a:defRPr sz="1050" b="0">
                <a:solidFill>
                  <a:srgbClr val="61717A"/>
                </a:solidFill>
                <a:latin typeface="Manrope"/>
                <a:ea typeface="Manrope"/>
                <a:cs typeface="Manrope"/>
              </a:defRPr>
            </a:lvl5pPr>
            <a:lvl6pPr>
              <a:defRPr sz="1050" b="0">
                <a:solidFill>
                  <a:srgbClr val="61717A"/>
                </a:solidFill>
                <a:latin typeface="Manrope"/>
                <a:ea typeface="Manrope"/>
                <a:cs typeface="Manrope"/>
              </a:defRPr>
            </a:lvl6pPr>
            <a:lvl7pPr>
              <a:defRPr sz="1050" b="0">
                <a:solidFill>
                  <a:srgbClr val="61717A"/>
                </a:solidFill>
                <a:latin typeface="Manrope"/>
                <a:ea typeface="Manrope"/>
                <a:cs typeface="Manrope"/>
              </a:defRPr>
            </a:lvl7pPr>
            <a:lvl8pPr>
              <a:defRPr sz="1050" b="0">
                <a:solidFill>
                  <a:srgbClr val="61717A"/>
                </a:solidFill>
                <a:latin typeface="Manrope"/>
                <a:ea typeface="Manrope"/>
                <a:cs typeface="Manrope"/>
              </a:defRPr>
            </a:lvl8pPr>
            <a:lvl9pPr>
              <a:defRPr sz="1050" b="0">
                <a:solidFill>
                  <a:srgbClr val="61717A"/>
                </a:solidFill>
                <a:latin typeface="Manrope"/>
                <a:ea typeface="Manrope"/>
                <a:cs typeface="Manrope"/>
              </a:defRPr>
            </a:lvl9pPr>
          </a:lstStyle>
          <a:p>
            <a:pPr>
              <a:defRPr sz="1050" b="0">
                <a:solidFill>
                  <a:srgbClr val="61717A"/>
                </a:solidFill>
                <a:latin typeface="Manrope"/>
                <a:ea typeface="Manrope"/>
                <a:cs typeface="Manrope"/>
              </a:defRPr>
            </a:pPr>
            <a:r>
              <a:rPr sz="1050" b="0">
                <a:solidFill>
                  <a:srgbClr val="61717A"/>
                </a:solidFill>
                <a:latin typeface="Manrope"/>
                <a:ea typeface="Manrope"/>
                <a:cs typeface="Manrope"/>
              </a:rPr>
              <a:t>ITI-922  /  GRUPO 6</a:t>
            </a:r>
          </a:p>
        </p:txBody>
      </p:sp>
      <p:sp>
        <p:nvSpPr>
          <p:cNvPr id="9" name="text-99">
            <a:extLst>
              <a:ext uri="{FF2B5EF4-FFF2-40B4-BE49-F238E27FC236}">
                <a16:creationId xmlns:a16="http://schemas.microsoft.com/office/drawing/2014/main" id="{918843E0-63A0-4636-BDC2-F4CFFB6C2D51}"/>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61717A"/>
                </a:solidFill>
                <a:latin typeface="Manrope"/>
                <a:ea typeface="Manrope"/>
                <a:cs typeface="Manrope"/>
              </a:defRPr>
            </a:defPPr>
            <a:lvl1pPr algn="r">
              <a:defRPr sz="1425" b="0">
                <a:solidFill>
                  <a:srgbClr val="61717A"/>
                </a:solidFill>
                <a:latin typeface="Manrope"/>
                <a:ea typeface="Manrope"/>
                <a:cs typeface="Manrope"/>
              </a:defRPr>
            </a:lvl1pPr>
            <a:lvl2pPr algn="r">
              <a:defRPr sz="1425" b="0">
                <a:solidFill>
                  <a:srgbClr val="61717A"/>
                </a:solidFill>
                <a:latin typeface="Manrope"/>
                <a:ea typeface="Manrope"/>
                <a:cs typeface="Manrope"/>
              </a:defRPr>
            </a:lvl2pPr>
            <a:lvl3pPr algn="r">
              <a:defRPr sz="1425" b="0">
                <a:solidFill>
                  <a:srgbClr val="61717A"/>
                </a:solidFill>
                <a:latin typeface="Manrope"/>
                <a:ea typeface="Manrope"/>
                <a:cs typeface="Manrope"/>
              </a:defRPr>
            </a:lvl3pPr>
            <a:lvl4pPr algn="r">
              <a:defRPr sz="1425" b="0">
                <a:solidFill>
                  <a:srgbClr val="61717A"/>
                </a:solidFill>
                <a:latin typeface="Manrope"/>
                <a:ea typeface="Manrope"/>
                <a:cs typeface="Manrope"/>
              </a:defRPr>
            </a:lvl4pPr>
            <a:lvl5pPr algn="r">
              <a:defRPr sz="1425" b="0">
                <a:solidFill>
                  <a:srgbClr val="61717A"/>
                </a:solidFill>
                <a:latin typeface="Manrope"/>
                <a:ea typeface="Manrope"/>
                <a:cs typeface="Manrope"/>
              </a:defRPr>
            </a:lvl5pPr>
            <a:lvl6pPr algn="r">
              <a:defRPr sz="1425" b="0">
                <a:solidFill>
                  <a:srgbClr val="61717A"/>
                </a:solidFill>
                <a:latin typeface="Manrope"/>
                <a:ea typeface="Manrope"/>
                <a:cs typeface="Manrope"/>
              </a:defRPr>
            </a:lvl6pPr>
            <a:lvl7pPr algn="r">
              <a:defRPr sz="1425" b="0">
                <a:solidFill>
                  <a:srgbClr val="61717A"/>
                </a:solidFill>
                <a:latin typeface="Manrope"/>
                <a:ea typeface="Manrope"/>
                <a:cs typeface="Manrope"/>
              </a:defRPr>
            </a:lvl7pPr>
            <a:lvl8pPr algn="r">
              <a:defRPr sz="1425" b="0">
                <a:solidFill>
                  <a:srgbClr val="61717A"/>
                </a:solidFill>
                <a:latin typeface="Manrope"/>
                <a:ea typeface="Manrope"/>
                <a:cs typeface="Manrope"/>
              </a:defRPr>
            </a:lvl8pPr>
            <a:lvl9pPr algn="r">
              <a:defRPr sz="1425" b="0">
                <a:solidFill>
                  <a:srgbClr val="61717A"/>
                </a:solidFill>
                <a:latin typeface="Manrope"/>
                <a:ea typeface="Manrope"/>
                <a:cs typeface="Manrope"/>
              </a:defRPr>
            </a:lvl9pPr>
          </a:lstStyle>
          <a:p>
            <a:pPr algn="r">
              <a:defRPr sz="1425" b="0">
                <a:solidFill>
                  <a:srgbClr val="61717A"/>
                </a:solidFill>
                <a:latin typeface="Manrope"/>
                <a:ea typeface="Manrope"/>
                <a:cs typeface="Manrope"/>
              </a:defRPr>
            </a:pPr>
            <a:r>
              <a:rPr sz="1425" b="0">
                <a:solidFill>
                  <a:srgbClr val="61717A"/>
                </a:solidFill>
                <a:latin typeface="Manrope"/>
                <a:ea typeface="Manrope"/>
                <a:cs typeface="Manrope"/>
              </a:rPr>
              <a:t>08</a:t>
            </a:r>
          </a:p>
        </p:txBody>
      </p:sp>
      <p:sp>
        <p:nvSpPr>
          <p:cNvPr id="10" name="text-100">
            <a:extLst>
              <a:ext uri="{FF2B5EF4-FFF2-40B4-BE49-F238E27FC236}">
                <a16:creationId xmlns:a16="http://schemas.microsoft.com/office/drawing/2014/main" id="{4E98C47A-25FF-43EB-B237-F5EC3163632D}"/>
              </a:ext>
            </a:extLst>
          </p:cNvPr>
          <p:cNvSpPr>
            <a:spLocks noGrp="1"/>
          </p:cNvSpPr>
          <p:nvPr/>
        </p:nvSpPr>
        <p:spPr>
          <a:xfrm>
            <a:off x="609600" y="2000250"/>
            <a:ext cx="238125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REGISTRO</a:t>
            </a:r>
          </a:p>
        </p:txBody>
      </p:sp>
      <p:sp>
        <p:nvSpPr>
          <p:cNvPr id="11" name="diagram-101">
            <a:extLst>
              <a:ext uri="{FF2B5EF4-FFF2-40B4-BE49-F238E27FC236}">
                <a16:creationId xmlns:a16="http://schemas.microsoft.com/office/drawing/2014/main" id="{8B5F3FF5-90E0-445F-A799-958D572A79DE}"/>
              </a:ext>
            </a:extLst>
          </p:cNvPr>
          <p:cNvSpPr>
            <a:spLocks noGrp="1"/>
          </p:cNvSpPr>
          <p:nvPr/>
        </p:nvSpPr>
        <p:spPr>
          <a:xfrm>
            <a:off x="609600" y="2533650"/>
            <a:ext cx="2400300" cy="1000125"/>
          </a:xfrm>
          <a:prstGeom prst="rect">
            <a:avLst/>
          </a:prstGeom>
          <a:noFill/>
          <a:ln w="12383">
            <a:solidFill>
              <a:srgbClr val="287F83"/>
            </a:solidFill>
            <a:prstDash val="solid"/>
          </a:ln>
        </p:spPr>
        <p:txBody>
          <a:bodyPr lIns="114300" tIns="114300" rIns="114300" bIns="114300" anchor="ctr">
            <a:noAutofit/>
          </a:bodyPr>
          <a:lstStyle>
            <a:defPPr algn="ctr">
              <a:defRPr sz="1950" b="1">
                <a:solidFill>
                  <a:srgbClr val="122630"/>
                </a:solidFill>
                <a:latin typeface="Manrope"/>
                <a:ea typeface="Manrope"/>
                <a:cs typeface="Manrope"/>
              </a:defRPr>
            </a:defPPr>
            <a:lvl1pPr algn="ctr">
              <a:defRPr sz="1950" b="1">
                <a:solidFill>
                  <a:srgbClr val="122630"/>
                </a:solidFill>
                <a:latin typeface="Manrope"/>
                <a:ea typeface="Manrope"/>
                <a:cs typeface="Manrope"/>
              </a:defRPr>
            </a:lvl1pPr>
            <a:lvl2pPr algn="ctr">
              <a:defRPr sz="1950" b="1">
                <a:solidFill>
                  <a:srgbClr val="122630"/>
                </a:solidFill>
                <a:latin typeface="Manrope"/>
                <a:ea typeface="Manrope"/>
                <a:cs typeface="Manrope"/>
              </a:defRPr>
            </a:lvl2pPr>
            <a:lvl3pPr algn="ctr">
              <a:defRPr sz="1950" b="1">
                <a:solidFill>
                  <a:srgbClr val="122630"/>
                </a:solidFill>
                <a:latin typeface="Manrope"/>
                <a:ea typeface="Manrope"/>
                <a:cs typeface="Manrope"/>
              </a:defRPr>
            </a:lvl3pPr>
            <a:lvl4pPr algn="ctr">
              <a:defRPr sz="1950" b="1">
                <a:solidFill>
                  <a:srgbClr val="122630"/>
                </a:solidFill>
                <a:latin typeface="Manrope"/>
                <a:ea typeface="Manrope"/>
                <a:cs typeface="Manrope"/>
              </a:defRPr>
            </a:lvl4pPr>
            <a:lvl5pPr algn="ctr">
              <a:defRPr sz="1950" b="1">
                <a:solidFill>
                  <a:srgbClr val="122630"/>
                </a:solidFill>
                <a:latin typeface="Manrope"/>
                <a:ea typeface="Manrope"/>
                <a:cs typeface="Manrope"/>
              </a:defRPr>
            </a:lvl5pPr>
            <a:lvl6pPr algn="ctr">
              <a:defRPr sz="1950" b="1">
                <a:solidFill>
                  <a:srgbClr val="122630"/>
                </a:solidFill>
                <a:latin typeface="Manrope"/>
                <a:ea typeface="Manrope"/>
                <a:cs typeface="Manrope"/>
              </a:defRPr>
            </a:lvl6pPr>
            <a:lvl7pPr algn="ctr">
              <a:defRPr sz="1950" b="1">
                <a:solidFill>
                  <a:srgbClr val="122630"/>
                </a:solidFill>
                <a:latin typeface="Manrope"/>
                <a:ea typeface="Manrope"/>
                <a:cs typeface="Manrope"/>
              </a:defRPr>
            </a:lvl7pPr>
            <a:lvl8pPr algn="ctr">
              <a:defRPr sz="1950" b="1">
                <a:solidFill>
                  <a:srgbClr val="122630"/>
                </a:solidFill>
                <a:latin typeface="Manrope"/>
                <a:ea typeface="Manrope"/>
                <a:cs typeface="Manrope"/>
              </a:defRPr>
            </a:lvl8pPr>
            <a:lvl9pPr algn="ctr">
              <a:defRPr sz="1950" b="1">
                <a:solidFill>
                  <a:srgbClr val="122630"/>
                </a:solidFill>
                <a:latin typeface="Manrope"/>
                <a:ea typeface="Manrope"/>
                <a:cs typeface="Manrope"/>
              </a:defRPr>
            </a:lvl9pPr>
          </a:lstStyle>
          <a:p>
            <a:pPr algn="ctr">
              <a:defRPr sz="1950" b="1">
                <a:solidFill>
                  <a:srgbClr val="122630"/>
                </a:solidFill>
                <a:latin typeface="Manrope"/>
                <a:ea typeface="Manrope"/>
                <a:cs typeface="Manrope"/>
              </a:defRPr>
            </a:pPr>
            <a:r>
              <a:rPr sz="1950" b="1">
                <a:solidFill>
                  <a:srgbClr val="122630"/>
                </a:solidFill>
                <a:latin typeface="Manrope"/>
                <a:ea typeface="Manrope"/>
                <a:cs typeface="Manrope"/>
              </a:rPr>
              <a:t>Usuario y clave</a:t>
            </a:r>
          </a:p>
        </p:txBody>
      </p:sp>
      <p:sp>
        <p:nvSpPr>
          <p:cNvPr id="12" name="diagram-102">
            <a:extLst>
              <a:ext uri="{FF2B5EF4-FFF2-40B4-BE49-F238E27FC236}">
                <a16:creationId xmlns:a16="http://schemas.microsoft.com/office/drawing/2014/main" id="{49309EB5-5BC2-4BA6-9974-71783A7C7042}"/>
              </a:ext>
            </a:extLst>
          </p:cNvPr>
          <p:cNvSpPr>
            <a:spLocks noGrp="1"/>
          </p:cNvSpPr>
          <p:nvPr/>
        </p:nvSpPr>
        <p:spPr>
          <a:xfrm>
            <a:off x="4476750" y="2533650"/>
            <a:ext cx="2533650" cy="1000125"/>
          </a:xfrm>
          <a:prstGeom prst="rect">
            <a:avLst/>
          </a:prstGeom>
          <a:solidFill>
            <a:srgbClr val="122630"/>
          </a:solidFill>
          <a:ln w="12383">
            <a:solidFill>
              <a:srgbClr val="122630"/>
            </a:solidFill>
            <a:prstDash val="solid"/>
          </a:ln>
        </p:spPr>
        <p:txBody>
          <a:bodyPr lIns="114300" tIns="114300" rIns="114300" bIns="114300" anchor="ctr">
            <a:noAutofit/>
          </a:bodyPr>
          <a:lstStyle>
            <a:defPPr algn="ctr">
              <a:defRPr sz="2550" b="1">
                <a:solidFill>
                  <a:srgbClr val="FCFBF8"/>
                </a:solidFill>
                <a:latin typeface="Manrope"/>
                <a:ea typeface="Manrope"/>
                <a:cs typeface="Manrope"/>
              </a:defRPr>
            </a:defPPr>
            <a:lvl1pPr algn="ctr">
              <a:defRPr sz="2550" b="1">
                <a:solidFill>
                  <a:srgbClr val="FCFBF8"/>
                </a:solidFill>
                <a:latin typeface="Manrope"/>
                <a:ea typeface="Manrope"/>
                <a:cs typeface="Manrope"/>
              </a:defRPr>
            </a:lvl1pPr>
            <a:lvl2pPr algn="ctr">
              <a:defRPr sz="2550" b="1">
                <a:solidFill>
                  <a:srgbClr val="FCFBF8"/>
                </a:solidFill>
                <a:latin typeface="Manrope"/>
                <a:ea typeface="Manrope"/>
                <a:cs typeface="Manrope"/>
              </a:defRPr>
            </a:lvl2pPr>
            <a:lvl3pPr algn="ctr">
              <a:defRPr sz="2550" b="1">
                <a:solidFill>
                  <a:srgbClr val="FCFBF8"/>
                </a:solidFill>
                <a:latin typeface="Manrope"/>
                <a:ea typeface="Manrope"/>
                <a:cs typeface="Manrope"/>
              </a:defRPr>
            </a:lvl3pPr>
            <a:lvl4pPr algn="ctr">
              <a:defRPr sz="2550" b="1">
                <a:solidFill>
                  <a:srgbClr val="FCFBF8"/>
                </a:solidFill>
                <a:latin typeface="Manrope"/>
                <a:ea typeface="Manrope"/>
                <a:cs typeface="Manrope"/>
              </a:defRPr>
            </a:lvl4pPr>
            <a:lvl5pPr algn="ctr">
              <a:defRPr sz="2550" b="1">
                <a:solidFill>
                  <a:srgbClr val="FCFBF8"/>
                </a:solidFill>
                <a:latin typeface="Manrope"/>
                <a:ea typeface="Manrope"/>
                <a:cs typeface="Manrope"/>
              </a:defRPr>
            </a:lvl5pPr>
            <a:lvl6pPr algn="ctr">
              <a:defRPr sz="2550" b="1">
                <a:solidFill>
                  <a:srgbClr val="FCFBF8"/>
                </a:solidFill>
                <a:latin typeface="Manrope"/>
                <a:ea typeface="Manrope"/>
                <a:cs typeface="Manrope"/>
              </a:defRPr>
            </a:lvl6pPr>
            <a:lvl7pPr algn="ctr">
              <a:defRPr sz="2550" b="1">
                <a:solidFill>
                  <a:srgbClr val="FCFBF8"/>
                </a:solidFill>
                <a:latin typeface="Manrope"/>
                <a:ea typeface="Manrope"/>
                <a:cs typeface="Manrope"/>
              </a:defRPr>
            </a:lvl7pPr>
            <a:lvl8pPr algn="ctr">
              <a:defRPr sz="2550" b="1">
                <a:solidFill>
                  <a:srgbClr val="FCFBF8"/>
                </a:solidFill>
                <a:latin typeface="Manrope"/>
                <a:ea typeface="Manrope"/>
                <a:cs typeface="Manrope"/>
              </a:defRPr>
            </a:lvl8pPr>
            <a:lvl9pPr algn="ctr">
              <a:defRPr sz="2550" b="1">
                <a:solidFill>
                  <a:srgbClr val="FCFBF8"/>
                </a:solidFill>
                <a:latin typeface="Manrope"/>
                <a:ea typeface="Manrope"/>
                <a:cs typeface="Manrope"/>
              </a:defRPr>
            </a:lvl9pPr>
          </a:lstStyle>
          <a:p>
            <a:pPr algn="ctr">
              <a:defRPr sz="2550" b="1">
                <a:solidFill>
                  <a:srgbClr val="FCFBF8"/>
                </a:solidFill>
                <a:latin typeface="Manrope"/>
                <a:ea typeface="Manrope"/>
                <a:cs typeface="Manrope"/>
              </a:defRPr>
            </a:pPr>
            <a:r>
              <a:rPr sz="2550" b="1">
                <a:solidFill>
                  <a:srgbClr val="FCFBF8"/>
                </a:solidFill>
                <a:latin typeface="Manrope"/>
                <a:ea typeface="Manrope"/>
                <a:cs typeface="Manrope"/>
              </a:rPr>
              <a:t>login.py</a:t>
            </a:r>
          </a:p>
        </p:txBody>
      </p:sp>
      <p:sp>
        <p:nvSpPr>
          <p:cNvPr id="13" name="diagram-103">
            <a:extLst>
              <a:ext uri="{FF2B5EF4-FFF2-40B4-BE49-F238E27FC236}">
                <a16:creationId xmlns:a16="http://schemas.microsoft.com/office/drawing/2014/main" id="{C092B37A-D254-46BD-AE5C-4FB1034D9C04}"/>
              </a:ext>
            </a:extLst>
          </p:cNvPr>
          <p:cNvSpPr>
            <a:spLocks noGrp="1"/>
          </p:cNvSpPr>
          <p:nvPr/>
        </p:nvSpPr>
        <p:spPr>
          <a:xfrm>
            <a:off x="8982075" y="2533650"/>
            <a:ext cx="2600325" cy="1000125"/>
          </a:xfrm>
          <a:prstGeom prst="rect">
            <a:avLst/>
          </a:prstGeom>
          <a:noFill/>
          <a:ln w="12383">
            <a:solidFill>
              <a:srgbClr val="287F83"/>
            </a:solidFill>
            <a:prstDash val="solid"/>
          </a:ln>
        </p:spPr>
        <p:txBody>
          <a:bodyPr lIns="114300" tIns="114300" rIns="114300" bIns="114300" anchor="ctr">
            <a:noAutofit/>
          </a:bodyPr>
          <a:lstStyle>
            <a:defPPr algn="ctr">
              <a:defRPr sz="1950" b="1">
                <a:solidFill>
                  <a:srgbClr val="122630"/>
                </a:solidFill>
                <a:latin typeface="Manrope"/>
                <a:ea typeface="Manrope"/>
                <a:cs typeface="Manrope"/>
              </a:defRPr>
            </a:defPPr>
            <a:lvl1pPr algn="ctr">
              <a:defRPr sz="1950" b="1">
                <a:solidFill>
                  <a:srgbClr val="122630"/>
                </a:solidFill>
                <a:latin typeface="Manrope"/>
                <a:ea typeface="Manrope"/>
                <a:cs typeface="Manrope"/>
              </a:defRPr>
            </a:lvl1pPr>
            <a:lvl2pPr algn="ctr">
              <a:defRPr sz="1950" b="1">
                <a:solidFill>
                  <a:srgbClr val="122630"/>
                </a:solidFill>
                <a:latin typeface="Manrope"/>
                <a:ea typeface="Manrope"/>
                <a:cs typeface="Manrope"/>
              </a:defRPr>
            </a:lvl2pPr>
            <a:lvl3pPr algn="ctr">
              <a:defRPr sz="1950" b="1">
                <a:solidFill>
                  <a:srgbClr val="122630"/>
                </a:solidFill>
                <a:latin typeface="Manrope"/>
                <a:ea typeface="Manrope"/>
                <a:cs typeface="Manrope"/>
              </a:defRPr>
            </a:lvl3pPr>
            <a:lvl4pPr algn="ctr">
              <a:defRPr sz="1950" b="1">
                <a:solidFill>
                  <a:srgbClr val="122630"/>
                </a:solidFill>
                <a:latin typeface="Manrope"/>
                <a:ea typeface="Manrope"/>
                <a:cs typeface="Manrope"/>
              </a:defRPr>
            </a:lvl4pPr>
            <a:lvl5pPr algn="ctr">
              <a:defRPr sz="1950" b="1">
                <a:solidFill>
                  <a:srgbClr val="122630"/>
                </a:solidFill>
                <a:latin typeface="Manrope"/>
                <a:ea typeface="Manrope"/>
                <a:cs typeface="Manrope"/>
              </a:defRPr>
            </a:lvl5pPr>
            <a:lvl6pPr algn="ctr">
              <a:defRPr sz="1950" b="1">
                <a:solidFill>
                  <a:srgbClr val="122630"/>
                </a:solidFill>
                <a:latin typeface="Manrope"/>
                <a:ea typeface="Manrope"/>
                <a:cs typeface="Manrope"/>
              </a:defRPr>
            </a:lvl6pPr>
            <a:lvl7pPr algn="ctr">
              <a:defRPr sz="1950" b="1">
                <a:solidFill>
                  <a:srgbClr val="122630"/>
                </a:solidFill>
                <a:latin typeface="Manrope"/>
                <a:ea typeface="Manrope"/>
                <a:cs typeface="Manrope"/>
              </a:defRPr>
            </a:lvl7pPr>
            <a:lvl8pPr algn="ctr">
              <a:defRPr sz="1950" b="1">
                <a:solidFill>
                  <a:srgbClr val="122630"/>
                </a:solidFill>
                <a:latin typeface="Manrope"/>
                <a:ea typeface="Manrope"/>
                <a:cs typeface="Manrope"/>
              </a:defRPr>
            </a:lvl8pPr>
            <a:lvl9pPr algn="ctr">
              <a:defRPr sz="1950" b="1">
                <a:solidFill>
                  <a:srgbClr val="122630"/>
                </a:solidFill>
                <a:latin typeface="Manrope"/>
                <a:ea typeface="Manrope"/>
                <a:cs typeface="Manrope"/>
              </a:defRPr>
            </a:lvl9pPr>
          </a:lstStyle>
          <a:p>
            <a:pPr algn="ctr">
              <a:defRPr sz="1950" b="1">
                <a:solidFill>
                  <a:srgbClr val="122630"/>
                </a:solidFill>
                <a:latin typeface="Manrope"/>
                <a:ea typeface="Manrope"/>
                <a:cs typeface="Manrope"/>
              </a:defRPr>
            </a:pPr>
            <a:r>
              <a:rPr sz="1950" b="1">
                <a:solidFill>
                  <a:srgbClr val="122630"/>
                </a:solidFill>
                <a:latin typeface="Manrope"/>
                <a:ea typeface="Manrope"/>
                <a:cs typeface="Manrope"/>
              </a:rPr>
              <a:t>usuarios.db</a:t>
            </a:r>
          </a:p>
          <a:p>
            <a:pPr algn="ctr">
              <a:defRPr sz="1950" b="1">
                <a:solidFill>
                  <a:srgbClr val="122630"/>
                </a:solidFill>
                <a:latin typeface="Manrope"/>
                <a:ea typeface="Manrope"/>
                <a:cs typeface="Manrope"/>
              </a:defRPr>
            </a:pPr>
            <a:r>
              <a:rPr sz="1950" b="1">
                <a:solidFill>
                  <a:srgbClr val="122630"/>
                </a:solidFill>
                <a:latin typeface="Manrope"/>
                <a:ea typeface="Manrope"/>
                <a:cs typeface="Manrope"/>
              </a:rPr>
              <a:t>SQLite</a:t>
            </a:r>
          </a:p>
        </p:txBody>
      </p:sp>
      <p:sp>
        <p:nvSpPr>
          <p:cNvPr id="14" name="text-104">
            <a:extLst>
              <a:ext uri="{FF2B5EF4-FFF2-40B4-BE49-F238E27FC236}">
                <a16:creationId xmlns:a16="http://schemas.microsoft.com/office/drawing/2014/main" id="{0C184D69-E0CB-42CA-BDC4-2FDBB4F442F4}"/>
              </a:ext>
            </a:extLst>
          </p:cNvPr>
          <p:cNvSpPr>
            <a:spLocks noGrp="1"/>
          </p:cNvSpPr>
          <p:nvPr/>
        </p:nvSpPr>
        <p:spPr>
          <a:xfrm>
            <a:off x="609600" y="3714750"/>
            <a:ext cx="2400300" cy="381000"/>
          </a:xfrm>
          <a:prstGeom prst="rect">
            <a:avLst/>
          </a:prstGeom>
          <a:noFill/>
          <a:ln w="0">
            <a:noFill/>
            <a:prstDash val="solid"/>
          </a:ln>
        </p:spPr>
        <p:txBody>
          <a:bodyPr wrap="square" lIns="0" tIns="0" rIns="0" bIns="0" anchor="t">
            <a:noAutofit/>
          </a:bodyPr>
          <a:lstStyle>
            <a:defPPr algn="ctr">
              <a:defRPr sz="1800" b="0">
                <a:solidFill>
                  <a:srgbClr val="61717A"/>
                </a:solidFill>
                <a:latin typeface="Manrope"/>
                <a:ea typeface="Manrope"/>
                <a:cs typeface="Manrope"/>
              </a:defRPr>
            </a:defPPr>
            <a:lvl1pPr algn="ctr">
              <a:defRPr sz="1800" b="0">
                <a:solidFill>
                  <a:srgbClr val="61717A"/>
                </a:solidFill>
                <a:latin typeface="Manrope"/>
                <a:ea typeface="Manrope"/>
                <a:cs typeface="Manrope"/>
              </a:defRPr>
            </a:lvl1pPr>
            <a:lvl2pPr algn="ctr">
              <a:defRPr sz="1800" b="0">
                <a:solidFill>
                  <a:srgbClr val="61717A"/>
                </a:solidFill>
                <a:latin typeface="Manrope"/>
                <a:ea typeface="Manrope"/>
                <a:cs typeface="Manrope"/>
              </a:defRPr>
            </a:lvl2pPr>
            <a:lvl3pPr algn="ctr">
              <a:defRPr sz="1800" b="0">
                <a:solidFill>
                  <a:srgbClr val="61717A"/>
                </a:solidFill>
                <a:latin typeface="Manrope"/>
                <a:ea typeface="Manrope"/>
                <a:cs typeface="Manrope"/>
              </a:defRPr>
            </a:lvl3pPr>
            <a:lvl4pPr algn="ctr">
              <a:defRPr sz="1800" b="0">
                <a:solidFill>
                  <a:srgbClr val="61717A"/>
                </a:solidFill>
                <a:latin typeface="Manrope"/>
                <a:ea typeface="Manrope"/>
                <a:cs typeface="Manrope"/>
              </a:defRPr>
            </a:lvl4pPr>
            <a:lvl5pPr algn="ctr">
              <a:defRPr sz="1800" b="0">
                <a:solidFill>
                  <a:srgbClr val="61717A"/>
                </a:solidFill>
                <a:latin typeface="Manrope"/>
                <a:ea typeface="Manrope"/>
                <a:cs typeface="Manrope"/>
              </a:defRPr>
            </a:lvl5pPr>
            <a:lvl6pPr algn="ctr">
              <a:defRPr sz="1800" b="0">
                <a:solidFill>
                  <a:srgbClr val="61717A"/>
                </a:solidFill>
                <a:latin typeface="Manrope"/>
                <a:ea typeface="Manrope"/>
                <a:cs typeface="Manrope"/>
              </a:defRPr>
            </a:lvl6pPr>
            <a:lvl7pPr algn="ctr">
              <a:defRPr sz="1800" b="0">
                <a:solidFill>
                  <a:srgbClr val="61717A"/>
                </a:solidFill>
                <a:latin typeface="Manrope"/>
                <a:ea typeface="Manrope"/>
                <a:cs typeface="Manrope"/>
              </a:defRPr>
            </a:lvl7pPr>
            <a:lvl8pPr algn="ctr">
              <a:defRPr sz="1800" b="0">
                <a:solidFill>
                  <a:srgbClr val="61717A"/>
                </a:solidFill>
                <a:latin typeface="Manrope"/>
                <a:ea typeface="Manrope"/>
                <a:cs typeface="Manrope"/>
              </a:defRPr>
            </a:lvl8pPr>
            <a:lvl9pPr algn="ctr">
              <a:defRPr sz="1800" b="0">
                <a:solidFill>
                  <a:srgbClr val="61717A"/>
                </a:solidFill>
                <a:latin typeface="Manrope"/>
                <a:ea typeface="Manrope"/>
                <a:cs typeface="Manrope"/>
              </a:defRPr>
            </a:lvl9pPr>
          </a:lstStyle>
          <a:p>
            <a:pPr algn="ctr">
              <a:defRPr sz="1800" b="0">
                <a:solidFill>
                  <a:srgbClr val="61717A"/>
                </a:solidFill>
                <a:latin typeface="Manrope"/>
                <a:ea typeface="Manrope"/>
                <a:cs typeface="Manrope"/>
              </a:defRPr>
            </a:pPr>
            <a:r>
              <a:rPr sz="1800" b="0">
                <a:solidFill>
                  <a:srgbClr val="61717A"/>
                </a:solidFill>
                <a:latin typeface="Manrope"/>
                <a:ea typeface="Manrope"/>
                <a:cs typeface="Manrope"/>
              </a:rPr>
              <a:t>getpass</a:t>
            </a:r>
          </a:p>
        </p:txBody>
      </p:sp>
      <p:sp>
        <p:nvSpPr>
          <p:cNvPr id="15" name="text-105">
            <a:extLst>
              <a:ext uri="{FF2B5EF4-FFF2-40B4-BE49-F238E27FC236}">
                <a16:creationId xmlns:a16="http://schemas.microsoft.com/office/drawing/2014/main" id="{3B7DB005-6D22-4432-AF2A-D0441F221845}"/>
              </a:ext>
            </a:extLst>
          </p:cNvPr>
          <p:cNvSpPr>
            <a:spLocks noGrp="1"/>
          </p:cNvSpPr>
          <p:nvPr/>
        </p:nvSpPr>
        <p:spPr>
          <a:xfrm>
            <a:off x="4086225" y="3724275"/>
            <a:ext cx="3305175" cy="714375"/>
          </a:xfrm>
          <a:prstGeom prst="rect">
            <a:avLst/>
          </a:prstGeom>
          <a:noFill/>
          <a:ln w="0">
            <a:noFill/>
            <a:prstDash val="solid"/>
          </a:ln>
        </p:spPr>
        <p:txBody>
          <a:bodyPr wrap="square" lIns="0" tIns="0" rIns="0" bIns="0" anchor="t">
            <a:noAutofit/>
          </a:bodyPr>
          <a:lstStyle>
            <a:defPPr algn="ctr">
              <a:defRPr sz="1800" b="1">
                <a:solidFill>
                  <a:srgbClr val="287F83"/>
                </a:solidFill>
                <a:latin typeface="Manrope"/>
                <a:ea typeface="Manrope"/>
                <a:cs typeface="Manrope"/>
              </a:defRPr>
            </a:defPPr>
            <a:lvl1pPr algn="ctr">
              <a:defRPr sz="1800" b="1">
                <a:solidFill>
                  <a:srgbClr val="287F83"/>
                </a:solidFill>
                <a:latin typeface="Manrope"/>
                <a:ea typeface="Manrope"/>
                <a:cs typeface="Manrope"/>
              </a:defRPr>
            </a:lvl1pPr>
            <a:lvl2pPr algn="ctr">
              <a:defRPr sz="1800" b="1">
                <a:solidFill>
                  <a:srgbClr val="287F83"/>
                </a:solidFill>
                <a:latin typeface="Manrope"/>
                <a:ea typeface="Manrope"/>
                <a:cs typeface="Manrope"/>
              </a:defRPr>
            </a:lvl2pPr>
            <a:lvl3pPr algn="ctr">
              <a:defRPr sz="1800" b="1">
                <a:solidFill>
                  <a:srgbClr val="287F83"/>
                </a:solidFill>
                <a:latin typeface="Manrope"/>
                <a:ea typeface="Manrope"/>
                <a:cs typeface="Manrope"/>
              </a:defRPr>
            </a:lvl3pPr>
            <a:lvl4pPr algn="ctr">
              <a:defRPr sz="1800" b="1">
                <a:solidFill>
                  <a:srgbClr val="287F83"/>
                </a:solidFill>
                <a:latin typeface="Manrope"/>
                <a:ea typeface="Manrope"/>
                <a:cs typeface="Manrope"/>
              </a:defRPr>
            </a:lvl4pPr>
            <a:lvl5pPr algn="ctr">
              <a:defRPr sz="1800" b="1">
                <a:solidFill>
                  <a:srgbClr val="287F83"/>
                </a:solidFill>
                <a:latin typeface="Manrope"/>
                <a:ea typeface="Manrope"/>
                <a:cs typeface="Manrope"/>
              </a:defRPr>
            </a:lvl5pPr>
            <a:lvl6pPr algn="ctr">
              <a:defRPr sz="1800" b="1">
                <a:solidFill>
                  <a:srgbClr val="287F83"/>
                </a:solidFill>
                <a:latin typeface="Manrope"/>
                <a:ea typeface="Manrope"/>
                <a:cs typeface="Manrope"/>
              </a:defRPr>
            </a:lvl6pPr>
            <a:lvl7pPr algn="ctr">
              <a:defRPr sz="1800" b="1">
                <a:solidFill>
                  <a:srgbClr val="287F83"/>
                </a:solidFill>
                <a:latin typeface="Manrope"/>
                <a:ea typeface="Manrope"/>
                <a:cs typeface="Manrope"/>
              </a:defRPr>
            </a:lvl7pPr>
            <a:lvl8pPr algn="ctr">
              <a:defRPr sz="1800" b="1">
                <a:solidFill>
                  <a:srgbClr val="287F83"/>
                </a:solidFill>
                <a:latin typeface="Manrope"/>
                <a:ea typeface="Manrope"/>
                <a:cs typeface="Manrope"/>
              </a:defRPr>
            </a:lvl8pPr>
            <a:lvl9pPr algn="ctr">
              <a:defRPr sz="1800" b="1">
                <a:solidFill>
                  <a:srgbClr val="287F83"/>
                </a:solidFill>
                <a:latin typeface="Manrope"/>
                <a:ea typeface="Manrope"/>
                <a:cs typeface="Manrope"/>
              </a:defRPr>
            </a:lvl9pPr>
          </a:lstStyle>
          <a:p>
            <a:pPr algn="ctr">
              <a:defRPr sz="1800" b="1">
                <a:solidFill>
                  <a:srgbClr val="287F83"/>
                </a:solidFill>
                <a:latin typeface="Manrope"/>
                <a:ea typeface="Manrope"/>
                <a:cs typeface="Manrope"/>
              </a:defRPr>
            </a:pPr>
            <a:r>
              <a:rPr sz="1800" b="1">
                <a:solidFill>
                  <a:srgbClr val="287F83"/>
                </a:solidFill>
                <a:latin typeface="Manrope"/>
                <a:ea typeface="Manrope"/>
                <a:cs typeface="Manrope"/>
              </a:rPr>
              <a:t>MD5   SHA-256</a:t>
            </a:r>
          </a:p>
          <a:p>
            <a:pPr algn="ctr">
              <a:defRPr sz="1800" b="1">
                <a:solidFill>
                  <a:srgbClr val="287F83"/>
                </a:solidFill>
                <a:latin typeface="Manrope"/>
                <a:ea typeface="Manrope"/>
                <a:cs typeface="Manrope"/>
              </a:defRPr>
            </a:pPr>
            <a:r>
              <a:rPr sz="1800" b="1">
                <a:solidFill>
                  <a:srgbClr val="287F83"/>
                </a:solidFill>
                <a:latin typeface="Manrope"/>
                <a:ea typeface="Manrope"/>
                <a:cs typeface="Manrope"/>
              </a:rPr>
              <a:t>bcrypt   Argon2id</a:t>
            </a:r>
          </a:p>
        </p:txBody>
      </p:sp>
      <p:sp>
        <p:nvSpPr>
          <p:cNvPr id="16" name="text-106">
            <a:extLst>
              <a:ext uri="{FF2B5EF4-FFF2-40B4-BE49-F238E27FC236}">
                <a16:creationId xmlns:a16="http://schemas.microsoft.com/office/drawing/2014/main" id="{4EA721BF-A5D5-4522-A540-7175DC4E5412}"/>
              </a:ext>
            </a:extLst>
          </p:cNvPr>
          <p:cNvSpPr>
            <a:spLocks noGrp="1"/>
          </p:cNvSpPr>
          <p:nvPr/>
        </p:nvSpPr>
        <p:spPr>
          <a:xfrm>
            <a:off x="8601075" y="3714750"/>
            <a:ext cx="2981325" cy="666750"/>
          </a:xfrm>
          <a:prstGeom prst="rect">
            <a:avLst/>
          </a:prstGeom>
          <a:noFill/>
          <a:ln w="0">
            <a:noFill/>
            <a:prstDash val="solid"/>
          </a:ln>
        </p:spPr>
        <p:txBody>
          <a:bodyPr wrap="square" lIns="0" tIns="0" rIns="0" bIns="0" anchor="t">
            <a:noAutofit/>
          </a:bodyPr>
          <a:lstStyle>
            <a:defPPr algn="ctr">
              <a:defRPr sz="1800" b="0">
                <a:solidFill>
                  <a:srgbClr val="61717A"/>
                </a:solidFill>
                <a:latin typeface="Manrope"/>
                <a:ea typeface="Manrope"/>
                <a:cs typeface="Manrope"/>
              </a:defRPr>
            </a:defPPr>
            <a:lvl1pPr algn="ctr">
              <a:defRPr sz="1800" b="0">
                <a:solidFill>
                  <a:srgbClr val="61717A"/>
                </a:solidFill>
                <a:latin typeface="Manrope"/>
                <a:ea typeface="Manrope"/>
                <a:cs typeface="Manrope"/>
              </a:defRPr>
            </a:lvl1pPr>
            <a:lvl2pPr algn="ctr">
              <a:defRPr sz="1800" b="0">
                <a:solidFill>
                  <a:srgbClr val="61717A"/>
                </a:solidFill>
                <a:latin typeface="Manrope"/>
                <a:ea typeface="Manrope"/>
                <a:cs typeface="Manrope"/>
              </a:defRPr>
            </a:lvl2pPr>
            <a:lvl3pPr algn="ctr">
              <a:defRPr sz="1800" b="0">
                <a:solidFill>
                  <a:srgbClr val="61717A"/>
                </a:solidFill>
                <a:latin typeface="Manrope"/>
                <a:ea typeface="Manrope"/>
                <a:cs typeface="Manrope"/>
              </a:defRPr>
            </a:lvl3pPr>
            <a:lvl4pPr algn="ctr">
              <a:defRPr sz="1800" b="0">
                <a:solidFill>
                  <a:srgbClr val="61717A"/>
                </a:solidFill>
                <a:latin typeface="Manrope"/>
                <a:ea typeface="Manrope"/>
                <a:cs typeface="Manrope"/>
              </a:defRPr>
            </a:lvl4pPr>
            <a:lvl5pPr algn="ctr">
              <a:defRPr sz="1800" b="0">
                <a:solidFill>
                  <a:srgbClr val="61717A"/>
                </a:solidFill>
                <a:latin typeface="Manrope"/>
                <a:ea typeface="Manrope"/>
                <a:cs typeface="Manrope"/>
              </a:defRPr>
            </a:lvl5pPr>
            <a:lvl6pPr algn="ctr">
              <a:defRPr sz="1800" b="0">
                <a:solidFill>
                  <a:srgbClr val="61717A"/>
                </a:solidFill>
                <a:latin typeface="Manrope"/>
                <a:ea typeface="Manrope"/>
                <a:cs typeface="Manrope"/>
              </a:defRPr>
            </a:lvl6pPr>
            <a:lvl7pPr algn="ctr">
              <a:defRPr sz="1800" b="0">
                <a:solidFill>
                  <a:srgbClr val="61717A"/>
                </a:solidFill>
                <a:latin typeface="Manrope"/>
                <a:ea typeface="Manrope"/>
                <a:cs typeface="Manrope"/>
              </a:defRPr>
            </a:lvl7pPr>
            <a:lvl8pPr algn="ctr">
              <a:defRPr sz="1800" b="0">
                <a:solidFill>
                  <a:srgbClr val="61717A"/>
                </a:solidFill>
                <a:latin typeface="Manrope"/>
                <a:ea typeface="Manrope"/>
                <a:cs typeface="Manrope"/>
              </a:defRPr>
            </a:lvl8pPr>
            <a:lvl9pPr algn="ctr">
              <a:defRPr sz="1800" b="0">
                <a:solidFill>
                  <a:srgbClr val="61717A"/>
                </a:solidFill>
                <a:latin typeface="Manrope"/>
                <a:ea typeface="Manrope"/>
                <a:cs typeface="Manrope"/>
              </a:defRPr>
            </a:lvl9pPr>
          </a:lstStyle>
          <a:p>
            <a:pPr algn="ctr">
              <a:defRPr sz="1800" b="0">
                <a:solidFill>
                  <a:srgbClr val="61717A"/>
                </a:solidFill>
                <a:latin typeface="Manrope"/>
                <a:ea typeface="Manrope"/>
                <a:cs typeface="Manrope"/>
              </a:defRPr>
            </a:pPr>
            <a:r>
              <a:rPr sz="1800" b="0">
                <a:solidFill>
                  <a:srgbClr val="61717A"/>
                </a:solidFill>
                <a:latin typeface="Manrope"/>
                <a:ea typeface="Manrope"/>
                <a:cs typeface="Manrope"/>
              </a:rPr>
              <a:t>Usuario y cuatro hashes</a:t>
            </a:r>
          </a:p>
        </p:txBody>
      </p:sp>
      <p:sp>
        <p:nvSpPr>
          <p:cNvPr id="17" name="rule-107">
            <a:extLst>
              <a:ext uri="{FF2B5EF4-FFF2-40B4-BE49-F238E27FC236}">
                <a16:creationId xmlns:a16="http://schemas.microsoft.com/office/drawing/2014/main" id="{39394842-29FF-4CA1-8577-EA2B2FAA6FE8}"/>
              </a:ext>
            </a:extLst>
          </p:cNvPr>
          <p:cNvSpPr>
            <a:spLocks noGrp="1"/>
          </p:cNvSpPr>
          <p:nvPr/>
        </p:nvSpPr>
        <p:spPr>
          <a:xfrm>
            <a:off x="609600" y="4657725"/>
            <a:ext cx="10972800" cy="0"/>
          </a:xfrm>
          <a:prstGeom prst="line">
            <a:avLst/>
          </a:prstGeom>
          <a:noFill/>
          <a:ln w="9525">
            <a:solidFill>
              <a:srgbClr val="D6D2C8"/>
            </a:solidFill>
            <a:prstDash val="solid"/>
          </a:ln>
        </p:spPr>
        <p:txBody>
          <a:bodyPr/>
          <a:lstStyle/>
          <a:p>
            <a:endParaRPr lang="es-419"/>
          </a:p>
        </p:txBody>
      </p:sp>
      <p:sp>
        <p:nvSpPr>
          <p:cNvPr id="18" name="text-108">
            <a:extLst>
              <a:ext uri="{FF2B5EF4-FFF2-40B4-BE49-F238E27FC236}">
                <a16:creationId xmlns:a16="http://schemas.microsoft.com/office/drawing/2014/main" id="{2F92B3E9-CAF7-4E7A-8A99-06451D843B4E}"/>
              </a:ext>
            </a:extLst>
          </p:cNvPr>
          <p:cNvSpPr>
            <a:spLocks noGrp="1"/>
          </p:cNvSpPr>
          <p:nvPr/>
        </p:nvSpPr>
        <p:spPr>
          <a:xfrm>
            <a:off x="609600" y="4914900"/>
            <a:ext cx="240030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INICIO DE SESIÓN</a:t>
            </a:r>
          </a:p>
        </p:txBody>
      </p:sp>
      <p:sp>
        <p:nvSpPr>
          <p:cNvPr id="19" name="diagram-109">
            <a:extLst>
              <a:ext uri="{FF2B5EF4-FFF2-40B4-BE49-F238E27FC236}">
                <a16:creationId xmlns:a16="http://schemas.microsoft.com/office/drawing/2014/main" id="{89ED6AF7-6A74-475F-A2EE-B2576A3447E9}"/>
              </a:ext>
            </a:extLst>
          </p:cNvPr>
          <p:cNvSpPr>
            <a:spLocks noGrp="1"/>
          </p:cNvSpPr>
          <p:nvPr/>
        </p:nvSpPr>
        <p:spPr>
          <a:xfrm>
            <a:off x="3390900" y="4838700"/>
            <a:ext cx="2247900" cy="714375"/>
          </a:xfrm>
          <a:prstGeom prst="rect">
            <a:avLst/>
          </a:prstGeom>
          <a:noFill/>
          <a:ln w="12383">
            <a:noFill/>
            <a:prstDash val="solid"/>
          </a:ln>
        </p:spPr>
        <p:txBody>
          <a:bodyPr lIns="114300" tIns="114300" rIns="114300" bIns="114300" anchor="ctr">
            <a:noAutofit/>
          </a:bodyPr>
          <a:lstStyle>
            <a:defPPr algn="ctr">
              <a:defRPr sz="1800" b="1">
                <a:solidFill>
                  <a:srgbClr val="122630"/>
                </a:solidFill>
                <a:latin typeface="Manrope"/>
                <a:ea typeface="Manrope"/>
                <a:cs typeface="Manrope"/>
              </a:defRPr>
            </a:defPPr>
            <a:lvl1pPr algn="ctr">
              <a:defRPr sz="1800" b="1">
                <a:solidFill>
                  <a:srgbClr val="122630"/>
                </a:solidFill>
                <a:latin typeface="Manrope"/>
                <a:ea typeface="Manrope"/>
                <a:cs typeface="Manrope"/>
              </a:defRPr>
            </a:lvl1pPr>
            <a:lvl2pPr algn="ctr">
              <a:defRPr sz="1800" b="1">
                <a:solidFill>
                  <a:srgbClr val="122630"/>
                </a:solidFill>
                <a:latin typeface="Manrope"/>
                <a:ea typeface="Manrope"/>
                <a:cs typeface="Manrope"/>
              </a:defRPr>
            </a:lvl2pPr>
            <a:lvl3pPr algn="ctr">
              <a:defRPr sz="1800" b="1">
                <a:solidFill>
                  <a:srgbClr val="122630"/>
                </a:solidFill>
                <a:latin typeface="Manrope"/>
                <a:ea typeface="Manrope"/>
                <a:cs typeface="Manrope"/>
              </a:defRPr>
            </a:lvl3pPr>
            <a:lvl4pPr algn="ctr">
              <a:defRPr sz="1800" b="1">
                <a:solidFill>
                  <a:srgbClr val="122630"/>
                </a:solidFill>
                <a:latin typeface="Manrope"/>
                <a:ea typeface="Manrope"/>
                <a:cs typeface="Manrope"/>
              </a:defRPr>
            </a:lvl4pPr>
            <a:lvl5pPr algn="ctr">
              <a:defRPr sz="1800" b="1">
                <a:solidFill>
                  <a:srgbClr val="122630"/>
                </a:solidFill>
                <a:latin typeface="Manrope"/>
                <a:ea typeface="Manrope"/>
                <a:cs typeface="Manrope"/>
              </a:defRPr>
            </a:lvl5pPr>
            <a:lvl6pPr algn="ctr">
              <a:defRPr sz="1800" b="1">
                <a:solidFill>
                  <a:srgbClr val="122630"/>
                </a:solidFill>
                <a:latin typeface="Manrope"/>
                <a:ea typeface="Manrope"/>
                <a:cs typeface="Manrope"/>
              </a:defRPr>
            </a:lvl6pPr>
            <a:lvl7pPr algn="ctr">
              <a:defRPr sz="1800" b="1">
                <a:solidFill>
                  <a:srgbClr val="122630"/>
                </a:solidFill>
                <a:latin typeface="Manrope"/>
                <a:ea typeface="Manrope"/>
                <a:cs typeface="Manrope"/>
              </a:defRPr>
            </a:lvl7pPr>
            <a:lvl8pPr algn="ctr">
              <a:defRPr sz="1800" b="1">
                <a:solidFill>
                  <a:srgbClr val="122630"/>
                </a:solidFill>
                <a:latin typeface="Manrope"/>
                <a:ea typeface="Manrope"/>
                <a:cs typeface="Manrope"/>
              </a:defRPr>
            </a:lvl8pPr>
            <a:lvl9pPr algn="ctr">
              <a:defRPr sz="1800" b="1">
                <a:solidFill>
                  <a:srgbClr val="122630"/>
                </a:solidFill>
                <a:latin typeface="Manrope"/>
                <a:ea typeface="Manrope"/>
                <a:cs typeface="Manrope"/>
              </a:defRPr>
            </a:lvl9pPr>
          </a:lstStyle>
          <a:p>
            <a:pPr algn="ctr">
              <a:defRPr sz="1800" b="1">
                <a:solidFill>
                  <a:srgbClr val="122630"/>
                </a:solidFill>
                <a:latin typeface="Manrope"/>
                <a:ea typeface="Manrope"/>
                <a:cs typeface="Manrope"/>
              </a:defRPr>
            </a:pPr>
            <a:r>
              <a:rPr sz="1800" b="1">
                <a:solidFill>
                  <a:srgbClr val="122630"/>
                </a:solidFill>
                <a:latin typeface="Manrope"/>
                <a:ea typeface="Manrope"/>
                <a:cs typeface="Manrope"/>
              </a:rPr>
              <a:t>Clave ingresada</a:t>
            </a:r>
          </a:p>
        </p:txBody>
      </p:sp>
      <p:sp>
        <p:nvSpPr>
          <p:cNvPr id="20" name="diagram-110">
            <a:extLst>
              <a:ext uri="{FF2B5EF4-FFF2-40B4-BE49-F238E27FC236}">
                <a16:creationId xmlns:a16="http://schemas.microsoft.com/office/drawing/2014/main" id="{9FBD3600-27F8-40A0-8C1F-98E431800AB4}"/>
              </a:ext>
            </a:extLst>
          </p:cNvPr>
          <p:cNvSpPr>
            <a:spLocks noGrp="1"/>
          </p:cNvSpPr>
          <p:nvPr/>
        </p:nvSpPr>
        <p:spPr>
          <a:xfrm>
            <a:off x="6429375" y="4838700"/>
            <a:ext cx="2400300" cy="714375"/>
          </a:xfrm>
          <a:prstGeom prst="rect">
            <a:avLst/>
          </a:prstGeom>
          <a:noFill/>
          <a:ln w="12383">
            <a:solidFill>
              <a:srgbClr val="D6D2C8"/>
            </a:solidFill>
            <a:prstDash val="solid"/>
          </a:ln>
        </p:spPr>
        <p:txBody>
          <a:bodyPr lIns="114300" tIns="114300" rIns="114300" bIns="114300" anchor="ctr">
            <a:noAutofit/>
          </a:bodyPr>
          <a:lstStyle>
            <a:defPPr algn="ctr">
              <a:defRPr sz="1725" b="1">
                <a:solidFill>
                  <a:srgbClr val="122630"/>
                </a:solidFill>
                <a:latin typeface="Manrope"/>
                <a:ea typeface="Manrope"/>
                <a:cs typeface="Manrope"/>
              </a:defRPr>
            </a:defPPr>
            <a:lvl1pPr algn="ctr">
              <a:defRPr sz="1725" b="1">
                <a:solidFill>
                  <a:srgbClr val="122630"/>
                </a:solidFill>
                <a:latin typeface="Manrope"/>
                <a:ea typeface="Manrope"/>
                <a:cs typeface="Manrope"/>
              </a:defRPr>
            </a:lvl1pPr>
            <a:lvl2pPr algn="ctr">
              <a:defRPr sz="1725" b="1">
                <a:solidFill>
                  <a:srgbClr val="122630"/>
                </a:solidFill>
                <a:latin typeface="Manrope"/>
                <a:ea typeface="Manrope"/>
                <a:cs typeface="Manrope"/>
              </a:defRPr>
            </a:lvl2pPr>
            <a:lvl3pPr algn="ctr">
              <a:defRPr sz="1725" b="1">
                <a:solidFill>
                  <a:srgbClr val="122630"/>
                </a:solidFill>
                <a:latin typeface="Manrope"/>
                <a:ea typeface="Manrope"/>
                <a:cs typeface="Manrope"/>
              </a:defRPr>
            </a:lvl3pPr>
            <a:lvl4pPr algn="ctr">
              <a:defRPr sz="1725" b="1">
                <a:solidFill>
                  <a:srgbClr val="122630"/>
                </a:solidFill>
                <a:latin typeface="Manrope"/>
                <a:ea typeface="Manrope"/>
                <a:cs typeface="Manrope"/>
              </a:defRPr>
            </a:lvl4pPr>
            <a:lvl5pPr algn="ctr">
              <a:defRPr sz="1725" b="1">
                <a:solidFill>
                  <a:srgbClr val="122630"/>
                </a:solidFill>
                <a:latin typeface="Manrope"/>
                <a:ea typeface="Manrope"/>
                <a:cs typeface="Manrope"/>
              </a:defRPr>
            </a:lvl5pPr>
            <a:lvl6pPr algn="ctr">
              <a:defRPr sz="1725" b="1">
                <a:solidFill>
                  <a:srgbClr val="122630"/>
                </a:solidFill>
                <a:latin typeface="Manrope"/>
                <a:ea typeface="Manrope"/>
                <a:cs typeface="Manrope"/>
              </a:defRPr>
            </a:lvl6pPr>
            <a:lvl7pPr algn="ctr">
              <a:defRPr sz="1725" b="1">
                <a:solidFill>
                  <a:srgbClr val="122630"/>
                </a:solidFill>
                <a:latin typeface="Manrope"/>
                <a:ea typeface="Manrope"/>
                <a:cs typeface="Manrope"/>
              </a:defRPr>
            </a:lvl7pPr>
            <a:lvl8pPr algn="ctr">
              <a:defRPr sz="1725" b="1">
                <a:solidFill>
                  <a:srgbClr val="122630"/>
                </a:solidFill>
                <a:latin typeface="Manrope"/>
                <a:ea typeface="Manrope"/>
                <a:cs typeface="Manrope"/>
              </a:defRPr>
            </a:lvl8pPr>
            <a:lvl9pPr algn="ctr">
              <a:defRPr sz="1725" b="1">
                <a:solidFill>
                  <a:srgbClr val="122630"/>
                </a:solidFill>
                <a:latin typeface="Manrope"/>
                <a:ea typeface="Manrope"/>
                <a:cs typeface="Manrope"/>
              </a:defRPr>
            </a:lvl9pPr>
          </a:lstStyle>
          <a:p>
            <a:pPr algn="ctr">
              <a:defRPr sz="1725" b="1">
                <a:solidFill>
                  <a:srgbClr val="122630"/>
                </a:solidFill>
                <a:latin typeface="Manrope"/>
                <a:ea typeface="Manrope"/>
                <a:cs typeface="Manrope"/>
              </a:defRPr>
            </a:pPr>
            <a:r>
              <a:rPr sz="1725" b="1">
                <a:solidFill>
                  <a:srgbClr val="122630"/>
                </a:solidFill>
                <a:latin typeface="Manrope"/>
                <a:ea typeface="Manrope"/>
                <a:cs typeface="Manrope"/>
              </a:rPr>
              <a:t>Verificador</a:t>
            </a:r>
          </a:p>
          <a:p>
            <a:pPr algn="ctr">
              <a:defRPr sz="1725" b="1">
                <a:solidFill>
                  <a:srgbClr val="122630"/>
                </a:solidFill>
                <a:latin typeface="Manrope"/>
                <a:ea typeface="Manrope"/>
                <a:cs typeface="Manrope"/>
              </a:defRPr>
            </a:pPr>
            <a:r>
              <a:rPr sz="1725" b="1">
                <a:solidFill>
                  <a:srgbClr val="122630"/>
                </a:solidFill>
                <a:latin typeface="Manrope"/>
                <a:ea typeface="Manrope"/>
                <a:cs typeface="Manrope"/>
              </a:rPr>
              <a:t>con sal almacenada</a:t>
            </a:r>
          </a:p>
        </p:txBody>
      </p:sp>
      <p:sp>
        <p:nvSpPr>
          <p:cNvPr id="21" name="diagram-111">
            <a:extLst>
              <a:ext uri="{FF2B5EF4-FFF2-40B4-BE49-F238E27FC236}">
                <a16:creationId xmlns:a16="http://schemas.microsoft.com/office/drawing/2014/main" id="{AD1E4DE2-20DA-4B69-95AA-1BA0457BC252}"/>
              </a:ext>
            </a:extLst>
          </p:cNvPr>
          <p:cNvSpPr>
            <a:spLocks noGrp="1"/>
          </p:cNvSpPr>
          <p:nvPr/>
        </p:nvSpPr>
        <p:spPr>
          <a:xfrm>
            <a:off x="9620250" y="4838700"/>
            <a:ext cx="1962150" cy="714375"/>
          </a:xfrm>
          <a:prstGeom prst="rect">
            <a:avLst/>
          </a:prstGeom>
          <a:noFill/>
          <a:ln w="12383">
            <a:noFill/>
            <a:prstDash val="solid"/>
          </a:ln>
        </p:spPr>
        <p:txBody>
          <a:bodyPr lIns="114300" tIns="114300" rIns="114300" bIns="114300" anchor="ctr">
            <a:noAutofit/>
          </a:bodyPr>
          <a:lstStyle>
            <a:defPPr algn="ctr">
              <a:defRPr sz="1800" b="1">
                <a:solidFill>
                  <a:srgbClr val="287F83"/>
                </a:solidFill>
                <a:latin typeface="Manrope"/>
                <a:ea typeface="Manrope"/>
                <a:cs typeface="Manrope"/>
              </a:defRPr>
            </a:defPPr>
            <a:lvl1pPr algn="ctr">
              <a:defRPr sz="1800" b="1">
                <a:solidFill>
                  <a:srgbClr val="287F83"/>
                </a:solidFill>
                <a:latin typeface="Manrope"/>
                <a:ea typeface="Manrope"/>
                <a:cs typeface="Manrope"/>
              </a:defRPr>
            </a:lvl1pPr>
            <a:lvl2pPr algn="ctr">
              <a:defRPr sz="1800" b="1">
                <a:solidFill>
                  <a:srgbClr val="287F83"/>
                </a:solidFill>
                <a:latin typeface="Manrope"/>
                <a:ea typeface="Manrope"/>
                <a:cs typeface="Manrope"/>
              </a:defRPr>
            </a:lvl2pPr>
            <a:lvl3pPr algn="ctr">
              <a:defRPr sz="1800" b="1">
                <a:solidFill>
                  <a:srgbClr val="287F83"/>
                </a:solidFill>
                <a:latin typeface="Manrope"/>
                <a:ea typeface="Manrope"/>
                <a:cs typeface="Manrope"/>
              </a:defRPr>
            </a:lvl3pPr>
            <a:lvl4pPr algn="ctr">
              <a:defRPr sz="1800" b="1">
                <a:solidFill>
                  <a:srgbClr val="287F83"/>
                </a:solidFill>
                <a:latin typeface="Manrope"/>
                <a:ea typeface="Manrope"/>
                <a:cs typeface="Manrope"/>
              </a:defRPr>
            </a:lvl4pPr>
            <a:lvl5pPr algn="ctr">
              <a:defRPr sz="1800" b="1">
                <a:solidFill>
                  <a:srgbClr val="287F83"/>
                </a:solidFill>
                <a:latin typeface="Manrope"/>
                <a:ea typeface="Manrope"/>
                <a:cs typeface="Manrope"/>
              </a:defRPr>
            </a:lvl5pPr>
            <a:lvl6pPr algn="ctr">
              <a:defRPr sz="1800" b="1">
                <a:solidFill>
                  <a:srgbClr val="287F83"/>
                </a:solidFill>
                <a:latin typeface="Manrope"/>
                <a:ea typeface="Manrope"/>
                <a:cs typeface="Manrope"/>
              </a:defRPr>
            </a:lvl6pPr>
            <a:lvl7pPr algn="ctr">
              <a:defRPr sz="1800" b="1">
                <a:solidFill>
                  <a:srgbClr val="287F83"/>
                </a:solidFill>
                <a:latin typeface="Manrope"/>
                <a:ea typeface="Manrope"/>
                <a:cs typeface="Manrope"/>
              </a:defRPr>
            </a:lvl7pPr>
            <a:lvl8pPr algn="ctr">
              <a:defRPr sz="1800" b="1">
                <a:solidFill>
                  <a:srgbClr val="287F83"/>
                </a:solidFill>
                <a:latin typeface="Manrope"/>
                <a:ea typeface="Manrope"/>
                <a:cs typeface="Manrope"/>
              </a:defRPr>
            </a:lvl8pPr>
            <a:lvl9pPr algn="ctr">
              <a:defRPr sz="1800" b="1">
                <a:solidFill>
                  <a:srgbClr val="287F83"/>
                </a:solidFill>
                <a:latin typeface="Manrope"/>
                <a:ea typeface="Manrope"/>
                <a:cs typeface="Manrope"/>
              </a:defRPr>
            </a:lvl9pPr>
          </a:lstStyle>
          <a:p>
            <a:pPr algn="ctr">
              <a:defRPr sz="1800" b="1">
                <a:solidFill>
                  <a:srgbClr val="287F83"/>
                </a:solidFill>
                <a:latin typeface="Manrope"/>
                <a:ea typeface="Manrope"/>
                <a:cs typeface="Manrope"/>
              </a:defRPr>
            </a:pPr>
            <a:r>
              <a:rPr sz="1800" b="1">
                <a:solidFill>
                  <a:srgbClr val="287F83"/>
                </a:solidFill>
                <a:latin typeface="Manrope"/>
                <a:ea typeface="Manrope"/>
                <a:cs typeface="Manrope"/>
              </a:rPr>
              <a:t>Acceso o rechazo</a:t>
            </a:r>
          </a:p>
        </p:txBody>
      </p:sp>
      <p:sp>
        <p:nvSpPr>
          <p:cNvPr id="22" name="text-112">
            <a:extLst>
              <a:ext uri="{FF2B5EF4-FFF2-40B4-BE49-F238E27FC236}">
                <a16:creationId xmlns:a16="http://schemas.microsoft.com/office/drawing/2014/main" id="{42F8369A-DABB-49B8-8365-98EF4B542478}"/>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61717A"/>
                </a:solidFill>
                <a:latin typeface="Manrope"/>
                <a:ea typeface="Manrope"/>
                <a:cs typeface="Manrope"/>
              </a:defRPr>
            </a:defPPr>
            <a:lvl1pPr>
              <a:defRPr sz="1200" b="0">
                <a:solidFill>
                  <a:srgbClr val="61717A"/>
                </a:solidFill>
                <a:latin typeface="Manrope"/>
                <a:ea typeface="Manrope"/>
                <a:cs typeface="Manrope"/>
              </a:defRPr>
            </a:lvl1pPr>
            <a:lvl2pPr>
              <a:defRPr sz="1200" b="0">
                <a:solidFill>
                  <a:srgbClr val="61717A"/>
                </a:solidFill>
                <a:latin typeface="Manrope"/>
                <a:ea typeface="Manrope"/>
                <a:cs typeface="Manrope"/>
              </a:defRPr>
            </a:lvl2pPr>
            <a:lvl3pPr>
              <a:defRPr sz="1200" b="0">
                <a:solidFill>
                  <a:srgbClr val="61717A"/>
                </a:solidFill>
                <a:latin typeface="Manrope"/>
                <a:ea typeface="Manrope"/>
                <a:cs typeface="Manrope"/>
              </a:defRPr>
            </a:lvl3pPr>
            <a:lvl4pPr>
              <a:defRPr sz="1200" b="0">
                <a:solidFill>
                  <a:srgbClr val="61717A"/>
                </a:solidFill>
                <a:latin typeface="Manrope"/>
                <a:ea typeface="Manrope"/>
                <a:cs typeface="Manrope"/>
              </a:defRPr>
            </a:lvl4pPr>
            <a:lvl5pPr>
              <a:defRPr sz="1200" b="0">
                <a:solidFill>
                  <a:srgbClr val="61717A"/>
                </a:solidFill>
                <a:latin typeface="Manrope"/>
                <a:ea typeface="Manrope"/>
                <a:cs typeface="Manrope"/>
              </a:defRPr>
            </a:lvl5pPr>
            <a:lvl6pPr>
              <a:defRPr sz="1200" b="0">
                <a:solidFill>
                  <a:srgbClr val="61717A"/>
                </a:solidFill>
                <a:latin typeface="Manrope"/>
                <a:ea typeface="Manrope"/>
                <a:cs typeface="Manrope"/>
              </a:defRPr>
            </a:lvl6pPr>
            <a:lvl7pPr>
              <a:defRPr sz="1200" b="0">
                <a:solidFill>
                  <a:srgbClr val="61717A"/>
                </a:solidFill>
                <a:latin typeface="Manrope"/>
                <a:ea typeface="Manrope"/>
                <a:cs typeface="Manrope"/>
              </a:defRPr>
            </a:lvl7pPr>
            <a:lvl8pPr>
              <a:defRPr sz="1200" b="0">
                <a:solidFill>
                  <a:srgbClr val="61717A"/>
                </a:solidFill>
                <a:latin typeface="Manrope"/>
                <a:ea typeface="Manrope"/>
                <a:cs typeface="Manrope"/>
              </a:defRPr>
            </a:lvl8pPr>
            <a:lvl9pPr>
              <a:defRPr sz="1200" b="0">
                <a:solidFill>
                  <a:srgbClr val="61717A"/>
                </a:solidFill>
                <a:latin typeface="Manrope"/>
                <a:ea typeface="Manrope"/>
                <a:cs typeface="Manrope"/>
              </a:defRPr>
            </a:lvl9pPr>
          </a:lstStyle>
          <a:p>
            <a:pPr>
              <a:defRPr sz="1200" b="0">
                <a:solidFill>
                  <a:srgbClr val="61717A"/>
                </a:solidFill>
                <a:latin typeface="Manrope"/>
                <a:ea typeface="Manrope"/>
                <a:cs typeface="Manrope"/>
              </a:defRPr>
            </a:pPr>
            <a:r>
              <a:rPr sz="1200" b="0">
                <a:solidFill>
                  <a:srgbClr val="61717A"/>
                </a:solidFill>
                <a:latin typeface="Manrope"/>
                <a:ea typeface="Manrope"/>
                <a:cs typeface="Manrope"/>
              </a:rPr>
              <a:t>Los experimentos importan las funciones de login.py.</a:t>
            </a:r>
          </a:p>
        </p:txBody>
      </p:sp>
    </p:spTree>
    <p:extLst>
      <p:ext uri="{BB962C8B-B14F-4D97-AF65-F5344CB8AC3E}">
        <p14:creationId xmlns:p14="http://schemas.microsoft.com/office/powerpoint/2010/main" val="2139081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91A24"/>
        </a:solidFill>
        <a:effectLst/>
      </p:bgPr>
    </p:bg>
    <p:spTree>
      <p:nvGrpSpPr>
        <p:cNvPr id="1" name=""/>
        <p:cNvGrpSpPr/>
        <p:nvPr/>
      </p:nvGrpSpPr>
      <p:grpSpPr>
        <a:xfrm>
          <a:off x="0" y="0"/>
          <a:ext cx="0" cy="0"/>
          <a:chOff x="0" y="0"/>
          <a:chExt cx="0" cy="0"/>
        </a:xfrm>
      </p:grpSpPr>
      <p:sp>
        <p:nvSpPr>
          <p:cNvPr id="2" name="text-113">
            <a:extLst>
              <a:ext uri="{FF2B5EF4-FFF2-40B4-BE49-F238E27FC236}">
                <a16:creationId xmlns:a16="http://schemas.microsoft.com/office/drawing/2014/main" id="{28A1A6CD-4186-4AFC-BF50-A9F723E71324}"/>
              </a:ext>
            </a:extLst>
          </p:cNvPr>
          <p:cNvSpPr>
            <a:spLocks noGrp="1"/>
          </p:cNvSpPr>
          <p:nvPr/>
        </p:nvSpPr>
        <p:spPr>
          <a:xfrm>
            <a:off x="609600" y="371475"/>
            <a:ext cx="9620250" cy="285750"/>
          </a:xfrm>
          <a:prstGeom prst="rect">
            <a:avLst/>
          </a:prstGeom>
          <a:noFill/>
          <a:ln w="0">
            <a:noFill/>
            <a:prstDash val="solid"/>
          </a:ln>
        </p:spPr>
        <p:txBody>
          <a:bodyPr wrap="square" lIns="0" tIns="0" rIns="0" bIns="0" anchor="t">
            <a:noAutofit/>
          </a:bodyPr>
          <a:lstStyle>
            <a:defPPr>
              <a:defRPr sz="1275" b="1">
                <a:solidFill>
                  <a:srgbClr val="E4B084"/>
                </a:solidFill>
                <a:latin typeface="Manrope"/>
                <a:ea typeface="Manrope"/>
                <a:cs typeface="Manrope"/>
              </a:defRPr>
            </a:defPPr>
            <a:lvl1pPr>
              <a:defRPr sz="1275" b="1">
                <a:solidFill>
                  <a:srgbClr val="E4B084"/>
                </a:solidFill>
                <a:latin typeface="Manrope"/>
                <a:ea typeface="Manrope"/>
                <a:cs typeface="Manrope"/>
              </a:defRPr>
            </a:lvl1pPr>
            <a:lvl2pPr>
              <a:defRPr sz="1275" b="1">
                <a:solidFill>
                  <a:srgbClr val="E4B084"/>
                </a:solidFill>
                <a:latin typeface="Manrope"/>
                <a:ea typeface="Manrope"/>
                <a:cs typeface="Manrope"/>
              </a:defRPr>
            </a:lvl2pPr>
            <a:lvl3pPr>
              <a:defRPr sz="1275" b="1">
                <a:solidFill>
                  <a:srgbClr val="E4B084"/>
                </a:solidFill>
                <a:latin typeface="Manrope"/>
                <a:ea typeface="Manrope"/>
                <a:cs typeface="Manrope"/>
              </a:defRPr>
            </a:lvl3pPr>
            <a:lvl4pPr>
              <a:defRPr sz="1275" b="1">
                <a:solidFill>
                  <a:srgbClr val="E4B084"/>
                </a:solidFill>
                <a:latin typeface="Manrope"/>
                <a:ea typeface="Manrope"/>
                <a:cs typeface="Manrope"/>
              </a:defRPr>
            </a:lvl4pPr>
            <a:lvl5pPr>
              <a:defRPr sz="1275" b="1">
                <a:solidFill>
                  <a:srgbClr val="E4B084"/>
                </a:solidFill>
                <a:latin typeface="Manrope"/>
                <a:ea typeface="Manrope"/>
                <a:cs typeface="Manrope"/>
              </a:defRPr>
            </a:lvl5pPr>
            <a:lvl6pPr>
              <a:defRPr sz="1275" b="1">
                <a:solidFill>
                  <a:srgbClr val="E4B084"/>
                </a:solidFill>
                <a:latin typeface="Manrope"/>
                <a:ea typeface="Manrope"/>
                <a:cs typeface="Manrope"/>
              </a:defRPr>
            </a:lvl6pPr>
            <a:lvl7pPr>
              <a:defRPr sz="1275" b="1">
                <a:solidFill>
                  <a:srgbClr val="E4B084"/>
                </a:solidFill>
                <a:latin typeface="Manrope"/>
                <a:ea typeface="Manrope"/>
                <a:cs typeface="Manrope"/>
              </a:defRPr>
            </a:lvl7pPr>
            <a:lvl8pPr>
              <a:defRPr sz="1275" b="1">
                <a:solidFill>
                  <a:srgbClr val="E4B084"/>
                </a:solidFill>
                <a:latin typeface="Manrope"/>
                <a:ea typeface="Manrope"/>
                <a:cs typeface="Manrope"/>
              </a:defRPr>
            </a:lvl8pPr>
            <a:lvl9pPr>
              <a:defRPr sz="1275" b="1">
                <a:solidFill>
                  <a:srgbClr val="E4B084"/>
                </a:solidFill>
                <a:latin typeface="Manrope"/>
                <a:ea typeface="Manrope"/>
                <a:cs typeface="Manrope"/>
              </a:defRPr>
            </a:lvl9pPr>
          </a:lstStyle>
          <a:p>
            <a:pPr>
              <a:defRPr sz="1275" b="1">
                <a:solidFill>
                  <a:srgbClr val="E4B084"/>
                </a:solidFill>
                <a:latin typeface="Manrope"/>
                <a:ea typeface="Manrope"/>
                <a:cs typeface="Manrope"/>
              </a:defRPr>
            </a:pPr>
            <a:r>
              <a:rPr sz="1275" b="1">
                <a:solidFill>
                  <a:srgbClr val="E4B084"/>
                </a:solidFill>
                <a:latin typeface="Manrope"/>
                <a:ea typeface="Manrope"/>
                <a:cs typeface="Manrope"/>
              </a:rPr>
              <a:t>CASO REAL</a:t>
            </a:r>
          </a:p>
        </p:txBody>
      </p:sp>
      <p:sp>
        <p:nvSpPr>
          <p:cNvPr id="3" name="text-114">
            <a:extLst>
              <a:ext uri="{FF2B5EF4-FFF2-40B4-BE49-F238E27FC236}">
                <a16:creationId xmlns:a16="http://schemas.microsoft.com/office/drawing/2014/main" id="{204DD418-A64A-40E2-90BE-6F49212A4DB7}"/>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FCFBF8"/>
                </a:solidFill>
                <a:latin typeface="Manrope"/>
                <a:ea typeface="Manrope"/>
                <a:cs typeface="Manrope"/>
              </a:defRPr>
            </a:defPPr>
            <a:lvl1pPr>
              <a:defRPr sz="3900" b="1">
                <a:solidFill>
                  <a:srgbClr val="FCFBF8"/>
                </a:solidFill>
                <a:latin typeface="Manrope"/>
                <a:ea typeface="Manrope"/>
                <a:cs typeface="Manrope"/>
              </a:defRPr>
            </a:lvl1pPr>
            <a:lvl2pPr>
              <a:defRPr sz="3900" b="1">
                <a:solidFill>
                  <a:srgbClr val="FCFBF8"/>
                </a:solidFill>
                <a:latin typeface="Manrope"/>
                <a:ea typeface="Manrope"/>
                <a:cs typeface="Manrope"/>
              </a:defRPr>
            </a:lvl2pPr>
            <a:lvl3pPr>
              <a:defRPr sz="3900" b="1">
                <a:solidFill>
                  <a:srgbClr val="FCFBF8"/>
                </a:solidFill>
                <a:latin typeface="Manrope"/>
                <a:ea typeface="Manrope"/>
                <a:cs typeface="Manrope"/>
              </a:defRPr>
            </a:lvl3pPr>
            <a:lvl4pPr>
              <a:defRPr sz="3900" b="1">
                <a:solidFill>
                  <a:srgbClr val="FCFBF8"/>
                </a:solidFill>
                <a:latin typeface="Manrope"/>
                <a:ea typeface="Manrope"/>
                <a:cs typeface="Manrope"/>
              </a:defRPr>
            </a:lvl4pPr>
            <a:lvl5pPr>
              <a:defRPr sz="3900" b="1">
                <a:solidFill>
                  <a:srgbClr val="FCFBF8"/>
                </a:solidFill>
                <a:latin typeface="Manrope"/>
                <a:ea typeface="Manrope"/>
                <a:cs typeface="Manrope"/>
              </a:defRPr>
            </a:lvl5pPr>
            <a:lvl6pPr>
              <a:defRPr sz="3900" b="1">
                <a:solidFill>
                  <a:srgbClr val="FCFBF8"/>
                </a:solidFill>
                <a:latin typeface="Manrope"/>
                <a:ea typeface="Manrope"/>
                <a:cs typeface="Manrope"/>
              </a:defRPr>
            </a:lvl6pPr>
            <a:lvl7pPr>
              <a:defRPr sz="3900" b="1">
                <a:solidFill>
                  <a:srgbClr val="FCFBF8"/>
                </a:solidFill>
                <a:latin typeface="Manrope"/>
                <a:ea typeface="Manrope"/>
                <a:cs typeface="Manrope"/>
              </a:defRPr>
            </a:lvl7pPr>
            <a:lvl8pPr>
              <a:defRPr sz="3900" b="1">
                <a:solidFill>
                  <a:srgbClr val="FCFBF8"/>
                </a:solidFill>
                <a:latin typeface="Manrope"/>
                <a:ea typeface="Manrope"/>
                <a:cs typeface="Manrope"/>
              </a:defRPr>
            </a:lvl8pPr>
            <a:lvl9pPr>
              <a:defRPr sz="3900" b="1">
                <a:solidFill>
                  <a:srgbClr val="FCFBF8"/>
                </a:solidFill>
                <a:latin typeface="Manrope"/>
                <a:ea typeface="Manrope"/>
                <a:cs typeface="Manrope"/>
              </a:defRPr>
            </a:lvl9pPr>
          </a:lstStyle>
          <a:p>
            <a:pPr>
              <a:defRPr sz="3900" b="1">
                <a:solidFill>
                  <a:srgbClr val="FCFBF8"/>
                </a:solidFill>
                <a:latin typeface="Manrope"/>
                <a:ea typeface="Manrope"/>
                <a:cs typeface="Manrope"/>
              </a:defRPr>
            </a:pPr>
            <a:r>
              <a:rPr sz="3900" b="1">
                <a:solidFill>
                  <a:srgbClr val="FCFBF8"/>
                </a:solidFill>
                <a:latin typeface="Manrope"/>
                <a:ea typeface="Manrope"/>
                <a:cs typeface="Manrope"/>
              </a:rPr>
              <a:t>LinkedIn, 2012</a:t>
            </a:r>
          </a:p>
        </p:txBody>
      </p:sp>
      <p:sp>
        <p:nvSpPr>
          <p:cNvPr id="4" name="text-115">
            <a:extLst>
              <a:ext uri="{FF2B5EF4-FFF2-40B4-BE49-F238E27FC236}">
                <a16:creationId xmlns:a16="http://schemas.microsoft.com/office/drawing/2014/main" id="{3074B0D2-B454-41A4-8B19-A58FFA785F6F}"/>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9AC5CC"/>
                </a:solidFill>
                <a:latin typeface="Manrope"/>
                <a:ea typeface="Manrope"/>
                <a:cs typeface="Manrope"/>
              </a:defRPr>
            </a:defPPr>
            <a:lvl1pPr>
              <a:defRPr sz="1050" b="0">
                <a:solidFill>
                  <a:srgbClr val="9AC5CC"/>
                </a:solidFill>
                <a:latin typeface="Manrope"/>
                <a:ea typeface="Manrope"/>
                <a:cs typeface="Manrope"/>
              </a:defRPr>
            </a:lvl1pPr>
            <a:lvl2pPr>
              <a:defRPr sz="1050" b="0">
                <a:solidFill>
                  <a:srgbClr val="9AC5CC"/>
                </a:solidFill>
                <a:latin typeface="Manrope"/>
                <a:ea typeface="Manrope"/>
                <a:cs typeface="Manrope"/>
              </a:defRPr>
            </a:lvl2pPr>
            <a:lvl3pPr>
              <a:defRPr sz="1050" b="0">
                <a:solidFill>
                  <a:srgbClr val="9AC5CC"/>
                </a:solidFill>
                <a:latin typeface="Manrope"/>
                <a:ea typeface="Manrope"/>
                <a:cs typeface="Manrope"/>
              </a:defRPr>
            </a:lvl3pPr>
            <a:lvl4pPr>
              <a:defRPr sz="1050" b="0">
                <a:solidFill>
                  <a:srgbClr val="9AC5CC"/>
                </a:solidFill>
                <a:latin typeface="Manrope"/>
                <a:ea typeface="Manrope"/>
                <a:cs typeface="Manrope"/>
              </a:defRPr>
            </a:lvl4pPr>
            <a:lvl5pPr>
              <a:defRPr sz="1050" b="0">
                <a:solidFill>
                  <a:srgbClr val="9AC5CC"/>
                </a:solidFill>
                <a:latin typeface="Manrope"/>
                <a:ea typeface="Manrope"/>
                <a:cs typeface="Manrope"/>
              </a:defRPr>
            </a:lvl5pPr>
            <a:lvl6pPr>
              <a:defRPr sz="1050" b="0">
                <a:solidFill>
                  <a:srgbClr val="9AC5CC"/>
                </a:solidFill>
                <a:latin typeface="Manrope"/>
                <a:ea typeface="Manrope"/>
                <a:cs typeface="Manrope"/>
              </a:defRPr>
            </a:lvl6pPr>
            <a:lvl7pPr>
              <a:defRPr sz="1050" b="0">
                <a:solidFill>
                  <a:srgbClr val="9AC5CC"/>
                </a:solidFill>
                <a:latin typeface="Manrope"/>
                <a:ea typeface="Manrope"/>
                <a:cs typeface="Manrope"/>
              </a:defRPr>
            </a:lvl7pPr>
            <a:lvl8pPr>
              <a:defRPr sz="1050" b="0">
                <a:solidFill>
                  <a:srgbClr val="9AC5CC"/>
                </a:solidFill>
                <a:latin typeface="Manrope"/>
                <a:ea typeface="Manrope"/>
                <a:cs typeface="Manrope"/>
              </a:defRPr>
            </a:lvl8pPr>
            <a:lvl9pPr>
              <a:defRPr sz="1050" b="0">
                <a:solidFill>
                  <a:srgbClr val="9AC5CC"/>
                </a:solidFill>
                <a:latin typeface="Manrope"/>
                <a:ea typeface="Manrope"/>
                <a:cs typeface="Manrope"/>
              </a:defRPr>
            </a:lvl9pPr>
          </a:lstStyle>
          <a:p>
            <a:pPr>
              <a:defRPr sz="1050" b="0">
                <a:solidFill>
                  <a:srgbClr val="9AC5CC"/>
                </a:solidFill>
                <a:latin typeface="Manrope"/>
                <a:ea typeface="Manrope"/>
                <a:cs typeface="Manrope"/>
              </a:defRPr>
            </a:pPr>
            <a:r>
              <a:rPr sz="1050" b="0">
                <a:solidFill>
                  <a:srgbClr val="9AC5CC"/>
                </a:solidFill>
                <a:latin typeface="Manrope"/>
                <a:ea typeface="Manrope"/>
                <a:cs typeface="Manrope"/>
              </a:rPr>
              <a:t>ITI-922  /  GRUPO 6</a:t>
            </a:r>
          </a:p>
        </p:txBody>
      </p:sp>
      <p:sp>
        <p:nvSpPr>
          <p:cNvPr id="5" name="text-116">
            <a:extLst>
              <a:ext uri="{FF2B5EF4-FFF2-40B4-BE49-F238E27FC236}">
                <a16:creationId xmlns:a16="http://schemas.microsoft.com/office/drawing/2014/main" id="{56005B16-8BC4-4107-9951-C345B6BF9916}"/>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9AC5CC"/>
                </a:solidFill>
                <a:latin typeface="Manrope"/>
                <a:ea typeface="Manrope"/>
                <a:cs typeface="Manrope"/>
              </a:defRPr>
            </a:defPPr>
            <a:lvl1pPr algn="r">
              <a:defRPr sz="1425" b="0">
                <a:solidFill>
                  <a:srgbClr val="9AC5CC"/>
                </a:solidFill>
                <a:latin typeface="Manrope"/>
                <a:ea typeface="Manrope"/>
                <a:cs typeface="Manrope"/>
              </a:defRPr>
            </a:lvl1pPr>
            <a:lvl2pPr algn="r">
              <a:defRPr sz="1425" b="0">
                <a:solidFill>
                  <a:srgbClr val="9AC5CC"/>
                </a:solidFill>
                <a:latin typeface="Manrope"/>
                <a:ea typeface="Manrope"/>
                <a:cs typeface="Manrope"/>
              </a:defRPr>
            </a:lvl2pPr>
            <a:lvl3pPr algn="r">
              <a:defRPr sz="1425" b="0">
                <a:solidFill>
                  <a:srgbClr val="9AC5CC"/>
                </a:solidFill>
                <a:latin typeface="Manrope"/>
                <a:ea typeface="Manrope"/>
                <a:cs typeface="Manrope"/>
              </a:defRPr>
            </a:lvl3pPr>
            <a:lvl4pPr algn="r">
              <a:defRPr sz="1425" b="0">
                <a:solidFill>
                  <a:srgbClr val="9AC5CC"/>
                </a:solidFill>
                <a:latin typeface="Manrope"/>
                <a:ea typeface="Manrope"/>
                <a:cs typeface="Manrope"/>
              </a:defRPr>
            </a:lvl4pPr>
            <a:lvl5pPr algn="r">
              <a:defRPr sz="1425" b="0">
                <a:solidFill>
                  <a:srgbClr val="9AC5CC"/>
                </a:solidFill>
                <a:latin typeface="Manrope"/>
                <a:ea typeface="Manrope"/>
                <a:cs typeface="Manrope"/>
              </a:defRPr>
            </a:lvl5pPr>
            <a:lvl6pPr algn="r">
              <a:defRPr sz="1425" b="0">
                <a:solidFill>
                  <a:srgbClr val="9AC5CC"/>
                </a:solidFill>
                <a:latin typeface="Manrope"/>
                <a:ea typeface="Manrope"/>
                <a:cs typeface="Manrope"/>
              </a:defRPr>
            </a:lvl6pPr>
            <a:lvl7pPr algn="r">
              <a:defRPr sz="1425" b="0">
                <a:solidFill>
                  <a:srgbClr val="9AC5CC"/>
                </a:solidFill>
                <a:latin typeface="Manrope"/>
                <a:ea typeface="Manrope"/>
                <a:cs typeface="Manrope"/>
              </a:defRPr>
            </a:lvl7pPr>
            <a:lvl8pPr algn="r">
              <a:defRPr sz="1425" b="0">
                <a:solidFill>
                  <a:srgbClr val="9AC5CC"/>
                </a:solidFill>
                <a:latin typeface="Manrope"/>
                <a:ea typeface="Manrope"/>
                <a:cs typeface="Manrope"/>
              </a:defRPr>
            </a:lvl8pPr>
            <a:lvl9pPr algn="r">
              <a:defRPr sz="1425" b="0">
                <a:solidFill>
                  <a:srgbClr val="9AC5CC"/>
                </a:solidFill>
                <a:latin typeface="Manrope"/>
                <a:ea typeface="Manrope"/>
                <a:cs typeface="Manrope"/>
              </a:defRPr>
            </a:lvl9pPr>
          </a:lstStyle>
          <a:p>
            <a:pPr algn="r">
              <a:defRPr sz="1425" b="0">
                <a:solidFill>
                  <a:srgbClr val="9AC5CC"/>
                </a:solidFill>
                <a:latin typeface="Manrope"/>
                <a:ea typeface="Manrope"/>
                <a:cs typeface="Manrope"/>
              </a:defRPr>
            </a:pPr>
            <a:r>
              <a:rPr sz="1425" b="0">
                <a:solidFill>
                  <a:srgbClr val="9AC5CC"/>
                </a:solidFill>
                <a:latin typeface="Manrope"/>
                <a:ea typeface="Manrope"/>
                <a:cs typeface="Manrope"/>
              </a:rPr>
              <a:t>09</a:t>
            </a:r>
          </a:p>
        </p:txBody>
      </p:sp>
      <p:sp>
        <p:nvSpPr>
          <p:cNvPr id="6" name="text-117">
            <a:extLst>
              <a:ext uri="{FF2B5EF4-FFF2-40B4-BE49-F238E27FC236}">
                <a16:creationId xmlns:a16="http://schemas.microsoft.com/office/drawing/2014/main" id="{D2DD367E-2847-406D-A629-BDFE31037076}"/>
              </a:ext>
            </a:extLst>
          </p:cNvPr>
          <p:cNvSpPr>
            <a:spLocks noGrp="1"/>
          </p:cNvSpPr>
          <p:nvPr/>
        </p:nvSpPr>
        <p:spPr>
          <a:xfrm>
            <a:off x="609600" y="1885950"/>
            <a:ext cx="6096000" cy="2000250"/>
          </a:xfrm>
          <a:prstGeom prst="rect">
            <a:avLst/>
          </a:prstGeom>
          <a:noFill/>
          <a:ln w="0">
            <a:noFill/>
            <a:prstDash val="solid"/>
          </a:ln>
        </p:spPr>
        <p:txBody>
          <a:bodyPr wrap="square" lIns="0" tIns="0" rIns="0" bIns="0" anchor="t">
            <a:noAutofit/>
          </a:bodyPr>
          <a:lstStyle>
            <a:defPPr>
              <a:defRPr sz="12825" b="1">
                <a:solidFill>
                  <a:srgbClr val="FCFBF8"/>
                </a:solidFill>
                <a:latin typeface="Manrope"/>
                <a:ea typeface="Manrope"/>
                <a:cs typeface="Manrope"/>
              </a:defRPr>
            </a:defPPr>
            <a:lvl1pPr>
              <a:defRPr sz="12825" b="1">
                <a:solidFill>
                  <a:srgbClr val="FCFBF8"/>
                </a:solidFill>
                <a:latin typeface="Manrope"/>
                <a:ea typeface="Manrope"/>
                <a:cs typeface="Manrope"/>
              </a:defRPr>
            </a:lvl1pPr>
            <a:lvl2pPr>
              <a:defRPr sz="12825" b="1">
                <a:solidFill>
                  <a:srgbClr val="FCFBF8"/>
                </a:solidFill>
                <a:latin typeface="Manrope"/>
                <a:ea typeface="Manrope"/>
                <a:cs typeface="Manrope"/>
              </a:defRPr>
            </a:lvl2pPr>
            <a:lvl3pPr>
              <a:defRPr sz="12825" b="1">
                <a:solidFill>
                  <a:srgbClr val="FCFBF8"/>
                </a:solidFill>
                <a:latin typeface="Manrope"/>
                <a:ea typeface="Manrope"/>
                <a:cs typeface="Manrope"/>
              </a:defRPr>
            </a:lvl3pPr>
            <a:lvl4pPr>
              <a:defRPr sz="12825" b="1">
                <a:solidFill>
                  <a:srgbClr val="FCFBF8"/>
                </a:solidFill>
                <a:latin typeface="Manrope"/>
                <a:ea typeface="Manrope"/>
                <a:cs typeface="Manrope"/>
              </a:defRPr>
            </a:lvl4pPr>
            <a:lvl5pPr>
              <a:defRPr sz="12825" b="1">
                <a:solidFill>
                  <a:srgbClr val="FCFBF8"/>
                </a:solidFill>
                <a:latin typeface="Manrope"/>
                <a:ea typeface="Manrope"/>
                <a:cs typeface="Manrope"/>
              </a:defRPr>
            </a:lvl5pPr>
            <a:lvl6pPr>
              <a:defRPr sz="12825" b="1">
                <a:solidFill>
                  <a:srgbClr val="FCFBF8"/>
                </a:solidFill>
                <a:latin typeface="Manrope"/>
                <a:ea typeface="Manrope"/>
                <a:cs typeface="Manrope"/>
              </a:defRPr>
            </a:lvl6pPr>
            <a:lvl7pPr>
              <a:defRPr sz="12825" b="1">
                <a:solidFill>
                  <a:srgbClr val="FCFBF8"/>
                </a:solidFill>
                <a:latin typeface="Manrope"/>
                <a:ea typeface="Manrope"/>
                <a:cs typeface="Manrope"/>
              </a:defRPr>
            </a:lvl7pPr>
            <a:lvl8pPr>
              <a:defRPr sz="12825" b="1">
                <a:solidFill>
                  <a:srgbClr val="FCFBF8"/>
                </a:solidFill>
                <a:latin typeface="Manrope"/>
                <a:ea typeface="Manrope"/>
                <a:cs typeface="Manrope"/>
              </a:defRPr>
            </a:lvl8pPr>
            <a:lvl9pPr>
              <a:defRPr sz="12825" b="1">
                <a:solidFill>
                  <a:srgbClr val="FCFBF8"/>
                </a:solidFill>
                <a:latin typeface="Manrope"/>
                <a:ea typeface="Manrope"/>
                <a:cs typeface="Manrope"/>
              </a:defRPr>
            </a:lvl9pPr>
          </a:lstStyle>
          <a:p>
            <a:pPr>
              <a:defRPr sz="12825" b="1">
                <a:solidFill>
                  <a:srgbClr val="FCFBF8"/>
                </a:solidFill>
                <a:latin typeface="Manrope"/>
                <a:ea typeface="Manrope"/>
                <a:cs typeface="Manrope"/>
              </a:defRPr>
            </a:pPr>
            <a:r>
              <a:rPr sz="12825" b="1">
                <a:solidFill>
                  <a:srgbClr val="FCFBF8"/>
                </a:solidFill>
                <a:latin typeface="Manrope"/>
                <a:ea typeface="Manrope"/>
                <a:cs typeface="Manrope"/>
              </a:rPr>
              <a:t>6,5</a:t>
            </a:r>
          </a:p>
        </p:txBody>
      </p:sp>
      <p:sp>
        <p:nvSpPr>
          <p:cNvPr id="7" name="text-118">
            <a:extLst>
              <a:ext uri="{FF2B5EF4-FFF2-40B4-BE49-F238E27FC236}">
                <a16:creationId xmlns:a16="http://schemas.microsoft.com/office/drawing/2014/main" id="{7AB202EB-AFF1-4F54-9AAB-FDC43D9A7DAD}"/>
              </a:ext>
            </a:extLst>
          </p:cNvPr>
          <p:cNvSpPr>
            <a:spLocks noGrp="1"/>
          </p:cNvSpPr>
          <p:nvPr/>
        </p:nvSpPr>
        <p:spPr>
          <a:xfrm>
            <a:off x="666750" y="4048125"/>
            <a:ext cx="6667500" cy="590550"/>
          </a:xfrm>
          <a:prstGeom prst="rect">
            <a:avLst/>
          </a:prstGeom>
          <a:noFill/>
          <a:ln w="0">
            <a:noFill/>
            <a:prstDash val="solid"/>
          </a:ln>
        </p:spPr>
        <p:txBody>
          <a:bodyPr wrap="square" lIns="0" tIns="0" rIns="0" bIns="0" anchor="t">
            <a:noAutofit/>
          </a:bodyPr>
          <a:lstStyle>
            <a:defPPr>
              <a:defRPr sz="3150" b="1">
                <a:solidFill>
                  <a:srgbClr val="E4B084"/>
                </a:solidFill>
                <a:latin typeface="Manrope"/>
                <a:ea typeface="Manrope"/>
                <a:cs typeface="Manrope"/>
              </a:defRPr>
            </a:defPPr>
            <a:lvl1pPr>
              <a:defRPr sz="3150" b="1">
                <a:solidFill>
                  <a:srgbClr val="E4B084"/>
                </a:solidFill>
                <a:latin typeface="Manrope"/>
                <a:ea typeface="Manrope"/>
                <a:cs typeface="Manrope"/>
              </a:defRPr>
            </a:lvl1pPr>
            <a:lvl2pPr>
              <a:defRPr sz="3150" b="1">
                <a:solidFill>
                  <a:srgbClr val="E4B084"/>
                </a:solidFill>
                <a:latin typeface="Manrope"/>
                <a:ea typeface="Manrope"/>
                <a:cs typeface="Manrope"/>
              </a:defRPr>
            </a:lvl2pPr>
            <a:lvl3pPr>
              <a:defRPr sz="3150" b="1">
                <a:solidFill>
                  <a:srgbClr val="E4B084"/>
                </a:solidFill>
                <a:latin typeface="Manrope"/>
                <a:ea typeface="Manrope"/>
                <a:cs typeface="Manrope"/>
              </a:defRPr>
            </a:lvl3pPr>
            <a:lvl4pPr>
              <a:defRPr sz="3150" b="1">
                <a:solidFill>
                  <a:srgbClr val="E4B084"/>
                </a:solidFill>
                <a:latin typeface="Manrope"/>
                <a:ea typeface="Manrope"/>
                <a:cs typeface="Manrope"/>
              </a:defRPr>
            </a:lvl4pPr>
            <a:lvl5pPr>
              <a:defRPr sz="3150" b="1">
                <a:solidFill>
                  <a:srgbClr val="E4B084"/>
                </a:solidFill>
                <a:latin typeface="Manrope"/>
                <a:ea typeface="Manrope"/>
                <a:cs typeface="Manrope"/>
              </a:defRPr>
            </a:lvl5pPr>
            <a:lvl6pPr>
              <a:defRPr sz="3150" b="1">
                <a:solidFill>
                  <a:srgbClr val="E4B084"/>
                </a:solidFill>
                <a:latin typeface="Manrope"/>
                <a:ea typeface="Manrope"/>
                <a:cs typeface="Manrope"/>
              </a:defRPr>
            </a:lvl6pPr>
            <a:lvl7pPr>
              <a:defRPr sz="3150" b="1">
                <a:solidFill>
                  <a:srgbClr val="E4B084"/>
                </a:solidFill>
                <a:latin typeface="Manrope"/>
                <a:ea typeface="Manrope"/>
                <a:cs typeface="Manrope"/>
              </a:defRPr>
            </a:lvl7pPr>
            <a:lvl8pPr>
              <a:defRPr sz="3150" b="1">
                <a:solidFill>
                  <a:srgbClr val="E4B084"/>
                </a:solidFill>
                <a:latin typeface="Manrope"/>
                <a:ea typeface="Manrope"/>
                <a:cs typeface="Manrope"/>
              </a:defRPr>
            </a:lvl8pPr>
            <a:lvl9pPr>
              <a:defRPr sz="3150" b="1">
                <a:solidFill>
                  <a:srgbClr val="E4B084"/>
                </a:solidFill>
                <a:latin typeface="Manrope"/>
                <a:ea typeface="Manrope"/>
                <a:cs typeface="Manrope"/>
              </a:defRPr>
            </a:lvl9pPr>
          </a:lstStyle>
          <a:p>
            <a:pPr>
              <a:defRPr sz="3150" b="1">
                <a:solidFill>
                  <a:srgbClr val="E4B084"/>
                </a:solidFill>
                <a:latin typeface="Manrope"/>
                <a:ea typeface="Manrope"/>
                <a:cs typeface="Manrope"/>
              </a:defRPr>
            </a:pPr>
            <a:r>
              <a:rPr sz="3150" b="1">
                <a:solidFill>
                  <a:srgbClr val="E4B084"/>
                </a:solidFill>
                <a:latin typeface="Manrope"/>
                <a:ea typeface="Manrope"/>
                <a:cs typeface="Manrope"/>
              </a:rPr>
              <a:t>millones de hashes</a:t>
            </a:r>
          </a:p>
        </p:txBody>
      </p:sp>
      <p:sp>
        <p:nvSpPr>
          <p:cNvPr id="8" name="text-119">
            <a:extLst>
              <a:ext uri="{FF2B5EF4-FFF2-40B4-BE49-F238E27FC236}">
                <a16:creationId xmlns:a16="http://schemas.microsoft.com/office/drawing/2014/main" id="{B51E0B61-D6DE-41CD-865D-D72094905E48}"/>
              </a:ext>
            </a:extLst>
          </p:cNvPr>
          <p:cNvSpPr>
            <a:spLocks noGrp="1"/>
          </p:cNvSpPr>
          <p:nvPr/>
        </p:nvSpPr>
        <p:spPr>
          <a:xfrm>
            <a:off x="666750" y="4867275"/>
            <a:ext cx="6210300" cy="704850"/>
          </a:xfrm>
          <a:prstGeom prst="rect">
            <a:avLst/>
          </a:prstGeom>
          <a:noFill/>
          <a:ln w="0">
            <a:noFill/>
            <a:prstDash val="solid"/>
          </a:ln>
        </p:spPr>
        <p:txBody>
          <a:bodyPr wrap="square" lIns="0" tIns="0" rIns="0" bIns="0" anchor="t">
            <a:noAutofit/>
          </a:bodyPr>
          <a:lstStyle>
            <a:defPPr>
              <a:defRPr sz="2100" b="0">
                <a:solidFill>
                  <a:srgbClr val="9AC5CC"/>
                </a:solidFill>
                <a:latin typeface="Manrope"/>
                <a:ea typeface="Manrope"/>
                <a:cs typeface="Manrope"/>
              </a:defRPr>
            </a:defPPr>
            <a:lvl1pPr>
              <a:defRPr sz="2100" b="0">
                <a:solidFill>
                  <a:srgbClr val="9AC5CC"/>
                </a:solidFill>
                <a:latin typeface="Manrope"/>
                <a:ea typeface="Manrope"/>
                <a:cs typeface="Manrope"/>
              </a:defRPr>
            </a:lvl1pPr>
            <a:lvl2pPr>
              <a:defRPr sz="2100" b="0">
                <a:solidFill>
                  <a:srgbClr val="9AC5CC"/>
                </a:solidFill>
                <a:latin typeface="Manrope"/>
                <a:ea typeface="Manrope"/>
                <a:cs typeface="Manrope"/>
              </a:defRPr>
            </a:lvl2pPr>
            <a:lvl3pPr>
              <a:defRPr sz="2100" b="0">
                <a:solidFill>
                  <a:srgbClr val="9AC5CC"/>
                </a:solidFill>
                <a:latin typeface="Manrope"/>
                <a:ea typeface="Manrope"/>
                <a:cs typeface="Manrope"/>
              </a:defRPr>
            </a:lvl3pPr>
            <a:lvl4pPr>
              <a:defRPr sz="2100" b="0">
                <a:solidFill>
                  <a:srgbClr val="9AC5CC"/>
                </a:solidFill>
                <a:latin typeface="Manrope"/>
                <a:ea typeface="Manrope"/>
                <a:cs typeface="Manrope"/>
              </a:defRPr>
            </a:lvl4pPr>
            <a:lvl5pPr>
              <a:defRPr sz="2100" b="0">
                <a:solidFill>
                  <a:srgbClr val="9AC5CC"/>
                </a:solidFill>
                <a:latin typeface="Manrope"/>
                <a:ea typeface="Manrope"/>
                <a:cs typeface="Manrope"/>
              </a:defRPr>
            </a:lvl5pPr>
            <a:lvl6pPr>
              <a:defRPr sz="2100" b="0">
                <a:solidFill>
                  <a:srgbClr val="9AC5CC"/>
                </a:solidFill>
                <a:latin typeface="Manrope"/>
                <a:ea typeface="Manrope"/>
                <a:cs typeface="Manrope"/>
              </a:defRPr>
            </a:lvl6pPr>
            <a:lvl7pPr>
              <a:defRPr sz="2100" b="0">
                <a:solidFill>
                  <a:srgbClr val="9AC5CC"/>
                </a:solidFill>
                <a:latin typeface="Manrope"/>
                <a:ea typeface="Manrope"/>
                <a:cs typeface="Manrope"/>
              </a:defRPr>
            </a:lvl7pPr>
            <a:lvl8pPr>
              <a:defRPr sz="2100" b="0">
                <a:solidFill>
                  <a:srgbClr val="9AC5CC"/>
                </a:solidFill>
                <a:latin typeface="Manrope"/>
                <a:ea typeface="Manrope"/>
                <a:cs typeface="Manrope"/>
              </a:defRPr>
            </a:lvl8pPr>
            <a:lvl9pPr>
              <a:defRPr sz="2100" b="0">
                <a:solidFill>
                  <a:srgbClr val="9AC5CC"/>
                </a:solidFill>
                <a:latin typeface="Manrope"/>
                <a:ea typeface="Manrope"/>
                <a:cs typeface="Manrope"/>
              </a:defRPr>
            </a:lvl9pPr>
          </a:lstStyle>
          <a:p>
            <a:pPr>
              <a:defRPr sz="2100" b="0">
                <a:solidFill>
                  <a:srgbClr val="9AC5CC"/>
                </a:solidFill>
                <a:latin typeface="Manrope"/>
                <a:ea typeface="Manrope"/>
                <a:cs typeface="Manrope"/>
              </a:defRPr>
            </a:pPr>
            <a:r>
              <a:rPr sz="2100" b="0">
                <a:solidFill>
                  <a:srgbClr val="9AC5CC"/>
                </a:solidFill>
                <a:latin typeface="Manrope"/>
                <a:ea typeface="Manrope"/>
                <a:cs typeface="Manrope"/>
              </a:rPr>
              <a:t>en el alcance divulgado inicialmente</a:t>
            </a:r>
          </a:p>
        </p:txBody>
      </p:sp>
      <p:sp>
        <p:nvSpPr>
          <p:cNvPr id="9" name="text-120">
            <a:extLst>
              <a:ext uri="{FF2B5EF4-FFF2-40B4-BE49-F238E27FC236}">
                <a16:creationId xmlns:a16="http://schemas.microsoft.com/office/drawing/2014/main" id="{9A8D7145-4573-4F32-A401-898CFAC52548}"/>
              </a:ext>
            </a:extLst>
          </p:cNvPr>
          <p:cNvSpPr>
            <a:spLocks noGrp="1"/>
          </p:cNvSpPr>
          <p:nvPr/>
        </p:nvSpPr>
        <p:spPr>
          <a:xfrm>
            <a:off x="7981950" y="2247900"/>
            <a:ext cx="3600450" cy="1609725"/>
          </a:xfrm>
          <a:prstGeom prst="rect">
            <a:avLst/>
          </a:prstGeom>
          <a:noFill/>
          <a:ln w="0">
            <a:noFill/>
            <a:prstDash val="solid"/>
          </a:ln>
        </p:spPr>
        <p:txBody>
          <a:bodyPr wrap="square" lIns="0" tIns="0" rIns="0" bIns="0" anchor="t">
            <a:noAutofit/>
          </a:bodyPr>
          <a:lstStyle>
            <a:defPPr>
              <a:defRPr sz="4500" b="1">
                <a:solidFill>
                  <a:srgbClr val="FCFBF8"/>
                </a:solidFill>
                <a:latin typeface="Manrope"/>
                <a:ea typeface="Manrope"/>
                <a:cs typeface="Manrope"/>
              </a:defRPr>
            </a:defPPr>
            <a:lvl1pPr>
              <a:defRPr sz="4500" b="1">
                <a:solidFill>
                  <a:srgbClr val="FCFBF8"/>
                </a:solidFill>
                <a:latin typeface="Manrope"/>
                <a:ea typeface="Manrope"/>
                <a:cs typeface="Manrope"/>
              </a:defRPr>
            </a:lvl1pPr>
            <a:lvl2pPr>
              <a:defRPr sz="4500" b="1">
                <a:solidFill>
                  <a:srgbClr val="FCFBF8"/>
                </a:solidFill>
                <a:latin typeface="Manrope"/>
                <a:ea typeface="Manrope"/>
                <a:cs typeface="Manrope"/>
              </a:defRPr>
            </a:lvl2pPr>
            <a:lvl3pPr>
              <a:defRPr sz="4500" b="1">
                <a:solidFill>
                  <a:srgbClr val="FCFBF8"/>
                </a:solidFill>
                <a:latin typeface="Manrope"/>
                <a:ea typeface="Manrope"/>
                <a:cs typeface="Manrope"/>
              </a:defRPr>
            </a:lvl3pPr>
            <a:lvl4pPr>
              <a:defRPr sz="4500" b="1">
                <a:solidFill>
                  <a:srgbClr val="FCFBF8"/>
                </a:solidFill>
                <a:latin typeface="Manrope"/>
                <a:ea typeface="Manrope"/>
                <a:cs typeface="Manrope"/>
              </a:defRPr>
            </a:lvl4pPr>
            <a:lvl5pPr>
              <a:defRPr sz="4500" b="1">
                <a:solidFill>
                  <a:srgbClr val="FCFBF8"/>
                </a:solidFill>
                <a:latin typeface="Manrope"/>
                <a:ea typeface="Manrope"/>
                <a:cs typeface="Manrope"/>
              </a:defRPr>
            </a:lvl5pPr>
            <a:lvl6pPr>
              <a:defRPr sz="4500" b="1">
                <a:solidFill>
                  <a:srgbClr val="FCFBF8"/>
                </a:solidFill>
                <a:latin typeface="Manrope"/>
                <a:ea typeface="Manrope"/>
                <a:cs typeface="Manrope"/>
              </a:defRPr>
            </a:lvl6pPr>
            <a:lvl7pPr>
              <a:defRPr sz="4500" b="1">
                <a:solidFill>
                  <a:srgbClr val="FCFBF8"/>
                </a:solidFill>
                <a:latin typeface="Manrope"/>
                <a:ea typeface="Manrope"/>
                <a:cs typeface="Manrope"/>
              </a:defRPr>
            </a:lvl7pPr>
            <a:lvl8pPr>
              <a:defRPr sz="4500" b="1">
                <a:solidFill>
                  <a:srgbClr val="FCFBF8"/>
                </a:solidFill>
                <a:latin typeface="Manrope"/>
                <a:ea typeface="Manrope"/>
                <a:cs typeface="Manrope"/>
              </a:defRPr>
            </a:lvl8pPr>
            <a:lvl9pPr>
              <a:defRPr sz="4500" b="1">
                <a:solidFill>
                  <a:srgbClr val="FCFBF8"/>
                </a:solidFill>
                <a:latin typeface="Manrope"/>
                <a:ea typeface="Manrope"/>
                <a:cs typeface="Manrope"/>
              </a:defRPr>
            </a:lvl9pPr>
          </a:lstStyle>
          <a:p>
            <a:pPr>
              <a:defRPr sz="4500" b="1">
                <a:solidFill>
                  <a:srgbClr val="FCFBF8"/>
                </a:solidFill>
                <a:latin typeface="Manrope"/>
                <a:ea typeface="Manrope"/>
                <a:cs typeface="Manrope"/>
              </a:defRPr>
            </a:pPr>
            <a:r>
              <a:rPr sz="4500" b="1">
                <a:solidFill>
                  <a:srgbClr val="FCFBF8"/>
                </a:solidFill>
                <a:latin typeface="Manrope"/>
                <a:ea typeface="Manrope"/>
                <a:cs typeface="Manrope"/>
              </a:rPr>
              <a:t>SHA-1</a:t>
            </a:r>
          </a:p>
          <a:p>
            <a:pPr>
              <a:defRPr sz="4500" b="1">
                <a:solidFill>
                  <a:srgbClr val="FCFBF8"/>
                </a:solidFill>
                <a:latin typeface="Manrope"/>
                <a:ea typeface="Manrope"/>
                <a:cs typeface="Manrope"/>
              </a:defRPr>
            </a:pPr>
            <a:r>
              <a:rPr sz="4500" b="1">
                <a:solidFill>
                  <a:srgbClr val="FCFBF8"/>
                </a:solidFill>
                <a:latin typeface="Manrope"/>
                <a:ea typeface="Manrope"/>
                <a:cs typeface="Manrope"/>
              </a:rPr>
              <a:t>sin sal</a:t>
            </a:r>
          </a:p>
        </p:txBody>
      </p:sp>
      <p:sp>
        <p:nvSpPr>
          <p:cNvPr id="10" name="text-121">
            <a:extLst>
              <a:ext uri="{FF2B5EF4-FFF2-40B4-BE49-F238E27FC236}">
                <a16:creationId xmlns:a16="http://schemas.microsoft.com/office/drawing/2014/main" id="{D4AB3AB1-D4FE-4B33-AA07-7D77AB38A4CF}"/>
              </a:ext>
            </a:extLst>
          </p:cNvPr>
          <p:cNvSpPr>
            <a:spLocks noGrp="1"/>
          </p:cNvSpPr>
          <p:nvPr/>
        </p:nvSpPr>
        <p:spPr>
          <a:xfrm>
            <a:off x="7981950" y="4343400"/>
            <a:ext cx="3600450" cy="1219200"/>
          </a:xfrm>
          <a:prstGeom prst="rect">
            <a:avLst/>
          </a:prstGeom>
          <a:noFill/>
          <a:ln w="0">
            <a:noFill/>
            <a:prstDash val="solid"/>
          </a:ln>
        </p:spPr>
        <p:txBody>
          <a:bodyPr wrap="square" lIns="0" tIns="0" rIns="0" bIns="0" anchor="t">
            <a:noAutofit/>
          </a:bodyPr>
          <a:lstStyle>
            <a:defPPr>
              <a:defRPr sz="2175" b="0">
                <a:solidFill>
                  <a:srgbClr val="9AC5CC"/>
                </a:solidFill>
                <a:latin typeface="Manrope"/>
                <a:ea typeface="Manrope"/>
                <a:cs typeface="Manrope"/>
              </a:defRPr>
            </a:defPPr>
            <a:lvl1pPr>
              <a:defRPr sz="2175" b="0">
                <a:solidFill>
                  <a:srgbClr val="9AC5CC"/>
                </a:solidFill>
                <a:latin typeface="Manrope"/>
                <a:ea typeface="Manrope"/>
                <a:cs typeface="Manrope"/>
              </a:defRPr>
            </a:lvl1pPr>
            <a:lvl2pPr>
              <a:defRPr sz="2175" b="0">
                <a:solidFill>
                  <a:srgbClr val="9AC5CC"/>
                </a:solidFill>
                <a:latin typeface="Manrope"/>
                <a:ea typeface="Manrope"/>
                <a:cs typeface="Manrope"/>
              </a:defRPr>
            </a:lvl2pPr>
            <a:lvl3pPr>
              <a:defRPr sz="2175" b="0">
                <a:solidFill>
                  <a:srgbClr val="9AC5CC"/>
                </a:solidFill>
                <a:latin typeface="Manrope"/>
                <a:ea typeface="Manrope"/>
                <a:cs typeface="Manrope"/>
              </a:defRPr>
            </a:lvl3pPr>
            <a:lvl4pPr>
              <a:defRPr sz="2175" b="0">
                <a:solidFill>
                  <a:srgbClr val="9AC5CC"/>
                </a:solidFill>
                <a:latin typeface="Manrope"/>
                <a:ea typeface="Manrope"/>
                <a:cs typeface="Manrope"/>
              </a:defRPr>
            </a:lvl4pPr>
            <a:lvl5pPr>
              <a:defRPr sz="2175" b="0">
                <a:solidFill>
                  <a:srgbClr val="9AC5CC"/>
                </a:solidFill>
                <a:latin typeface="Manrope"/>
                <a:ea typeface="Manrope"/>
                <a:cs typeface="Manrope"/>
              </a:defRPr>
            </a:lvl5pPr>
            <a:lvl6pPr>
              <a:defRPr sz="2175" b="0">
                <a:solidFill>
                  <a:srgbClr val="9AC5CC"/>
                </a:solidFill>
                <a:latin typeface="Manrope"/>
                <a:ea typeface="Manrope"/>
                <a:cs typeface="Manrope"/>
              </a:defRPr>
            </a:lvl6pPr>
            <a:lvl7pPr>
              <a:defRPr sz="2175" b="0">
                <a:solidFill>
                  <a:srgbClr val="9AC5CC"/>
                </a:solidFill>
                <a:latin typeface="Manrope"/>
                <a:ea typeface="Manrope"/>
                <a:cs typeface="Manrope"/>
              </a:defRPr>
            </a:lvl7pPr>
            <a:lvl8pPr>
              <a:defRPr sz="2175" b="0">
                <a:solidFill>
                  <a:srgbClr val="9AC5CC"/>
                </a:solidFill>
                <a:latin typeface="Manrope"/>
                <a:ea typeface="Manrope"/>
                <a:cs typeface="Manrope"/>
              </a:defRPr>
            </a:lvl8pPr>
            <a:lvl9pPr>
              <a:defRPr sz="2175" b="0">
                <a:solidFill>
                  <a:srgbClr val="9AC5CC"/>
                </a:solidFill>
                <a:latin typeface="Manrope"/>
                <a:ea typeface="Manrope"/>
                <a:cs typeface="Manrope"/>
              </a:defRPr>
            </a:lvl9pPr>
          </a:lstStyle>
          <a:p>
            <a:pPr>
              <a:defRPr sz="2175" b="0">
                <a:solidFill>
                  <a:srgbClr val="9AC5CC"/>
                </a:solidFill>
                <a:latin typeface="Manrope"/>
                <a:ea typeface="Manrope"/>
                <a:cs typeface="Manrope"/>
              </a:defRPr>
            </a:pPr>
            <a:r>
              <a:rPr sz="2175" b="0">
                <a:solidFill>
                  <a:srgbClr val="9AC5CC"/>
                </a:solidFill>
                <a:latin typeface="Manrope"/>
                <a:ea typeface="Manrope"/>
                <a:cs typeface="Manrope"/>
              </a:rPr>
              <a:t>La empresa confirmó</a:t>
            </a:r>
          </a:p>
          <a:p>
            <a:pPr>
              <a:defRPr sz="2175" b="0">
                <a:solidFill>
                  <a:srgbClr val="9AC5CC"/>
                </a:solidFill>
                <a:latin typeface="Manrope"/>
                <a:ea typeface="Manrope"/>
                <a:cs typeface="Manrope"/>
              </a:defRPr>
            </a:pPr>
            <a:r>
              <a:rPr sz="2175" b="0">
                <a:solidFill>
                  <a:srgbClr val="9AC5CC"/>
                </a:solidFill>
                <a:latin typeface="Manrope"/>
                <a:ea typeface="Manrope"/>
                <a:cs typeface="Manrope"/>
              </a:rPr>
              <a:t>la transición a hashes</a:t>
            </a:r>
          </a:p>
          <a:p>
            <a:pPr>
              <a:defRPr sz="2175" b="0">
                <a:solidFill>
                  <a:srgbClr val="9AC5CC"/>
                </a:solidFill>
                <a:latin typeface="Manrope"/>
                <a:ea typeface="Manrope"/>
                <a:cs typeface="Manrope"/>
              </a:defRPr>
            </a:pPr>
            <a:r>
              <a:rPr sz="2175" b="0">
                <a:solidFill>
                  <a:srgbClr val="9AC5CC"/>
                </a:solidFill>
                <a:latin typeface="Manrope"/>
                <a:ea typeface="Manrope"/>
                <a:cs typeface="Manrope"/>
              </a:rPr>
              <a:t>con sal.</a:t>
            </a:r>
          </a:p>
        </p:txBody>
      </p:sp>
      <p:sp>
        <p:nvSpPr>
          <p:cNvPr id="11" name="text-122">
            <a:extLst>
              <a:ext uri="{FF2B5EF4-FFF2-40B4-BE49-F238E27FC236}">
                <a16:creationId xmlns:a16="http://schemas.microsoft.com/office/drawing/2014/main" id="{D06232AF-8F10-4C9A-AC2B-255B885B542B}"/>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9AC5CC"/>
                </a:solidFill>
                <a:latin typeface="Manrope"/>
                <a:ea typeface="Manrope"/>
                <a:cs typeface="Manrope"/>
              </a:defRPr>
            </a:defPPr>
            <a:lvl1pPr>
              <a:defRPr sz="1200" b="0">
                <a:solidFill>
                  <a:srgbClr val="9AC5CC"/>
                </a:solidFill>
                <a:latin typeface="Manrope"/>
                <a:ea typeface="Manrope"/>
                <a:cs typeface="Manrope"/>
              </a:defRPr>
            </a:lvl1pPr>
            <a:lvl2pPr>
              <a:defRPr sz="1200" b="0">
                <a:solidFill>
                  <a:srgbClr val="9AC5CC"/>
                </a:solidFill>
                <a:latin typeface="Manrope"/>
                <a:ea typeface="Manrope"/>
                <a:cs typeface="Manrope"/>
              </a:defRPr>
            </a:lvl2pPr>
            <a:lvl3pPr>
              <a:defRPr sz="1200" b="0">
                <a:solidFill>
                  <a:srgbClr val="9AC5CC"/>
                </a:solidFill>
                <a:latin typeface="Manrope"/>
                <a:ea typeface="Manrope"/>
                <a:cs typeface="Manrope"/>
              </a:defRPr>
            </a:lvl3pPr>
            <a:lvl4pPr>
              <a:defRPr sz="1200" b="0">
                <a:solidFill>
                  <a:srgbClr val="9AC5CC"/>
                </a:solidFill>
                <a:latin typeface="Manrope"/>
                <a:ea typeface="Manrope"/>
                <a:cs typeface="Manrope"/>
              </a:defRPr>
            </a:lvl4pPr>
            <a:lvl5pPr>
              <a:defRPr sz="1200" b="0">
                <a:solidFill>
                  <a:srgbClr val="9AC5CC"/>
                </a:solidFill>
                <a:latin typeface="Manrope"/>
                <a:ea typeface="Manrope"/>
                <a:cs typeface="Manrope"/>
              </a:defRPr>
            </a:lvl5pPr>
            <a:lvl6pPr>
              <a:defRPr sz="1200" b="0">
                <a:solidFill>
                  <a:srgbClr val="9AC5CC"/>
                </a:solidFill>
                <a:latin typeface="Manrope"/>
                <a:ea typeface="Manrope"/>
                <a:cs typeface="Manrope"/>
              </a:defRPr>
            </a:lvl6pPr>
            <a:lvl7pPr>
              <a:defRPr sz="1200" b="0">
                <a:solidFill>
                  <a:srgbClr val="9AC5CC"/>
                </a:solidFill>
                <a:latin typeface="Manrope"/>
                <a:ea typeface="Manrope"/>
                <a:cs typeface="Manrope"/>
              </a:defRPr>
            </a:lvl7pPr>
            <a:lvl8pPr>
              <a:defRPr sz="1200" b="0">
                <a:solidFill>
                  <a:srgbClr val="9AC5CC"/>
                </a:solidFill>
                <a:latin typeface="Manrope"/>
                <a:ea typeface="Manrope"/>
                <a:cs typeface="Manrope"/>
              </a:defRPr>
            </a:lvl8pPr>
            <a:lvl9pPr>
              <a:defRPr sz="1200" b="0">
                <a:solidFill>
                  <a:srgbClr val="9AC5CC"/>
                </a:solidFill>
                <a:latin typeface="Manrope"/>
                <a:ea typeface="Manrope"/>
                <a:cs typeface="Manrope"/>
              </a:defRPr>
            </a:lvl9pPr>
          </a:lstStyle>
          <a:p>
            <a:pPr>
              <a:defRPr sz="1200" b="0">
                <a:solidFill>
                  <a:srgbClr val="9AC5CC"/>
                </a:solidFill>
                <a:latin typeface="Manrope"/>
                <a:ea typeface="Manrope"/>
                <a:cs typeface="Manrope"/>
              </a:defRPr>
            </a:pPr>
            <a:r>
              <a:rPr sz="1200" b="0">
                <a:solidFill>
                  <a:srgbClr val="9AC5CC"/>
                </a:solidFill>
                <a:latin typeface="Manrope"/>
                <a:ea typeface="Manrope"/>
                <a:cs typeface="Manrope"/>
              </a:rPr>
              <a:t>Fuentes: comunicado de LinkedIn del 12/06/2012 y Have I Been Pwned.</a:t>
            </a:r>
          </a:p>
        </p:txBody>
      </p:sp>
    </p:spTree>
    <p:extLst>
      <p:ext uri="{BB962C8B-B14F-4D97-AF65-F5344CB8AC3E}">
        <p14:creationId xmlns:p14="http://schemas.microsoft.com/office/powerpoint/2010/main" val="169487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1EB"/>
        </a:solidFill>
        <a:effectLst/>
      </p:bgPr>
    </p:bg>
    <p:spTree>
      <p:nvGrpSpPr>
        <p:cNvPr id="1" name=""/>
        <p:cNvGrpSpPr/>
        <p:nvPr/>
      </p:nvGrpSpPr>
      <p:grpSpPr>
        <a:xfrm>
          <a:off x="0" y="0"/>
          <a:ext cx="0" cy="0"/>
          <a:chOff x="0" y="0"/>
          <a:chExt cx="0" cy="0"/>
        </a:xfrm>
      </p:grpSpPr>
      <p:cxnSp>
        <p:nvCxnSpPr>
          <p:cNvPr id="2" name="Conector recto de flecha 1">
            <a:extLst>
              <a:ext uri="{FF2B5EF4-FFF2-40B4-BE49-F238E27FC236}">
                <a16:creationId xmlns:a16="http://schemas.microsoft.com/office/drawing/2014/main" id="{80FBBF5D-85D4-437C-8A97-BCB5E610F61B}"/>
              </a:ext>
            </a:extLst>
          </p:cNvPr>
          <p:cNvCxnSpPr>
            <a:stCxn id="10" idx="3"/>
            <a:endCxn id="11" idx="1"/>
          </p:cNvCxnSpPr>
          <p:nvPr/>
        </p:nvCxnSpPr>
        <p:spPr>
          <a:xfrm>
            <a:off x="7477125" y="3276600"/>
            <a:ext cx="1343025" cy="0"/>
          </a:xfrm>
          <a:prstGeom prst="straightConnector1">
            <a:avLst/>
          </a:prstGeom>
          <a:ln w="16193">
            <a:solidFill>
              <a:srgbClr val="A5653E"/>
            </a:solidFill>
            <a:prstDash val="solid"/>
            <a:tailEnd type="triangle" w="sm" len="sm"/>
          </a:ln>
        </p:spPr>
      </p:cxnSp>
      <p:cxnSp>
        <p:nvCxnSpPr>
          <p:cNvPr id="3" name="Conector recto de flecha 2">
            <a:extLst>
              <a:ext uri="{FF2B5EF4-FFF2-40B4-BE49-F238E27FC236}">
                <a16:creationId xmlns:a16="http://schemas.microsoft.com/office/drawing/2014/main" id="{E27210DC-8C25-4A5D-9F43-3102D909062C}"/>
              </a:ext>
            </a:extLst>
          </p:cNvPr>
          <p:cNvCxnSpPr>
            <a:stCxn id="9" idx="3"/>
            <a:endCxn id="10" idx="1"/>
          </p:cNvCxnSpPr>
          <p:nvPr/>
        </p:nvCxnSpPr>
        <p:spPr>
          <a:xfrm>
            <a:off x="3371850" y="3276600"/>
            <a:ext cx="1343025" cy="0"/>
          </a:xfrm>
          <a:prstGeom prst="straightConnector1">
            <a:avLst/>
          </a:prstGeom>
          <a:ln w="16193">
            <a:solidFill>
              <a:srgbClr val="A5653E"/>
            </a:solidFill>
            <a:prstDash val="solid"/>
            <a:tailEnd type="triangle" w="sm" len="sm"/>
          </a:ln>
        </p:spPr>
      </p:cxnSp>
      <p:sp>
        <p:nvSpPr>
          <p:cNvPr id="4" name="text-123">
            <a:extLst>
              <a:ext uri="{FF2B5EF4-FFF2-40B4-BE49-F238E27FC236}">
                <a16:creationId xmlns:a16="http://schemas.microsoft.com/office/drawing/2014/main" id="{69BABE30-46FF-4914-AEFA-48A6C2EE9924}"/>
              </a:ext>
            </a:extLst>
          </p:cNvPr>
          <p:cNvSpPr>
            <a:spLocks noGrp="1"/>
          </p:cNvSpPr>
          <p:nvPr/>
        </p:nvSpPr>
        <p:spPr>
          <a:xfrm>
            <a:off x="609600" y="371475"/>
            <a:ext cx="962025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CASO REAL</a:t>
            </a:r>
          </a:p>
        </p:txBody>
      </p:sp>
      <p:sp>
        <p:nvSpPr>
          <p:cNvPr id="5" name="text-124">
            <a:extLst>
              <a:ext uri="{FF2B5EF4-FFF2-40B4-BE49-F238E27FC236}">
                <a16:creationId xmlns:a16="http://schemas.microsoft.com/office/drawing/2014/main" id="{5A955244-2407-4F9C-BEE2-3385A2BF6455}"/>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122630"/>
                </a:solidFill>
                <a:latin typeface="Manrope"/>
                <a:ea typeface="Manrope"/>
                <a:cs typeface="Manrope"/>
              </a:defRPr>
            </a:defPPr>
            <a:lvl1pPr>
              <a:defRPr sz="3900" b="1">
                <a:solidFill>
                  <a:srgbClr val="122630"/>
                </a:solidFill>
                <a:latin typeface="Manrope"/>
                <a:ea typeface="Manrope"/>
                <a:cs typeface="Manrope"/>
              </a:defRPr>
            </a:lvl1pPr>
            <a:lvl2pPr>
              <a:defRPr sz="3900" b="1">
                <a:solidFill>
                  <a:srgbClr val="122630"/>
                </a:solidFill>
                <a:latin typeface="Manrope"/>
                <a:ea typeface="Manrope"/>
                <a:cs typeface="Manrope"/>
              </a:defRPr>
            </a:lvl2pPr>
            <a:lvl3pPr>
              <a:defRPr sz="3900" b="1">
                <a:solidFill>
                  <a:srgbClr val="122630"/>
                </a:solidFill>
                <a:latin typeface="Manrope"/>
                <a:ea typeface="Manrope"/>
                <a:cs typeface="Manrope"/>
              </a:defRPr>
            </a:lvl3pPr>
            <a:lvl4pPr>
              <a:defRPr sz="3900" b="1">
                <a:solidFill>
                  <a:srgbClr val="122630"/>
                </a:solidFill>
                <a:latin typeface="Manrope"/>
                <a:ea typeface="Manrope"/>
                <a:cs typeface="Manrope"/>
              </a:defRPr>
            </a:lvl4pPr>
            <a:lvl5pPr>
              <a:defRPr sz="3900" b="1">
                <a:solidFill>
                  <a:srgbClr val="122630"/>
                </a:solidFill>
                <a:latin typeface="Manrope"/>
                <a:ea typeface="Manrope"/>
                <a:cs typeface="Manrope"/>
              </a:defRPr>
            </a:lvl5pPr>
            <a:lvl6pPr>
              <a:defRPr sz="3900" b="1">
                <a:solidFill>
                  <a:srgbClr val="122630"/>
                </a:solidFill>
                <a:latin typeface="Manrope"/>
                <a:ea typeface="Manrope"/>
                <a:cs typeface="Manrope"/>
              </a:defRPr>
            </a:lvl6pPr>
            <a:lvl7pPr>
              <a:defRPr sz="3900" b="1">
                <a:solidFill>
                  <a:srgbClr val="122630"/>
                </a:solidFill>
                <a:latin typeface="Manrope"/>
                <a:ea typeface="Manrope"/>
                <a:cs typeface="Manrope"/>
              </a:defRPr>
            </a:lvl7pPr>
            <a:lvl8pPr>
              <a:defRPr sz="3900" b="1">
                <a:solidFill>
                  <a:srgbClr val="122630"/>
                </a:solidFill>
                <a:latin typeface="Manrope"/>
                <a:ea typeface="Manrope"/>
                <a:cs typeface="Manrope"/>
              </a:defRPr>
            </a:lvl8pPr>
            <a:lvl9pPr>
              <a:defRPr sz="3900" b="1">
                <a:solidFill>
                  <a:srgbClr val="122630"/>
                </a:solidFill>
                <a:latin typeface="Manrope"/>
                <a:ea typeface="Manrope"/>
                <a:cs typeface="Manrope"/>
              </a:defRPr>
            </a:lvl9pPr>
          </a:lstStyle>
          <a:p>
            <a:pPr>
              <a:defRPr sz="3900" b="1">
                <a:solidFill>
                  <a:srgbClr val="122630"/>
                </a:solidFill>
                <a:latin typeface="Manrope"/>
                <a:ea typeface="Manrope"/>
                <a:cs typeface="Manrope"/>
              </a:defRPr>
            </a:pPr>
            <a:r>
              <a:rPr sz="3900" b="1">
                <a:solidFill>
                  <a:srgbClr val="122630"/>
                </a:solidFill>
                <a:latin typeface="Manrope"/>
                <a:ea typeface="Manrope"/>
                <a:cs typeface="Manrope"/>
              </a:rPr>
              <a:t>La lección de la filtración</a:t>
            </a:r>
          </a:p>
        </p:txBody>
      </p:sp>
      <p:sp>
        <p:nvSpPr>
          <p:cNvPr id="6" name="text-125">
            <a:extLst>
              <a:ext uri="{FF2B5EF4-FFF2-40B4-BE49-F238E27FC236}">
                <a16:creationId xmlns:a16="http://schemas.microsoft.com/office/drawing/2014/main" id="{0CB2F5E8-FB03-4F7E-8546-BC0CDAB3AD56}"/>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61717A"/>
                </a:solidFill>
                <a:latin typeface="Manrope"/>
                <a:ea typeface="Manrope"/>
                <a:cs typeface="Manrope"/>
              </a:defRPr>
            </a:defPPr>
            <a:lvl1pPr>
              <a:defRPr sz="1050" b="0">
                <a:solidFill>
                  <a:srgbClr val="61717A"/>
                </a:solidFill>
                <a:latin typeface="Manrope"/>
                <a:ea typeface="Manrope"/>
                <a:cs typeface="Manrope"/>
              </a:defRPr>
            </a:lvl1pPr>
            <a:lvl2pPr>
              <a:defRPr sz="1050" b="0">
                <a:solidFill>
                  <a:srgbClr val="61717A"/>
                </a:solidFill>
                <a:latin typeface="Manrope"/>
                <a:ea typeface="Manrope"/>
                <a:cs typeface="Manrope"/>
              </a:defRPr>
            </a:lvl2pPr>
            <a:lvl3pPr>
              <a:defRPr sz="1050" b="0">
                <a:solidFill>
                  <a:srgbClr val="61717A"/>
                </a:solidFill>
                <a:latin typeface="Manrope"/>
                <a:ea typeface="Manrope"/>
                <a:cs typeface="Manrope"/>
              </a:defRPr>
            </a:lvl3pPr>
            <a:lvl4pPr>
              <a:defRPr sz="1050" b="0">
                <a:solidFill>
                  <a:srgbClr val="61717A"/>
                </a:solidFill>
                <a:latin typeface="Manrope"/>
                <a:ea typeface="Manrope"/>
                <a:cs typeface="Manrope"/>
              </a:defRPr>
            </a:lvl4pPr>
            <a:lvl5pPr>
              <a:defRPr sz="1050" b="0">
                <a:solidFill>
                  <a:srgbClr val="61717A"/>
                </a:solidFill>
                <a:latin typeface="Manrope"/>
                <a:ea typeface="Manrope"/>
                <a:cs typeface="Manrope"/>
              </a:defRPr>
            </a:lvl5pPr>
            <a:lvl6pPr>
              <a:defRPr sz="1050" b="0">
                <a:solidFill>
                  <a:srgbClr val="61717A"/>
                </a:solidFill>
                <a:latin typeface="Manrope"/>
                <a:ea typeface="Manrope"/>
                <a:cs typeface="Manrope"/>
              </a:defRPr>
            </a:lvl6pPr>
            <a:lvl7pPr>
              <a:defRPr sz="1050" b="0">
                <a:solidFill>
                  <a:srgbClr val="61717A"/>
                </a:solidFill>
                <a:latin typeface="Manrope"/>
                <a:ea typeface="Manrope"/>
                <a:cs typeface="Manrope"/>
              </a:defRPr>
            </a:lvl7pPr>
            <a:lvl8pPr>
              <a:defRPr sz="1050" b="0">
                <a:solidFill>
                  <a:srgbClr val="61717A"/>
                </a:solidFill>
                <a:latin typeface="Manrope"/>
                <a:ea typeface="Manrope"/>
                <a:cs typeface="Manrope"/>
              </a:defRPr>
            </a:lvl8pPr>
            <a:lvl9pPr>
              <a:defRPr sz="1050" b="0">
                <a:solidFill>
                  <a:srgbClr val="61717A"/>
                </a:solidFill>
                <a:latin typeface="Manrope"/>
                <a:ea typeface="Manrope"/>
                <a:cs typeface="Manrope"/>
              </a:defRPr>
            </a:lvl9pPr>
          </a:lstStyle>
          <a:p>
            <a:pPr>
              <a:defRPr sz="1050" b="0">
                <a:solidFill>
                  <a:srgbClr val="61717A"/>
                </a:solidFill>
                <a:latin typeface="Manrope"/>
                <a:ea typeface="Manrope"/>
                <a:cs typeface="Manrope"/>
              </a:defRPr>
            </a:pPr>
            <a:r>
              <a:rPr sz="1050" b="0">
                <a:solidFill>
                  <a:srgbClr val="61717A"/>
                </a:solidFill>
                <a:latin typeface="Manrope"/>
                <a:ea typeface="Manrope"/>
                <a:cs typeface="Manrope"/>
              </a:rPr>
              <a:t>ITI-922  /  GRUPO 6</a:t>
            </a:r>
          </a:p>
        </p:txBody>
      </p:sp>
      <p:sp>
        <p:nvSpPr>
          <p:cNvPr id="7" name="text-126">
            <a:extLst>
              <a:ext uri="{FF2B5EF4-FFF2-40B4-BE49-F238E27FC236}">
                <a16:creationId xmlns:a16="http://schemas.microsoft.com/office/drawing/2014/main" id="{C7AD434C-C6B3-4C59-A80D-385F70424912}"/>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61717A"/>
                </a:solidFill>
                <a:latin typeface="Manrope"/>
                <a:ea typeface="Manrope"/>
                <a:cs typeface="Manrope"/>
              </a:defRPr>
            </a:defPPr>
            <a:lvl1pPr algn="r">
              <a:defRPr sz="1425" b="0">
                <a:solidFill>
                  <a:srgbClr val="61717A"/>
                </a:solidFill>
                <a:latin typeface="Manrope"/>
                <a:ea typeface="Manrope"/>
                <a:cs typeface="Manrope"/>
              </a:defRPr>
            </a:lvl1pPr>
            <a:lvl2pPr algn="r">
              <a:defRPr sz="1425" b="0">
                <a:solidFill>
                  <a:srgbClr val="61717A"/>
                </a:solidFill>
                <a:latin typeface="Manrope"/>
                <a:ea typeface="Manrope"/>
                <a:cs typeface="Manrope"/>
              </a:defRPr>
            </a:lvl2pPr>
            <a:lvl3pPr algn="r">
              <a:defRPr sz="1425" b="0">
                <a:solidFill>
                  <a:srgbClr val="61717A"/>
                </a:solidFill>
                <a:latin typeface="Manrope"/>
                <a:ea typeface="Manrope"/>
                <a:cs typeface="Manrope"/>
              </a:defRPr>
            </a:lvl3pPr>
            <a:lvl4pPr algn="r">
              <a:defRPr sz="1425" b="0">
                <a:solidFill>
                  <a:srgbClr val="61717A"/>
                </a:solidFill>
                <a:latin typeface="Manrope"/>
                <a:ea typeface="Manrope"/>
                <a:cs typeface="Manrope"/>
              </a:defRPr>
            </a:lvl4pPr>
            <a:lvl5pPr algn="r">
              <a:defRPr sz="1425" b="0">
                <a:solidFill>
                  <a:srgbClr val="61717A"/>
                </a:solidFill>
                <a:latin typeface="Manrope"/>
                <a:ea typeface="Manrope"/>
                <a:cs typeface="Manrope"/>
              </a:defRPr>
            </a:lvl5pPr>
            <a:lvl6pPr algn="r">
              <a:defRPr sz="1425" b="0">
                <a:solidFill>
                  <a:srgbClr val="61717A"/>
                </a:solidFill>
                <a:latin typeface="Manrope"/>
                <a:ea typeface="Manrope"/>
                <a:cs typeface="Manrope"/>
              </a:defRPr>
            </a:lvl6pPr>
            <a:lvl7pPr algn="r">
              <a:defRPr sz="1425" b="0">
                <a:solidFill>
                  <a:srgbClr val="61717A"/>
                </a:solidFill>
                <a:latin typeface="Manrope"/>
                <a:ea typeface="Manrope"/>
                <a:cs typeface="Manrope"/>
              </a:defRPr>
            </a:lvl7pPr>
            <a:lvl8pPr algn="r">
              <a:defRPr sz="1425" b="0">
                <a:solidFill>
                  <a:srgbClr val="61717A"/>
                </a:solidFill>
                <a:latin typeface="Manrope"/>
                <a:ea typeface="Manrope"/>
                <a:cs typeface="Manrope"/>
              </a:defRPr>
            </a:lvl8pPr>
            <a:lvl9pPr algn="r">
              <a:defRPr sz="1425" b="0">
                <a:solidFill>
                  <a:srgbClr val="61717A"/>
                </a:solidFill>
                <a:latin typeface="Manrope"/>
                <a:ea typeface="Manrope"/>
                <a:cs typeface="Manrope"/>
              </a:defRPr>
            </a:lvl9pPr>
          </a:lstStyle>
          <a:p>
            <a:pPr algn="r">
              <a:defRPr sz="1425" b="0">
                <a:solidFill>
                  <a:srgbClr val="61717A"/>
                </a:solidFill>
                <a:latin typeface="Manrope"/>
                <a:ea typeface="Manrope"/>
                <a:cs typeface="Manrope"/>
              </a:defRPr>
            </a:pPr>
            <a:r>
              <a:rPr sz="1425" b="0">
                <a:solidFill>
                  <a:srgbClr val="61717A"/>
                </a:solidFill>
                <a:latin typeface="Manrope"/>
                <a:ea typeface="Manrope"/>
                <a:cs typeface="Manrope"/>
              </a:rPr>
              <a:t>10</a:t>
            </a:r>
          </a:p>
        </p:txBody>
      </p:sp>
      <p:sp>
        <p:nvSpPr>
          <p:cNvPr id="8" name="text-127">
            <a:extLst>
              <a:ext uri="{FF2B5EF4-FFF2-40B4-BE49-F238E27FC236}">
                <a16:creationId xmlns:a16="http://schemas.microsoft.com/office/drawing/2014/main" id="{46FF3B0A-B35A-4F43-B15C-601970C1204A}"/>
              </a:ext>
            </a:extLst>
          </p:cNvPr>
          <p:cNvSpPr>
            <a:spLocks noGrp="1"/>
          </p:cNvSpPr>
          <p:nvPr/>
        </p:nvSpPr>
        <p:spPr>
          <a:xfrm>
            <a:off x="609600" y="2085975"/>
            <a:ext cx="1082040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CÓMO AUMENTA EL DAÑO</a:t>
            </a:r>
          </a:p>
        </p:txBody>
      </p:sp>
      <p:sp>
        <p:nvSpPr>
          <p:cNvPr id="9" name="diagram-128">
            <a:extLst>
              <a:ext uri="{FF2B5EF4-FFF2-40B4-BE49-F238E27FC236}">
                <a16:creationId xmlns:a16="http://schemas.microsoft.com/office/drawing/2014/main" id="{40AD0CAD-15FD-4969-AC69-276A86D212EB}"/>
              </a:ext>
            </a:extLst>
          </p:cNvPr>
          <p:cNvSpPr>
            <a:spLocks noGrp="1"/>
          </p:cNvSpPr>
          <p:nvPr/>
        </p:nvSpPr>
        <p:spPr>
          <a:xfrm>
            <a:off x="609600" y="2714625"/>
            <a:ext cx="2762250" cy="1123950"/>
          </a:xfrm>
          <a:prstGeom prst="rect">
            <a:avLst/>
          </a:prstGeom>
          <a:noFill/>
          <a:ln w="12383">
            <a:solidFill>
              <a:srgbClr val="D6D2C8"/>
            </a:solidFill>
            <a:prstDash val="solid"/>
          </a:ln>
        </p:spPr>
        <p:txBody>
          <a:bodyPr lIns="114300" tIns="114300" rIns="114300" bIns="114300" anchor="ctr">
            <a:noAutofit/>
          </a:bodyPr>
          <a:lstStyle>
            <a:defPPr algn="ctr">
              <a:defRPr sz="2100" b="1">
                <a:solidFill>
                  <a:srgbClr val="122630"/>
                </a:solidFill>
                <a:latin typeface="Manrope"/>
                <a:ea typeface="Manrope"/>
                <a:cs typeface="Manrope"/>
              </a:defRPr>
            </a:defPPr>
            <a:lvl1pPr algn="ctr">
              <a:defRPr sz="2100" b="1">
                <a:solidFill>
                  <a:srgbClr val="122630"/>
                </a:solidFill>
                <a:latin typeface="Manrope"/>
                <a:ea typeface="Manrope"/>
                <a:cs typeface="Manrope"/>
              </a:defRPr>
            </a:lvl1pPr>
            <a:lvl2pPr algn="ctr">
              <a:defRPr sz="2100" b="1">
                <a:solidFill>
                  <a:srgbClr val="122630"/>
                </a:solidFill>
                <a:latin typeface="Manrope"/>
                <a:ea typeface="Manrope"/>
                <a:cs typeface="Manrope"/>
              </a:defRPr>
            </a:lvl2pPr>
            <a:lvl3pPr algn="ctr">
              <a:defRPr sz="2100" b="1">
                <a:solidFill>
                  <a:srgbClr val="122630"/>
                </a:solidFill>
                <a:latin typeface="Manrope"/>
                <a:ea typeface="Manrope"/>
                <a:cs typeface="Manrope"/>
              </a:defRPr>
            </a:lvl3pPr>
            <a:lvl4pPr algn="ctr">
              <a:defRPr sz="2100" b="1">
                <a:solidFill>
                  <a:srgbClr val="122630"/>
                </a:solidFill>
                <a:latin typeface="Manrope"/>
                <a:ea typeface="Manrope"/>
                <a:cs typeface="Manrope"/>
              </a:defRPr>
            </a:lvl4pPr>
            <a:lvl5pPr algn="ctr">
              <a:defRPr sz="2100" b="1">
                <a:solidFill>
                  <a:srgbClr val="122630"/>
                </a:solidFill>
                <a:latin typeface="Manrope"/>
                <a:ea typeface="Manrope"/>
                <a:cs typeface="Manrope"/>
              </a:defRPr>
            </a:lvl5pPr>
            <a:lvl6pPr algn="ctr">
              <a:defRPr sz="2100" b="1">
                <a:solidFill>
                  <a:srgbClr val="122630"/>
                </a:solidFill>
                <a:latin typeface="Manrope"/>
                <a:ea typeface="Manrope"/>
                <a:cs typeface="Manrope"/>
              </a:defRPr>
            </a:lvl6pPr>
            <a:lvl7pPr algn="ctr">
              <a:defRPr sz="2100" b="1">
                <a:solidFill>
                  <a:srgbClr val="122630"/>
                </a:solidFill>
                <a:latin typeface="Manrope"/>
                <a:ea typeface="Manrope"/>
                <a:cs typeface="Manrope"/>
              </a:defRPr>
            </a:lvl7pPr>
            <a:lvl8pPr algn="ctr">
              <a:defRPr sz="2100" b="1">
                <a:solidFill>
                  <a:srgbClr val="122630"/>
                </a:solidFill>
                <a:latin typeface="Manrope"/>
                <a:ea typeface="Manrope"/>
                <a:cs typeface="Manrope"/>
              </a:defRPr>
            </a:lvl8pPr>
            <a:lvl9pPr algn="ctr">
              <a:defRPr sz="2100" b="1">
                <a:solidFill>
                  <a:srgbClr val="122630"/>
                </a:solidFill>
                <a:latin typeface="Manrope"/>
                <a:ea typeface="Manrope"/>
                <a:cs typeface="Manrope"/>
              </a:defRPr>
            </a:lvl9pPr>
          </a:lstStyle>
          <a:p>
            <a:pPr algn="ctr">
              <a:defRPr sz="2100" b="1">
                <a:solidFill>
                  <a:srgbClr val="122630"/>
                </a:solidFill>
                <a:latin typeface="Manrope"/>
                <a:ea typeface="Manrope"/>
                <a:cs typeface="Manrope"/>
              </a:defRPr>
            </a:pPr>
            <a:r>
              <a:rPr sz="2100" b="1">
                <a:solidFill>
                  <a:srgbClr val="122630"/>
                </a:solidFill>
                <a:latin typeface="Manrope"/>
                <a:ea typeface="Manrope"/>
                <a:cs typeface="Manrope"/>
              </a:rPr>
              <a:t>Base de hashes</a:t>
            </a:r>
          </a:p>
          <a:p>
            <a:pPr algn="ctr">
              <a:defRPr sz="2100" b="1">
                <a:solidFill>
                  <a:srgbClr val="122630"/>
                </a:solidFill>
                <a:latin typeface="Manrope"/>
                <a:ea typeface="Manrope"/>
                <a:cs typeface="Manrope"/>
              </a:defRPr>
            </a:pPr>
            <a:r>
              <a:rPr sz="2100" b="1">
                <a:solidFill>
                  <a:srgbClr val="122630"/>
                </a:solidFill>
                <a:latin typeface="Manrope"/>
                <a:ea typeface="Manrope"/>
                <a:cs typeface="Manrope"/>
              </a:rPr>
              <a:t>filtrada</a:t>
            </a:r>
          </a:p>
        </p:txBody>
      </p:sp>
      <p:sp>
        <p:nvSpPr>
          <p:cNvPr id="10" name="diagram-129">
            <a:extLst>
              <a:ext uri="{FF2B5EF4-FFF2-40B4-BE49-F238E27FC236}">
                <a16:creationId xmlns:a16="http://schemas.microsoft.com/office/drawing/2014/main" id="{6F03EFAE-5095-4FE0-803D-D86AB571932B}"/>
              </a:ext>
            </a:extLst>
          </p:cNvPr>
          <p:cNvSpPr>
            <a:spLocks noGrp="1"/>
          </p:cNvSpPr>
          <p:nvPr/>
        </p:nvSpPr>
        <p:spPr>
          <a:xfrm>
            <a:off x="4714875" y="2714625"/>
            <a:ext cx="2762250" cy="1123950"/>
          </a:xfrm>
          <a:prstGeom prst="rect">
            <a:avLst/>
          </a:prstGeom>
          <a:noFill/>
          <a:ln w="12383">
            <a:solidFill>
              <a:srgbClr val="A5653E"/>
            </a:solidFill>
            <a:prstDash val="solid"/>
          </a:ln>
        </p:spPr>
        <p:txBody>
          <a:bodyPr lIns="114300" tIns="114300" rIns="114300" bIns="114300" anchor="ctr">
            <a:noAutofit/>
          </a:bodyPr>
          <a:lstStyle>
            <a:defPPr algn="ctr">
              <a:defRPr sz="2100" b="1">
                <a:solidFill>
                  <a:srgbClr val="A5653E"/>
                </a:solidFill>
                <a:latin typeface="Manrope"/>
                <a:ea typeface="Manrope"/>
                <a:cs typeface="Manrope"/>
              </a:defRPr>
            </a:defPPr>
            <a:lvl1pPr algn="ctr">
              <a:defRPr sz="2100" b="1">
                <a:solidFill>
                  <a:srgbClr val="A5653E"/>
                </a:solidFill>
                <a:latin typeface="Manrope"/>
                <a:ea typeface="Manrope"/>
                <a:cs typeface="Manrope"/>
              </a:defRPr>
            </a:lvl1pPr>
            <a:lvl2pPr algn="ctr">
              <a:defRPr sz="2100" b="1">
                <a:solidFill>
                  <a:srgbClr val="A5653E"/>
                </a:solidFill>
                <a:latin typeface="Manrope"/>
                <a:ea typeface="Manrope"/>
                <a:cs typeface="Manrope"/>
              </a:defRPr>
            </a:lvl2pPr>
            <a:lvl3pPr algn="ctr">
              <a:defRPr sz="2100" b="1">
                <a:solidFill>
                  <a:srgbClr val="A5653E"/>
                </a:solidFill>
                <a:latin typeface="Manrope"/>
                <a:ea typeface="Manrope"/>
                <a:cs typeface="Manrope"/>
              </a:defRPr>
            </a:lvl3pPr>
            <a:lvl4pPr algn="ctr">
              <a:defRPr sz="2100" b="1">
                <a:solidFill>
                  <a:srgbClr val="A5653E"/>
                </a:solidFill>
                <a:latin typeface="Manrope"/>
                <a:ea typeface="Manrope"/>
                <a:cs typeface="Manrope"/>
              </a:defRPr>
            </a:lvl4pPr>
            <a:lvl5pPr algn="ctr">
              <a:defRPr sz="2100" b="1">
                <a:solidFill>
                  <a:srgbClr val="A5653E"/>
                </a:solidFill>
                <a:latin typeface="Manrope"/>
                <a:ea typeface="Manrope"/>
                <a:cs typeface="Manrope"/>
              </a:defRPr>
            </a:lvl5pPr>
            <a:lvl6pPr algn="ctr">
              <a:defRPr sz="2100" b="1">
                <a:solidFill>
                  <a:srgbClr val="A5653E"/>
                </a:solidFill>
                <a:latin typeface="Manrope"/>
                <a:ea typeface="Manrope"/>
                <a:cs typeface="Manrope"/>
              </a:defRPr>
            </a:lvl6pPr>
            <a:lvl7pPr algn="ctr">
              <a:defRPr sz="2100" b="1">
                <a:solidFill>
                  <a:srgbClr val="A5653E"/>
                </a:solidFill>
                <a:latin typeface="Manrope"/>
                <a:ea typeface="Manrope"/>
                <a:cs typeface="Manrope"/>
              </a:defRPr>
            </a:lvl7pPr>
            <a:lvl8pPr algn="ctr">
              <a:defRPr sz="2100" b="1">
                <a:solidFill>
                  <a:srgbClr val="A5653E"/>
                </a:solidFill>
                <a:latin typeface="Manrope"/>
                <a:ea typeface="Manrope"/>
                <a:cs typeface="Manrope"/>
              </a:defRPr>
            </a:lvl8pPr>
            <a:lvl9pPr algn="ctr">
              <a:defRPr sz="2100" b="1">
                <a:solidFill>
                  <a:srgbClr val="A5653E"/>
                </a:solidFill>
                <a:latin typeface="Manrope"/>
                <a:ea typeface="Manrope"/>
                <a:cs typeface="Manrope"/>
              </a:defRPr>
            </a:lvl9pPr>
          </a:lstStyle>
          <a:p>
            <a:pPr algn="ctr">
              <a:defRPr sz="2100" b="1">
                <a:solidFill>
                  <a:srgbClr val="A5653E"/>
                </a:solidFill>
                <a:latin typeface="Manrope"/>
                <a:ea typeface="Manrope"/>
                <a:cs typeface="Manrope"/>
              </a:defRPr>
            </a:pPr>
            <a:r>
              <a:rPr sz="2100" b="1">
                <a:solidFill>
                  <a:srgbClr val="A5653E"/>
                </a:solidFill>
                <a:latin typeface="Manrope"/>
                <a:ea typeface="Manrope"/>
                <a:cs typeface="Manrope"/>
              </a:rPr>
              <a:t>Cálculos compartidos</a:t>
            </a:r>
          </a:p>
          <a:p>
            <a:pPr algn="ctr">
              <a:defRPr sz="2100" b="1">
                <a:solidFill>
                  <a:srgbClr val="A5653E"/>
                </a:solidFill>
                <a:latin typeface="Manrope"/>
                <a:ea typeface="Manrope"/>
                <a:cs typeface="Manrope"/>
              </a:defRPr>
            </a:pPr>
            <a:r>
              <a:rPr sz="2100" b="1">
                <a:solidFill>
                  <a:srgbClr val="A5653E"/>
                </a:solidFill>
                <a:latin typeface="Manrope"/>
                <a:ea typeface="Manrope"/>
                <a:cs typeface="Manrope"/>
              </a:rPr>
              <a:t>sin sal</a:t>
            </a:r>
          </a:p>
        </p:txBody>
      </p:sp>
      <p:sp>
        <p:nvSpPr>
          <p:cNvPr id="11" name="diagram-130">
            <a:extLst>
              <a:ext uri="{FF2B5EF4-FFF2-40B4-BE49-F238E27FC236}">
                <a16:creationId xmlns:a16="http://schemas.microsoft.com/office/drawing/2014/main" id="{33510A75-0E12-4BF1-A209-7B1A2B7FBAA2}"/>
              </a:ext>
            </a:extLst>
          </p:cNvPr>
          <p:cNvSpPr>
            <a:spLocks noGrp="1"/>
          </p:cNvSpPr>
          <p:nvPr/>
        </p:nvSpPr>
        <p:spPr>
          <a:xfrm>
            <a:off x="8820150" y="2714625"/>
            <a:ext cx="2762250" cy="1123950"/>
          </a:xfrm>
          <a:prstGeom prst="rect">
            <a:avLst/>
          </a:prstGeom>
          <a:noFill/>
          <a:ln w="12383">
            <a:solidFill>
              <a:srgbClr val="D6D2C8"/>
            </a:solidFill>
            <a:prstDash val="solid"/>
          </a:ln>
        </p:spPr>
        <p:txBody>
          <a:bodyPr lIns="114300" tIns="114300" rIns="114300" bIns="114300" anchor="ctr">
            <a:noAutofit/>
          </a:bodyPr>
          <a:lstStyle>
            <a:defPPr algn="ctr">
              <a:defRPr sz="2100" b="1">
                <a:solidFill>
                  <a:srgbClr val="122630"/>
                </a:solidFill>
                <a:latin typeface="Manrope"/>
                <a:ea typeface="Manrope"/>
                <a:cs typeface="Manrope"/>
              </a:defRPr>
            </a:defPPr>
            <a:lvl1pPr algn="ctr">
              <a:defRPr sz="2100" b="1">
                <a:solidFill>
                  <a:srgbClr val="122630"/>
                </a:solidFill>
                <a:latin typeface="Manrope"/>
                <a:ea typeface="Manrope"/>
                <a:cs typeface="Manrope"/>
              </a:defRPr>
            </a:lvl1pPr>
            <a:lvl2pPr algn="ctr">
              <a:defRPr sz="2100" b="1">
                <a:solidFill>
                  <a:srgbClr val="122630"/>
                </a:solidFill>
                <a:latin typeface="Manrope"/>
                <a:ea typeface="Manrope"/>
                <a:cs typeface="Manrope"/>
              </a:defRPr>
            </a:lvl2pPr>
            <a:lvl3pPr algn="ctr">
              <a:defRPr sz="2100" b="1">
                <a:solidFill>
                  <a:srgbClr val="122630"/>
                </a:solidFill>
                <a:latin typeface="Manrope"/>
                <a:ea typeface="Manrope"/>
                <a:cs typeface="Manrope"/>
              </a:defRPr>
            </a:lvl3pPr>
            <a:lvl4pPr algn="ctr">
              <a:defRPr sz="2100" b="1">
                <a:solidFill>
                  <a:srgbClr val="122630"/>
                </a:solidFill>
                <a:latin typeface="Manrope"/>
                <a:ea typeface="Manrope"/>
                <a:cs typeface="Manrope"/>
              </a:defRPr>
            </a:lvl4pPr>
            <a:lvl5pPr algn="ctr">
              <a:defRPr sz="2100" b="1">
                <a:solidFill>
                  <a:srgbClr val="122630"/>
                </a:solidFill>
                <a:latin typeface="Manrope"/>
                <a:ea typeface="Manrope"/>
                <a:cs typeface="Manrope"/>
              </a:defRPr>
            </a:lvl5pPr>
            <a:lvl6pPr algn="ctr">
              <a:defRPr sz="2100" b="1">
                <a:solidFill>
                  <a:srgbClr val="122630"/>
                </a:solidFill>
                <a:latin typeface="Manrope"/>
                <a:ea typeface="Manrope"/>
                <a:cs typeface="Manrope"/>
              </a:defRPr>
            </a:lvl6pPr>
            <a:lvl7pPr algn="ctr">
              <a:defRPr sz="2100" b="1">
                <a:solidFill>
                  <a:srgbClr val="122630"/>
                </a:solidFill>
                <a:latin typeface="Manrope"/>
                <a:ea typeface="Manrope"/>
                <a:cs typeface="Manrope"/>
              </a:defRPr>
            </a:lvl7pPr>
            <a:lvl8pPr algn="ctr">
              <a:defRPr sz="2100" b="1">
                <a:solidFill>
                  <a:srgbClr val="122630"/>
                </a:solidFill>
                <a:latin typeface="Manrope"/>
                <a:ea typeface="Manrope"/>
                <a:cs typeface="Manrope"/>
              </a:defRPr>
            </a:lvl8pPr>
            <a:lvl9pPr algn="ctr">
              <a:defRPr sz="2100" b="1">
                <a:solidFill>
                  <a:srgbClr val="122630"/>
                </a:solidFill>
                <a:latin typeface="Manrope"/>
                <a:ea typeface="Manrope"/>
                <a:cs typeface="Manrope"/>
              </a:defRPr>
            </a:lvl9pPr>
          </a:lstStyle>
          <a:p>
            <a:pPr algn="ctr">
              <a:defRPr sz="2100" b="1">
                <a:solidFill>
                  <a:srgbClr val="122630"/>
                </a:solidFill>
                <a:latin typeface="Manrope"/>
                <a:ea typeface="Manrope"/>
                <a:cs typeface="Manrope"/>
              </a:defRPr>
            </a:pPr>
            <a:r>
              <a:rPr sz="2100" b="1">
                <a:solidFill>
                  <a:srgbClr val="122630"/>
                </a:solidFill>
                <a:latin typeface="Manrope"/>
                <a:ea typeface="Manrope"/>
                <a:cs typeface="Manrope"/>
              </a:rPr>
              <a:t>Claves comunes</a:t>
            </a:r>
          </a:p>
          <a:p>
            <a:pPr algn="ctr">
              <a:defRPr sz="2100" b="1">
                <a:solidFill>
                  <a:srgbClr val="122630"/>
                </a:solidFill>
                <a:latin typeface="Manrope"/>
                <a:ea typeface="Manrope"/>
                <a:cs typeface="Manrope"/>
              </a:defRPr>
            </a:pPr>
            <a:r>
              <a:rPr sz="2100" b="1">
                <a:solidFill>
                  <a:srgbClr val="122630"/>
                </a:solidFill>
                <a:latin typeface="Manrope"/>
                <a:ea typeface="Manrope"/>
                <a:cs typeface="Manrope"/>
              </a:rPr>
              <a:t>descubiertas</a:t>
            </a:r>
          </a:p>
        </p:txBody>
      </p:sp>
      <p:sp>
        <p:nvSpPr>
          <p:cNvPr id="12" name="text-131">
            <a:extLst>
              <a:ext uri="{FF2B5EF4-FFF2-40B4-BE49-F238E27FC236}">
                <a16:creationId xmlns:a16="http://schemas.microsoft.com/office/drawing/2014/main" id="{1A0713AC-1D89-493F-9D93-B9F189EB607D}"/>
              </a:ext>
            </a:extLst>
          </p:cNvPr>
          <p:cNvSpPr>
            <a:spLocks noGrp="1"/>
          </p:cNvSpPr>
          <p:nvPr/>
        </p:nvSpPr>
        <p:spPr>
          <a:xfrm>
            <a:off x="609600" y="4476750"/>
            <a:ext cx="10972800" cy="1000125"/>
          </a:xfrm>
          <a:prstGeom prst="rect">
            <a:avLst/>
          </a:prstGeom>
          <a:noFill/>
          <a:ln w="0">
            <a:noFill/>
            <a:prstDash val="solid"/>
          </a:ln>
        </p:spPr>
        <p:txBody>
          <a:bodyPr wrap="square" lIns="0" tIns="0" rIns="0" bIns="0" anchor="t">
            <a:noAutofit/>
          </a:bodyPr>
          <a:lstStyle>
            <a:defPPr>
              <a:defRPr sz="2700" b="1">
                <a:solidFill>
                  <a:srgbClr val="122630"/>
                </a:solidFill>
                <a:latin typeface="Manrope"/>
                <a:ea typeface="Manrope"/>
                <a:cs typeface="Manrope"/>
              </a:defRPr>
            </a:defPPr>
            <a:lvl1pPr>
              <a:defRPr sz="2700" b="1">
                <a:solidFill>
                  <a:srgbClr val="122630"/>
                </a:solidFill>
                <a:latin typeface="Manrope"/>
                <a:ea typeface="Manrope"/>
                <a:cs typeface="Manrope"/>
              </a:defRPr>
            </a:lvl1pPr>
            <a:lvl2pPr>
              <a:defRPr sz="2700" b="1">
                <a:solidFill>
                  <a:srgbClr val="122630"/>
                </a:solidFill>
                <a:latin typeface="Manrope"/>
                <a:ea typeface="Manrope"/>
                <a:cs typeface="Manrope"/>
              </a:defRPr>
            </a:lvl2pPr>
            <a:lvl3pPr>
              <a:defRPr sz="2700" b="1">
                <a:solidFill>
                  <a:srgbClr val="122630"/>
                </a:solidFill>
                <a:latin typeface="Manrope"/>
                <a:ea typeface="Manrope"/>
                <a:cs typeface="Manrope"/>
              </a:defRPr>
            </a:lvl3pPr>
            <a:lvl4pPr>
              <a:defRPr sz="2700" b="1">
                <a:solidFill>
                  <a:srgbClr val="122630"/>
                </a:solidFill>
                <a:latin typeface="Manrope"/>
                <a:ea typeface="Manrope"/>
                <a:cs typeface="Manrope"/>
              </a:defRPr>
            </a:lvl4pPr>
            <a:lvl5pPr>
              <a:defRPr sz="2700" b="1">
                <a:solidFill>
                  <a:srgbClr val="122630"/>
                </a:solidFill>
                <a:latin typeface="Manrope"/>
                <a:ea typeface="Manrope"/>
                <a:cs typeface="Manrope"/>
              </a:defRPr>
            </a:lvl5pPr>
            <a:lvl6pPr>
              <a:defRPr sz="2700" b="1">
                <a:solidFill>
                  <a:srgbClr val="122630"/>
                </a:solidFill>
                <a:latin typeface="Manrope"/>
                <a:ea typeface="Manrope"/>
                <a:cs typeface="Manrope"/>
              </a:defRPr>
            </a:lvl6pPr>
            <a:lvl7pPr>
              <a:defRPr sz="2700" b="1">
                <a:solidFill>
                  <a:srgbClr val="122630"/>
                </a:solidFill>
                <a:latin typeface="Manrope"/>
                <a:ea typeface="Manrope"/>
                <a:cs typeface="Manrope"/>
              </a:defRPr>
            </a:lvl7pPr>
            <a:lvl8pPr>
              <a:defRPr sz="2700" b="1">
                <a:solidFill>
                  <a:srgbClr val="122630"/>
                </a:solidFill>
                <a:latin typeface="Manrope"/>
                <a:ea typeface="Manrope"/>
                <a:cs typeface="Manrope"/>
              </a:defRPr>
            </a:lvl8pPr>
            <a:lvl9pPr>
              <a:defRPr sz="2700" b="1">
                <a:solidFill>
                  <a:srgbClr val="122630"/>
                </a:solidFill>
                <a:latin typeface="Manrope"/>
                <a:ea typeface="Manrope"/>
                <a:cs typeface="Manrope"/>
              </a:defRPr>
            </a:lvl9pPr>
          </a:lstStyle>
          <a:p>
            <a:pPr>
              <a:defRPr sz="2700" b="1">
                <a:solidFill>
                  <a:srgbClr val="122630"/>
                </a:solidFill>
                <a:latin typeface="Manrope"/>
                <a:ea typeface="Manrope"/>
                <a:cs typeface="Manrope"/>
              </a:defRPr>
            </a:pPr>
            <a:r>
              <a:rPr sz="2700" b="1">
                <a:solidFill>
                  <a:srgbClr val="122630"/>
                </a:solidFill>
                <a:latin typeface="Manrope"/>
                <a:ea typeface="Manrope"/>
                <a:cs typeface="Manrope"/>
              </a:rPr>
              <a:t>La falta de sal permite reutilizar cálculos.</a:t>
            </a:r>
          </a:p>
          <a:p>
            <a:pPr>
              <a:defRPr sz="2700" b="1">
                <a:solidFill>
                  <a:srgbClr val="122630"/>
                </a:solidFill>
                <a:latin typeface="Manrope"/>
                <a:ea typeface="Manrope"/>
                <a:cs typeface="Manrope"/>
              </a:defRPr>
            </a:pPr>
            <a:r>
              <a:rPr sz="2700" b="1">
                <a:solidFill>
                  <a:srgbClr val="122630"/>
                </a:solidFill>
                <a:latin typeface="Manrope"/>
                <a:ea typeface="Manrope"/>
                <a:cs typeface="Manrope"/>
              </a:rPr>
              <a:t>Un hash rápido abarata cada candidata.</a:t>
            </a:r>
          </a:p>
        </p:txBody>
      </p:sp>
      <p:sp>
        <p:nvSpPr>
          <p:cNvPr id="13" name="text-132">
            <a:extLst>
              <a:ext uri="{FF2B5EF4-FFF2-40B4-BE49-F238E27FC236}">
                <a16:creationId xmlns:a16="http://schemas.microsoft.com/office/drawing/2014/main" id="{400F3A77-788A-43F4-9F37-528BD46B85BC}"/>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61717A"/>
                </a:solidFill>
                <a:latin typeface="Manrope"/>
                <a:ea typeface="Manrope"/>
                <a:cs typeface="Manrope"/>
              </a:defRPr>
            </a:defPPr>
            <a:lvl1pPr>
              <a:defRPr sz="1200" b="0">
                <a:solidFill>
                  <a:srgbClr val="61717A"/>
                </a:solidFill>
                <a:latin typeface="Manrope"/>
                <a:ea typeface="Manrope"/>
                <a:cs typeface="Manrope"/>
              </a:defRPr>
            </a:lvl1pPr>
            <a:lvl2pPr>
              <a:defRPr sz="1200" b="0">
                <a:solidFill>
                  <a:srgbClr val="61717A"/>
                </a:solidFill>
                <a:latin typeface="Manrope"/>
                <a:ea typeface="Manrope"/>
                <a:cs typeface="Manrope"/>
              </a:defRPr>
            </a:lvl2pPr>
            <a:lvl3pPr>
              <a:defRPr sz="1200" b="0">
                <a:solidFill>
                  <a:srgbClr val="61717A"/>
                </a:solidFill>
                <a:latin typeface="Manrope"/>
                <a:ea typeface="Manrope"/>
                <a:cs typeface="Manrope"/>
              </a:defRPr>
            </a:lvl3pPr>
            <a:lvl4pPr>
              <a:defRPr sz="1200" b="0">
                <a:solidFill>
                  <a:srgbClr val="61717A"/>
                </a:solidFill>
                <a:latin typeface="Manrope"/>
                <a:ea typeface="Manrope"/>
                <a:cs typeface="Manrope"/>
              </a:defRPr>
            </a:lvl4pPr>
            <a:lvl5pPr>
              <a:defRPr sz="1200" b="0">
                <a:solidFill>
                  <a:srgbClr val="61717A"/>
                </a:solidFill>
                <a:latin typeface="Manrope"/>
                <a:ea typeface="Manrope"/>
                <a:cs typeface="Manrope"/>
              </a:defRPr>
            </a:lvl5pPr>
            <a:lvl6pPr>
              <a:defRPr sz="1200" b="0">
                <a:solidFill>
                  <a:srgbClr val="61717A"/>
                </a:solidFill>
                <a:latin typeface="Manrope"/>
                <a:ea typeface="Manrope"/>
                <a:cs typeface="Manrope"/>
              </a:defRPr>
            </a:lvl6pPr>
            <a:lvl7pPr>
              <a:defRPr sz="1200" b="0">
                <a:solidFill>
                  <a:srgbClr val="61717A"/>
                </a:solidFill>
                <a:latin typeface="Manrope"/>
                <a:ea typeface="Manrope"/>
                <a:cs typeface="Manrope"/>
              </a:defRPr>
            </a:lvl7pPr>
            <a:lvl8pPr>
              <a:defRPr sz="1200" b="0">
                <a:solidFill>
                  <a:srgbClr val="61717A"/>
                </a:solidFill>
                <a:latin typeface="Manrope"/>
                <a:ea typeface="Manrope"/>
                <a:cs typeface="Manrope"/>
              </a:defRPr>
            </a:lvl8pPr>
            <a:lvl9pPr>
              <a:defRPr sz="1200" b="0">
                <a:solidFill>
                  <a:srgbClr val="61717A"/>
                </a:solidFill>
                <a:latin typeface="Manrope"/>
                <a:ea typeface="Manrope"/>
                <a:cs typeface="Manrope"/>
              </a:defRPr>
            </a:lvl9pPr>
          </a:lstStyle>
          <a:p>
            <a:pPr>
              <a:defRPr sz="1200" b="0">
                <a:solidFill>
                  <a:srgbClr val="61717A"/>
                </a:solidFill>
                <a:latin typeface="Manrope"/>
                <a:ea typeface="Manrope"/>
                <a:cs typeface="Manrope"/>
              </a:defRPr>
            </a:pPr>
            <a:r>
              <a:rPr sz="1200" b="0">
                <a:solidFill>
                  <a:srgbClr val="61717A"/>
                </a:solidFill>
                <a:latin typeface="Manrope"/>
                <a:ea typeface="Manrope"/>
                <a:cs typeface="Manrope"/>
              </a:rPr>
              <a:t>En 2016 se conoció un alcance mayor. El caso no dependió de una colisión de SHA-1.</a:t>
            </a:r>
          </a:p>
        </p:txBody>
      </p:sp>
    </p:spTree>
    <p:extLst>
      <p:ext uri="{BB962C8B-B14F-4D97-AF65-F5344CB8AC3E}">
        <p14:creationId xmlns:p14="http://schemas.microsoft.com/office/powerpoint/2010/main" val="1678036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1EB"/>
        </a:solidFill>
        <a:effectLst/>
      </p:bgPr>
    </p:bg>
    <p:spTree>
      <p:nvGrpSpPr>
        <p:cNvPr id="1" name=""/>
        <p:cNvGrpSpPr/>
        <p:nvPr/>
      </p:nvGrpSpPr>
      <p:grpSpPr>
        <a:xfrm>
          <a:off x="0" y="0"/>
          <a:ext cx="0" cy="0"/>
          <a:chOff x="0" y="0"/>
          <a:chExt cx="0" cy="0"/>
        </a:xfrm>
      </p:grpSpPr>
      <p:sp>
        <p:nvSpPr>
          <p:cNvPr id="3" name="text-134">
            <a:extLst>
              <a:ext uri="{FF2B5EF4-FFF2-40B4-BE49-F238E27FC236}">
                <a16:creationId xmlns:a16="http://schemas.microsoft.com/office/drawing/2014/main" id="{D4D88115-1318-4F4A-8E28-D29B56B3F619}"/>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122630"/>
                </a:solidFill>
                <a:latin typeface="Manrope"/>
                <a:ea typeface="Manrope"/>
                <a:cs typeface="Manrope"/>
              </a:defRPr>
            </a:defPPr>
            <a:lvl1pPr>
              <a:defRPr sz="3900" b="1">
                <a:solidFill>
                  <a:srgbClr val="122630"/>
                </a:solidFill>
                <a:latin typeface="Manrope"/>
                <a:ea typeface="Manrope"/>
                <a:cs typeface="Manrope"/>
              </a:defRPr>
            </a:lvl1pPr>
            <a:lvl2pPr>
              <a:defRPr sz="3900" b="1">
                <a:solidFill>
                  <a:srgbClr val="122630"/>
                </a:solidFill>
                <a:latin typeface="Manrope"/>
                <a:ea typeface="Manrope"/>
                <a:cs typeface="Manrope"/>
              </a:defRPr>
            </a:lvl2pPr>
            <a:lvl3pPr>
              <a:defRPr sz="3900" b="1">
                <a:solidFill>
                  <a:srgbClr val="122630"/>
                </a:solidFill>
                <a:latin typeface="Manrope"/>
                <a:ea typeface="Manrope"/>
                <a:cs typeface="Manrope"/>
              </a:defRPr>
            </a:lvl3pPr>
            <a:lvl4pPr>
              <a:defRPr sz="3900" b="1">
                <a:solidFill>
                  <a:srgbClr val="122630"/>
                </a:solidFill>
                <a:latin typeface="Manrope"/>
                <a:ea typeface="Manrope"/>
                <a:cs typeface="Manrope"/>
              </a:defRPr>
            </a:lvl4pPr>
            <a:lvl5pPr>
              <a:defRPr sz="3900" b="1">
                <a:solidFill>
                  <a:srgbClr val="122630"/>
                </a:solidFill>
                <a:latin typeface="Manrope"/>
                <a:ea typeface="Manrope"/>
                <a:cs typeface="Manrope"/>
              </a:defRPr>
            </a:lvl5pPr>
            <a:lvl6pPr>
              <a:defRPr sz="3900" b="1">
                <a:solidFill>
                  <a:srgbClr val="122630"/>
                </a:solidFill>
                <a:latin typeface="Manrope"/>
                <a:ea typeface="Manrope"/>
                <a:cs typeface="Manrope"/>
              </a:defRPr>
            </a:lvl6pPr>
            <a:lvl7pPr>
              <a:defRPr sz="3900" b="1">
                <a:solidFill>
                  <a:srgbClr val="122630"/>
                </a:solidFill>
                <a:latin typeface="Manrope"/>
                <a:ea typeface="Manrope"/>
                <a:cs typeface="Manrope"/>
              </a:defRPr>
            </a:lvl7pPr>
            <a:lvl8pPr>
              <a:defRPr sz="3900" b="1">
                <a:solidFill>
                  <a:srgbClr val="122630"/>
                </a:solidFill>
                <a:latin typeface="Manrope"/>
                <a:ea typeface="Manrope"/>
                <a:cs typeface="Manrope"/>
              </a:defRPr>
            </a:lvl8pPr>
            <a:lvl9pPr>
              <a:defRPr sz="3900" b="1">
                <a:solidFill>
                  <a:srgbClr val="122630"/>
                </a:solidFill>
                <a:latin typeface="Manrope"/>
                <a:ea typeface="Manrope"/>
                <a:cs typeface="Manrope"/>
              </a:defRPr>
            </a:lvl9pPr>
          </a:lstStyle>
          <a:p>
            <a:pPr>
              <a:defRPr sz="3900" b="1">
                <a:solidFill>
                  <a:srgbClr val="122630"/>
                </a:solidFill>
                <a:latin typeface="Manrope"/>
                <a:ea typeface="Manrope"/>
                <a:cs typeface="Manrope"/>
              </a:defRPr>
            </a:pPr>
            <a:r>
              <a:rPr sz="3900" b="1">
                <a:solidFill>
                  <a:srgbClr val="122630"/>
                </a:solidFill>
                <a:latin typeface="Manrope"/>
                <a:ea typeface="Manrope"/>
                <a:cs typeface="Manrope"/>
              </a:rPr>
              <a:t>Registro y verificación</a:t>
            </a:r>
          </a:p>
        </p:txBody>
      </p:sp>
      <p:sp>
        <p:nvSpPr>
          <p:cNvPr id="4" name="text-135">
            <a:extLst>
              <a:ext uri="{FF2B5EF4-FFF2-40B4-BE49-F238E27FC236}">
                <a16:creationId xmlns:a16="http://schemas.microsoft.com/office/drawing/2014/main" id="{4C0E4DBB-1792-47DC-8A08-CC04D06EBAE3}"/>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61717A"/>
                </a:solidFill>
                <a:latin typeface="Manrope"/>
                <a:ea typeface="Manrope"/>
                <a:cs typeface="Manrope"/>
              </a:defRPr>
            </a:defPPr>
            <a:lvl1pPr>
              <a:defRPr sz="1050" b="0">
                <a:solidFill>
                  <a:srgbClr val="61717A"/>
                </a:solidFill>
                <a:latin typeface="Manrope"/>
                <a:ea typeface="Manrope"/>
                <a:cs typeface="Manrope"/>
              </a:defRPr>
            </a:lvl1pPr>
            <a:lvl2pPr>
              <a:defRPr sz="1050" b="0">
                <a:solidFill>
                  <a:srgbClr val="61717A"/>
                </a:solidFill>
                <a:latin typeface="Manrope"/>
                <a:ea typeface="Manrope"/>
                <a:cs typeface="Manrope"/>
              </a:defRPr>
            </a:lvl2pPr>
            <a:lvl3pPr>
              <a:defRPr sz="1050" b="0">
                <a:solidFill>
                  <a:srgbClr val="61717A"/>
                </a:solidFill>
                <a:latin typeface="Manrope"/>
                <a:ea typeface="Manrope"/>
                <a:cs typeface="Manrope"/>
              </a:defRPr>
            </a:lvl3pPr>
            <a:lvl4pPr>
              <a:defRPr sz="1050" b="0">
                <a:solidFill>
                  <a:srgbClr val="61717A"/>
                </a:solidFill>
                <a:latin typeface="Manrope"/>
                <a:ea typeface="Manrope"/>
                <a:cs typeface="Manrope"/>
              </a:defRPr>
            </a:lvl4pPr>
            <a:lvl5pPr>
              <a:defRPr sz="1050" b="0">
                <a:solidFill>
                  <a:srgbClr val="61717A"/>
                </a:solidFill>
                <a:latin typeface="Manrope"/>
                <a:ea typeface="Manrope"/>
                <a:cs typeface="Manrope"/>
              </a:defRPr>
            </a:lvl5pPr>
            <a:lvl6pPr>
              <a:defRPr sz="1050" b="0">
                <a:solidFill>
                  <a:srgbClr val="61717A"/>
                </a:solidFill>
                <a:latin typeface="Manrope"/>
                <a:ea typeface="Manrope"/>
                <a:cs typeface="Manrope"/>
              </a:defRPr>
            </a:lvl6pPr>
            <a:lvl7pPr>
              <a:defRPr sz="1050" b="0">
                <a:solidFill>
                  <a:srgbClr val="61717A"/>
                </a:solidFill>
                <a:latin typeface="Manrope"/>
                <a:ea typeface="Manrope"/>
                <a:cs typeface="Manrope"/>
              </a:defRPr>
            </a:lvl7pPr>
            <a:lvl8pPr>
              <a:defRPr sz="1050" b="0">
                <a:solidFill>
                  <a:srgbClr val="61717A"/>
                </a:solidFill>
                <a:latin typeface="Manrope"/>
                <a:ea typeface="Manrope"/>
                <a:cs typeface="Manrope"/>
              </a:defRPr>
            </a:lvl8pPr>
            <a:lvl9pPr>
              <a:defRPr sz="1050" b="0">
                <a:solidFill>
                  <a:srgbClr val="61717A"/>
                </a:solidFill>
                <a:latin typeface="Manrope"/>
                <a:ea typeface="Manrope"/>
                <a:cs typeface="Manrope"/>
              </a:defRPr>
            </a:lvl9pPr>
          </a:lstStyle>
          <a:p>
            <a:pPr>
              <a:defRPr sz="1050" b="0">
                <a:solidFill>
                  <a:srgbClr val="61717A"/>
                </a:solidFill>
                <a:latin typeface="Manrope"/>
                <a:ea typeface="Manrope"/>
                <a:cs typeface="Manrope"/>
              </a:defRPr>
            </a:pPr>
            <a:r>
              <a:rPr sz="1050" b="0">
                <a:solidFill>
                  <a:srgbClr val="61717A"/>
                </a:solidFill>
                <a:latin typeface="Manrope"/>
                <a:ea typeface="Manrope"/>
                <a:cs typeface="Manrope"/>
              </a:rPr>
              <a:t>ITI-922  /  GRUPO 6</a:t>
            </a:r>
          </a:p>
        </p:txBody>
      </p:sp>
      <p:sp>
        <p:nvSpPr>
          <p:cNvPr id="5" name="text-136">
            <a:extLst>
              <a:ext uri="{FF2B5EF4-FFF2-40B4-BE49-F238E27FC236}">
                <a16:creationId xmlns:a16="http://schemas.microsoft.com/office/drawing/2014/main" id="{B2898357-9D6B-4066-A442-1BB06115A117}"/>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61717A"/>
                </a:solidFill>
                <a:latin typeface="Manrope"/>
                <a:ea typeface="Manrope"/>
                <a:cs typeface="Manrope"/>
              </a:defRPr>
            </a:defPPr>
            <a:lvl1pPr algn="r">
              <a:defRPr sz="1425" b="0">
                <a:solidFill>
                  <a:srgbClr val="61717A"/>
                </a:solidFill>
                <a:latin typeface="Manrope"/>
                <a:ea typeface="Manrope"/>
                <a:cs typeface="Manrope"/>
              </a:defRPr>
            </a:lvl1pPr>
            <a:lvl2pPr algn="r">
              <a:defRPr sz="1425" b="0">
                <a:solidFill>
                  <a:srgbClr val="61717A"/>
                </a:solidFill>
                <a:latin typeface="Manrope"/>
                <a:ea typeface="Manrope"/>
                <a:cs typeface="Manrope"/>
              </a:defRPr>
            </a:lvl2pPr>
            <a:lvl3pPr algn="r">
              <a:defRPr sz="1425" b="0">
                <a:solidFill>
                  <a:srgbClr val="61717A"/>
                </a:solidFill>
                <a:latin typeface="Manrope"/>
                <a:ea typeface="Manrope"/>
                <a:cs typeface="Manrope"/>
              </a:defRPr>
            </a:lvl3pPr>
            <a:lvl4pPr algn="r">
              <a:defRPr sz="1425" b="0">
                <a:solidFill>
                  <a:srgbClr val="61717A"/>
                </a:solidFill>
                <a:latin typeface="Manrope"/>
                <a:ea typeface="Manrope"/>
                <a:cs typeface="Manrope"/>
              </a:defRPr>
            </a:lvl4pPr>
            <a:lvl5pPr algn="r">
              <a:defRPr sz="1425" b="0">
                <a:solidFill>
                  <a:srgbClr val="61717A"/>
                </a:solidFill>
                <a:latin typeface="Manrope"/>
                <a:ea typeface="Manrope"/>
                <a:cs typeface="Manrope"/>
              </a:defRPr>
            </a:lvl5pPr>
            <a:lvl6pPr algn="r">
              <a:defRPr sz="1425" b="0">
                <a:solidFill>
                  <a:srgbClr val="61717A"/>
                </a:solidFill>
                <a:latin typeface="Manrope"/>
                <a:ea typeface="Manrope"/>
                <a:cs typeface="Manrope"/>
              </a:defRPr>
            </a:lvl6pPr>
            <a:lvl7pPr algn="r">
              <a:defRPr sz="1425" b="0">
                <a:solidFill>
                  <a:srgbClr val="61717A"/>
                </a:solidFill>
                <a:latin typeface="Manrope"/>
                <a:ea typeface="Manrope"/>
                <a:cs typeface="Manrope"/>
              </a:defRPr>
            </a:lvl7pPr>
            <a:lvl8pPr algn="r">
              <a:defRPr sz="1425" b="0">
                <a:solidFill>
                  <a:srgbClr val="61717A"/>
                </a:solidFill>
                <a:latin typeface="Manrope"/>
                <a:ea typeface="Manrope"/>
                <a:cs typeface="Manrope"/>
              </a:defRPr>
            </a:lvl8pPr>
            <a:lvl9pPr algn="r">
              <a:defRPr sz="1425" b="0">
                <a:solidFill>
                  <a:srgbClr val="61717A"/>
                </a:solidFill>
                <a:latin typeface="Manrope"/>
                <a:ea typeface="Manrope"/>
                <a:cs typeface="Manrope"/>
              </a:defRPr>
            </a:lvl9pPr>
          </a:lstStyle>
          <a:p>
            <a:pPr algn="r">
              <a:defRPr sz="1425" b="0">
                <a:solidFill>
                  <a:srgbClr val="61717A"/>
                </a:solidFill>
                <a:latin typeface="Manrope"/>
                <a:ea typeface="Manrope"/>
                <a:cs typeface="Manrope"/>
              </a:defRPr>
            </a:pPr>
            <a:r>
              <a:rPr sz="1425" b="0">
                <a:solidFill>
                  <a:srgbClr val="61717A"/>
                </a:solidFill>
                <a:latin typeface="Manrope"/>
                <a:ea typeface="Manrope"/>
                <a:cs typeface="Manrope"/>
              </a:rPr>
              <a:t>11</a:t>
            </a:r>
          </a:p>
        </p:txBody>
      </p:sp>
      <p:sp>
        <p:nvSpPr>
          <p:cNvPr id="6" name="text-137">
            <a:extLst>
              <a:ext uri="{FF2B5EF4-FFF2-40B4-BE49-F238E27FC236}">
                <a16:creationId xmlns:a16="http://schemas.microsoft.com/office/drawing/2014/main" id="{3049C85F-B9A7-422B-BB36-4F19C4359C96}"/>
              </a:ext>
            </a:extLst>
          </p:cNvPr>
          <p:cNvSpPr>
            <a:spLocks noGrp="1"/>
          </p:cNvSpPr>
          <p:nvPr/>
        </p:nvSpPr>
        <p:spPr>
          <a:xfrm>
            <a:off x="609600" y="1981200"/>
            <a:ext cx="4000500" cy="1924050"/>
          </a:xfrm>
          <a:prstGeom prst="rect">
            <a:avLst/>
          </a:prstGeom>
          <a:noFill/>
          <a:ln w="0">
            <a:noFill/>
            <a:prstDash val="solid"/>
          </a:ln>
        </p:spPr>
        <p:txBody>
          <a:bodyPr wrap="square" lIns="0" tIns="0" rIns="0" bIns="0" anchor="t">
            <a:noAutofit/>
          </a:bodyPr>
          <a:lstStyle>
            <a:defPPr>
              <a:defRPr sz="12525" b="1">
                <a:solidFill>
                  <a:srgbClr val="122630"/>
                </a:solidFill>
                <a:latin typeface="Manrope"/>
                <a:ea typeface="Manrope"/>
                <a:cs typeface="Manrope"/>
              </a:defRPr>
            </a:defPPr>
            <a:lvl1pPr>
              <a:defRPr sz="12525" b="1">
                <a:solidFill>
                  <a:srgbClr val="122630"/>
                </a:solidFill>
                <a:latin typeface="Manrope"/>
                <a:ea typeface="Manrope"/>
                <a:cs typeface="Manrope"/>
              </a:defRPr>
            </a:lvl1pPr>
            <a:lvl2pPr>
              <a:defRPr sz="12525" b="1">
                <a:solidFill>
                  <a:srgbClr val="122630"/>
                </a:solidFill>
                <a:latin typeface="Manrope"/>
                <a:ea typeface="Manrope"/>
                <a:cs typeface="Manrope"/>
              </a:defRPr>
            </a:lvl2pPr>
            <a:lvl3pPr>
              <a:defRPr sz="12525" b="1">
                <a:solidFill>
                  <a:srgbClr val="122630"/>
                </a:solidFill>
                <a:latin typeface="Manrope"/>
                <a:ea typeface="Manrope"/>
                <a:cs typeface="Manrope"/>
              </a:defRPr>
            </a:lvl3pPr>
            <a:lvl4pPr>
              <a:defRPr sz="12525" b="1">
                <a:solidFill>
                  <a:srgbClr val="122630"/>
                </a:solidFill>
                <a:latin typeface="Manrope"/>
                <a:ea typeface="Manrope"/>
                <a:cs typeface="Manrope"/>
              </a:defRPr>
            </a:lvl4pPr>
            <a:lvl5pPr>
              <a:defRPr sz="12525" b="1">
                <a:solidFill>
                  <a:srgbClr val="122630"/>
                </a:solidFill>
                <a:latin typeface="Manrope"/>
                <a:ea typeface="Manrope"/>
                <a:cs typeface="Manrope"/>
              </a:defRPr>
            </a:lvl5pPr>
            <a:lvl6pPr>
              <a:defRPr sz="12525" b="1">
                <a:solidFill>
                  <a:srgbClr val="122630"/>
                </a:solidFill>
                <a:latin typeface="Manrope"/>
                <a:ea typeface="Manrope"/>
                <a:cs typeface="Manrope"/>
              </a:defRPr>
            </a:lvl6pPr>
            <a:lvl7pPr>
              <a:defRPr sz="12525" b="1">
                <a:solidFill>
                  <a:srgbClr val="122630"/>
                </a:solidFill>
                <a:latin typeface="Manrope"/>
                <a:ea typeface="Manrope"/>
                <a:cs typeface="Manrope"/>
              </a:defRPr>
            </a:lvl7pPr>
            <a:lvl8pPr>
              <a:defRPr sz="12525" b="1">
                <a:solidFill>
                  <a:srgbClr val="122630"/>
                </a:solidFill>
                <a:latin typeface="Manrope"/>
                <a:ea typeface="Manrope"/>
                <a:cs typeface="Manrope"/>
              </a:defRPr>
            </a:lvl8pPr>
            <a:lvl9pPr>
              <a:defRPr sz="12525" b="1">
                <a:solidFill>
                  <a:srgbClr val="122630"/>
                </a:solidFill>
                <a:latin typeface="Manrope"/>
                <a:ea typeface="Manrope"/>
                <a:cs typeface="Manrope"/>
              </a:defRPr>
            </a:lvl9pPr>
          </a:lstStyle>
          <a:p>
            <a:pPr>
              <a:defRPr sz="12525" b="1">
                <a:solidFill>
                  <a:srgbClr val="122630"/>
                </a:solidFill>
                <a:latin typeface="Manrope"/>
                <a:ea typeface="Manrope"/>
                <a:cs typeface="Manrope"/>
              </a:defRPr>
            </a:pPr>
            <a:r>
              <a:rPr sz="12525" b="1">
                <a:solidFill>
                  <a:srgbClr val="122630"/>
                </a:solidFill>
                <a:latin typeface="Manrope"/>
                <a:ea typeface="Manrope"/>
                <a:cs typeface="Manrope"/>
              </a:rPr>
              <a:t>9</a:t>
            </a:r>
          </a:p>
        </p:txBody>
      </p:sp>
      <p:sp>
        <p:nvSpPr>
          <p:cNvPr id="7" name="text-138">
            <a:extLst>
              <a:ext uri="{FF2B5EF4-FFF2-40B4-BE49-F238E27FC236}">
                <a16:creationId xmlns:a16="http://schemas.microsoft.com/office/drawing/2014/main" id="{0A02724D-1883-4DC5-BB6D-F11A2A0F0339}"/>
              </a:ext>
            </a:extLst>
          </p:cNvPr>
          <p:cNvSpPr>
            <a:spLocks noGrp="1"/>
          </p:cNvSpPr>
          <p:nvPr/>
        </p:nvSpPr>
        <p:spPr>
          <a:xfrm>
            <a:off x="657225" y="4114800"/>
            <a:ext cx="4000500" cy="523875"/>
          </a:xfrm>
          <a:prstGeom prst="rect">
            <a:avLst/>
          </a:prstGeom>
          <a:noFill/>
          <a:ln w="0">
            <a:noFill/>
            <a:prstDash val="solid"/>
          </a:ln>
        </p:spPr>
        <p:txBody>
          <a:bodyPr wrap="square" lIns="0" tIns="0" rIns="0" bIns="0" anchor="t">
            <a:noAutofit/>
          </a:bodyPr>
          <a:lstStyle>
            <a:defPPr>
              <a:defRPr sz="2475" b="1">
                <a:solidFill>
                  <a:srgbClr val="287F83"/>
                </a:solidFill>
                <a:latin typeface="Manrope"/>
                <a:ea typeface="Manrope"/>
                <a:cs typeface="Manrope"/>
              </a:defRPr>
            </a:defPPr>
            <a:lvl1pPr>
              <a:defRPr sz="2475" b="1">
                <a:solidFill>
                  <a:srgbClr val="287F83"/>
                </a:solidFill>
                <a:latin typeface="Manrope"/>
                <a:ea typeface="Manrope"/>
                <a:cs typeface="Manrope"/>
              </a:defRPr>
            </a:lvl1pPr>
            <a:lvl2pPr>
              <a:defRPr sz="2475" b="1">
                <a:solidFill>
                  <a:srgbClr val="287F83"/>
                </a:solidFill>
                <a:latin typeface="Manrope"/>
                <a:ea typeface="Manrope"/>
                <a:cs typeface="Manrope"/>
              </a:defRPr>
            </a:lvl2pPr>
            <a:lvl3pPr>
              <a:defRPr sz="2475" b="1">
                <a:solidFill>
                  <a:srgbClr val="287F83"/>
                </a:solidFill>
                <a:latin typeface="Manrope"/>
                <a:ea typeface="Manrope"/>
                <a:cs typeface="Manrope"/>
              </a:defRPr>
            </a:lvl3pPr>
            <a:lvl4pPr>
              <a:defRPr sz="2475" b="1">
                <a:solidFill>
                  <a:srgbClr val="287F83"/>
                </a:solidFill>
                <a:latin typeface="Manrope"/>
                <a:ea typeface="Manrope"/>
                <a:cs typeface="Manrope"/>
              </a:defRPr>
            </a:lvl4pPr>
            <a:lvl5pPr>
              <a:defRPr sz="2475" b="1">
                <a:solidFill>
                  <a:srgbClr val="287F83"/>
                </a:solidFill>
                <a:latin typeface="Manrope"/>
                <a:ea typeface="Manrope"/>
                <a:cs typeface="Manrope"/>
              </a:defRPr>
            </a:lvl5pPr>
            <a:lvl6pPr>
              <a:defRPr sz="2475" b="1">
                <a:solidFill>
                  <a:srgbClr val="287F83"/>
                </a:solidFill>
                <a:latin typeface="Manrope"/>
                <a:ea typeface="Manrope"/>
                <a:cs typeface="Manrope"/>
              </a:defRPr>
            </a:lvl6pPr>
            <a:lvl7pPr>
              <a:defRPr sz="2475" b="1">
                <a:solidFill>
                  <a:srgbClr val="287F83"/>
                </a:solidFill>
                <a:latin typeface="Manrope"/>
                <a:ea typeface="Manrope"/>
                <a:cs typeface="Manrope"/>
              </a:defRPr>
            </a:lvl7pPr>
            <a:lvl8pPr>
              <a:defRPr sz="2475" b="1">
                <a:solidFill>
                  <a:srgbClr val="287F83"/>
                </a:solidFill>
                <a:latin typeface="Manrope"/>
                <a:ea typeface="Manrope"/>
                <a:cs typeface="Manrope"/>
              </a:defRPr>
            </a:lvl8pPr>
            <a:lvl9pPr>
              <a:defRPr sz="2475" b="1">
                <a:solidFill>
                  <a:srgbClr val="287F83"/>
                </a:solidFill>
                <a:latin typeface="Manrope"/>
                <a:ea typeface="Manrope"/>
                <a:cs typeface="Manrope"/>
              </a:defRPr>
            </a:lvl9pPr>
          </a:lstStyle>
          <a:p>
            <a:pPr>
              <a:defRPr sz="2475" b="1">
                <a:solidFill>
                  <a:srgbClr val="287F83"/>
                </a:solidFill>
                <a:latin typeface="Manrope"/>
                <a:ea typeface="Manrope"/>
                <a:cs typeface="Manrope"/>
              </a:defRPr>
            </a:pPr>
            <a:r>
              <a:rPr sz="2475" b="1">
                <a:solidFill>
                  <a:srgbClr val="287F83"/>
                </a:solidFill>
                <a:latin typeface="Manrope"/>
                <a:ea typeface="Manrope"/>
                <a:cs typeface="Manrope"/>
              </a:rPr>
              <a:t>usuarios de prueba</a:t>
            </a:r>
          </a:p>
        </p:txBody>
      </p:sp>
      <p:sp>
        <p:nvSpPr>
          <p:cNvPr id="8" name="text-139">
            <a:extLst>
              <a:ext uri="{FF2B5EF4-FFF2-40B4-BE49-F238E27FC236}">
                <a16:creationId xmlns:a16="http://schemas.microsoft.com/office/drawing/2014/main" id="{262884B6-6186-4ECD-AFCD-5C3F24ADE4C4}"/>
              </a:ext>
            </a:extLst>
          </p:cNvPr>
          <p:cNvSpPr>
            <a:spLocks noGrp="1"/>
          </p:cNvSpPr>
          <p:nvPr/>
        </p:nvSpPr>
        <p:spPr>
          <a:xfrm>
            <a:off x="657225" y="4962525"/>
            <a:ext cx="4000500" cy="866775"/>
          </a:xfrm>
          <a:prstGeom prst="rect">
            <a:avLst/>
          </a:prstGeom>
          <a:noFill/>
          <a:ln w="0">
            <a:noFill/>
            <a:prstDash val="solid"/>
          </a:ln>
        </p:spPr>
        <p:txBody>
          <a:bodyPr wrap="square" lIns="0" tIns="0" rIns="0" bIns="0" anchor="t">
            <a:noAutofit/>
          </a:bodyPr>
          <a:lstStyle>
            <a:defPPr>
              <a:defRPr sz="2025" b="0">
                <a:solidFill>
                  <a:srgbClr val="61717A"/>
                </a:solidFill>
                <a:latin typeface="Manrope"/>
                <a:ea typeface="Manrope"/>
                <a:cs typeface="Manrope"/>
              </a:defRPr>
            </a:defPPr>
            <a:lvl1pPr>
              <a:defRPr sz="2025" b="0">
                <a:solidFill>
                  <a:srgbClr val="61717A"/>
                </a:solidFill>
                <a:latin typeface="Manrope"/>
                <a:ea typeface="Manrope"/>
                <a:cs typeface="Manrope"/>
              </a:defRPr>
            </a:lvl1pPr>
            <a:lvl2pPr>
              <a:defRPr sz="2025" b="0">
                <a:solidFill>
                  <a:srgbClr val="61717A"/>
                </a:solidFill>
                <a:latin typeface="Manrope"/>
                <a:ea typeface="Manrope"/>
                <a:cs typeface="Manrope"/>
              </a:defRPr>
            </a:lvl2pPr>
            <a:lvl3pPr>
              <a:defRPr sz="2025" b="0">
                <a:solidFill>
                  <a:srgbClr val="61717A"/>
                </a:solidFill>
                <a:latin typeface="Manrope"/>
                <a:ea typeface="Manrope"/>
                <a:cs typeface="Manrope"/>
              </a:defRPr>
            </a:lvl3pPr>
            <a:lvl4pPr>
              <a:defRPr sz="2025" b="0">
                <a:solidFill>
                  <a:srgbClr val="61717A"/>
                </a:solidFill>
                <a:latin typeface="Manrope"/>
                <a:ea typeface="Manrope"/>
                <a:cs typeface="Manrope"/>
              </a:defRPr>
            </a:lvl4pPr>
            <a:lvl5pPr>
              <a:defRPr sz="2025" b="0">
                <a:solidFill>
                  <a:srgbClr val="61717A"/>
                </a:solidFill>
                <a:latin typeface="Manrope"/>
                <a:ea typeface="Manrope"/>
                <a:cs typeface="Manrope"/>
              </a:defRPr>
            </a:lvl5pPr>
            <a:lvl6pPr>
              <a:defRPr sz="2025" b="0">
                <a:solidFill>
                  <a:srgbClr val="61717A"/>
                </a:solidFill>
                <a:latin typeface="Manrope"/>
                <a:ea typeface="Manrope"/>
                <a:cs typeface="Manrope"/>
              </a:defRPr>
            </a:lvl6pPr>
            <a:lvl7pPr>
              <a:defRPr sz="2025" b="0">
                <a:solidFill>
                  <a:srgbClr val="61717A"/>
                </a:solidFill>
                <a:latin typeface="Manrope"/>
                <a:ea typeface="Manrope"/>
                <a:cs typeface="Manrope"/>
              </a:defRPr>
            </a:lvl7pPr>
            <a:lvl8pPr>
              <a:defRPr sz="2025" b="0">
                <a:solidFill>
                  <a:srgbClr val="61717A"/>
                </a:solidFill>
                <a:latin typeface="Manrope"/>
                <a:ea typeface="Manrope"/>
                <a:cs typeface="Manrope"/>
              </a:defRPr>
            </a:lvl8pPr>
            <a:lvl9pPr>
              <a:defRPr sz="2025" b="0">
                <a:solidFill>
                  <a:srgbClr val="61717A"/>
                </a:solidFill>
                <a:latin typeface="Manrope"/>
                <a:ea typeface="Manrope"/>
                <a:cs typeface="Manrope"/>
              </a:defRPr>
            </a:lvl9pPr>
          </a:lstStyle>
          <a:p>
            <a:pPr>
              <a:defRPr sz="2025" b="0">
                <a:solidFill>
                  <a:srgbClr val="61717A"/>
                </a:solidFill>
                <a:latin typeface="Manrope"/>
                <a:ea typeface="Manrope"/>
                <a:cs typeface="Manrope"/>
              </a:defRPr>
            </a:pPr>
            <a:r>
              <a:rPr sz="2025" b="0">
                <a:solidFill>
                  <a:srgbClr val="61717A"/>
                </a:solidFill>
                <a:latin typeface="Manrope"/>
                <a:ea typeface="Manrope"/>
                <a:cs typeface="Manrope"/>
              </a:rPr>
              <a:t>Contraseñas inventadas,</a:t>
            </a:r>
          </a:p>
          <a:p>
            <a:pPr>
              <a:defRPr sz="2025" b="0">
                <a:solidFill>
                  <a:srgbClr val="61717A"/>
                </a:solidFill>
                <a:latin typeface="Manrope"/>
                <a:ea typeface="Manrope"/>
                <a:cs typeface="Manrope"/>
              </a:defRPr>
            </a:pPr>
            <a:r>
              <a:rPr sz="2025" b="0">
                <a:solidFill>
                  <a:srgbClr val="61717A"/>
                </a:solidFill>
                <a:latin typeface="Manrope"/>
                <a:ea typeface="Manrope"/>
                <a:cs typeface="Manrope"/>
              </a:rPr>
              <a:t>con distinta dificultad.</a:t>
            </a:r>
          </a:p>
        </p:txBody>
      </p:sp>
      <p:sp>
        <p:nvSpPr>
          <p:cNvPr id="9" name="text-140">
            <a:extLst>
              <a:ext uri="{FF2B5EF4-FFF2-40B4-BE49-F238E27FC236}">
                <a16:creationId xmlns:a16="http://schemas.microsoft.com/office/drawing/2014/main" id="{0C0C6379-8533-46E1-8986-7B8CAABE99B6}"/>
              </a:ext>
            </a:extLst>
          </p:cNvPr>
          <p:cNvSpPr>
            <a:spLocks noGrp="1"/>
          </p:cNvSpPr>
          <p:nvPr/>
        </p:nvSpPr>
        <p:spPr>
          <a:xfrm>
            <a:off x="5791200" y="2152650"/>
            <a:ext cx="95250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01</a:t>
            </a:r>
          </a:p>
        </p:txBody>
      </p:sp>
      <p:sp>
        <p:nvSpPr>
          <p:cNvPr id="10" name="text-141">
            <a:extLst>
              <a:ext uri="{FF2B5EF4-FFF2-40B4-BE49-F238E27FC236}">
                <a16:creationId xmlns:a16="http://schemas.microsoft.com/office/drawing/2014/main" id="{93872A89-7B35-4F3A-BF2B-8406299F5616}"/>
              </a:ext>
            </a:extLst>
          </p:cNvPr>
          <p:cNvSpPr>
            <a:spLocks noGrp="1"/>
          </p:cNvSpPr>
          <p:nvPr/>
        </p:nvSpPr>
        <p:spPr>
          <a:xfrm>
            <a:off x="6686550" y="2095500"/>
            <a:ext cx="4895850" cy="523875"/>
          </a:xfrm>
          <a:prstGeom prst="rect">
            <a:avLst/>
          </a:prstGeom>
          <a:noFill/>
          <a:ln w="0">
            <a:noFill/>
            <a:prstDash val="solid"/>
          </a:ln>
        </p:spPr>
        <p:txBody>
          <a:bodyPr wrap="square" lIns="0" tIns="0" rIns="0" bIns="0" anchor="t">
            <a:noAutofit/>
          </a:bodyPr>
          <a:lstStyle>
            <a:defPPr>
              <a:defRPr sz="2325" b="1">
                <a:solidFill>
                  <a:srgbClr val="122630"/>
                </a:solidFill>
                <a:latin typeface="Manrope"/>
                <a:ea typeface="Manrope"/>
                <a:cs typeface="Manrope"/>
              </a:defRPr>
            </a:defPPr>
            <a:lvl1pPr>
              <a:defRPr sz="2325" b="1">
                <a:solidFill>
                  <a:srgbClr val="122630"/>
                </a:solidFill>
                <a:latin typeface="Manrope"/>
                <a:ea typeface="Manrope"/>
                <a:cs typeface="Manrope"/>
              </a:defRPr>
            </a:lvl1pPr>
            <a:lvl2pPr>
              <a:defRPr sz="2325" b="1">
                <a:solidFill>
                  <a:srgbClr val="122630"/>
                </a:solidFill>
                <a:latin typeface="Manrope"/>
                <a:ea typeface="Manrope"/>
                <a:cs typeface="Manrope"/>
              </a:defRPr>
            </a:lvl2pPr>
            <a:lvl3pPr>
              <a:defRPr sz="2325" b="1">
                <a:solidFill>
                  <a:srgbClr val="122630"/>
                </a:solidFill>
                <a:latin typeface="Manrope"/>
                <a:ea typeface="Manrope"/>
                <a:cs typeface="Manrope"/>
              </a:defRPr>
            </a:lvl3pPr>
            <a:lvl4pPr>
              <a:defRPr sz="2325" b="1">
                <a:solidFill>
                  <a:srgbClr val="122630"/>
                </a:solidFill>
                <a:latin typeface="Manrope"/>
                <a:ea typeface="Manrope"/>
                <a:cs typeface="Manrope"/>
              </a:defRPr>
            </a:lvl4pPr>
            <a:lvl5pPr>
              <a:defRPr sz="2325" b="1">
                <a:solidFill>
                  <a:srgbClr val="122630"/>
                </a:solidFill>
                <a:latin typeface="Manrope"/>
                <a:ea typeface="Manrope"/>
                <a:cs typeface="Manrope"/>
              </a:defRPr>
            </a:lvl5pPr>
            <a:lvl6pPr>
              <a:defRPr sz="2325" b="1">
                <a:solidFill>
                  <a:srgbClr val="122630"/>
                </a:solidFill>
                <a:latin typeface="Manrope"/>
                <a:ea typeface="Manrope"/>
                <a:cs typeface="Manrope"/>
              </a:defRPr>
            </a:lvl6pPr>
            <a:lvl7pPr>
              <a:defRPr sz="2325" b="1">
                <a:solidFill>
                  <a:srgbClr val="122630"/>
                </a:solidFill>
                <a:latin typeface="Manrope"/>
                <a:ea typeface="Manrope"/>
                <a:cs typeface="Manrope"/>
              </a:defRPr>
            </a:lvl7pPr>
            <a:lvl8pPr>
              <a:defRPr sz="2325" b="1">
                <a:solidFill>
                  <a:srgbClr val="122630"/>
                </a:solidFill>
                <a:latin typeface="Manrope"/>
                <a:ea typeface="Manrope"/>
                <a:cs typeface="Manrope"/>
              </a:defRPr>
            </a:lvl8pPr>
            <a:lvl9pPr>
              <a:defRPr sz="2325" b="1">
                <a:solidFill>
                  <a:srgbClr val="122630"/>
                </a:solidFill>
                <a:latin typeface="Manrope"/>
                <a:ea typeface="Manrope"/>
                <a:cs typeface="Manrope"/>
              </a:defRPr>
            </a:lvl9pPr>
          </a:lstStyle>
          <a:p>
            <a:pPr>
              <a:defRPr sz="2325" b="1">
                <a:solidFill>
                  <a:srgbClr val="122630"/>
                </a:solidFill>
                <a:latin typeface="Manrope"/>
                <a:ea typeface="Manrope"/>
                <a:cs typeface="Manrope"/>
              </a:defRPr>
            </a:pPr>
            <a:r>
              <a:rPr sz="2325" b="1">
                <a:solidFill>
                  <a:srgbClr val="122630"/>
                </a:solidFill>
                <a:latin typeface="Manrope"/>
                <a:ea typeface="Manrope"/>
                <a:cs typeface="Manrope"/>
              </a:rPr>
              <a:t>Registrar y consultar</a:t>
            </a:r>
          </a:p>
        </p:txBody>
      </p:sp>
      <p:sp>
        <p:nvSpPr>
          <p:cNvPr id="11" name="text-142">
            <a:extLst>
              <a:ext uri="{FF2B5EF4-FFF2-40B4-BE49-F238E27FC236}">
                <a16:creationId xmlns:a16="http://schemas.microsoft.com/office/drawing/2014/main" id="{E0789991-4BEA-410C-B012-A895584F592A}"/>
              </a:ext>
            </a:extLst>
          </p:cNvPr>
          <p:cNvSpPr>
            <a:spLocks noGrp="1"/>
          </p:cNvSpPr>
          <p:nvPr/>
        </p:nvSpPr>
        <p:spPr>
          <a:xfrm>
            <a:off x="6686550" y="2600325"/>
            <a:ext cx="4895850" cy="523875"/>
          </a:xfrm>
          <a:prstGeom prst="rect">
            <a:avLst/>
          </a:prstGeom>
          <a:noFill/>
          <a:ln w="0">
            <a:noFill/>
            <a:prstDash val="solid"/>
          </a:ln>
        </p:spPr>
        <p:txBody>
          <a:bodyPr wrap="square" lIns="0" tIns="0" rIns="0" bIns="0" anchor="t">
            <a:noAutofit/>
          </a:bodyPr>
          <a:lstStyle>
            <a:defPPr>
              <a:defRPr sz="1875" b="0">
                <a:solidFill>
                  <a:srgbClr val="61717A"/>
                </a:solidFill>
                <a:latin typeface="Manrope"/>
                <a:ea typeface="Manrope"/>
                <a:cs typeface="Manrope"/>
              </a:defRPr>
            </a:defPPr>
            <a:lvl1pPr>
              <a:defRPr sz="1875" b="0">
                <a:solidFill>
                  <a:srgbClr val="61717A"/>
                </a:solidFill>
                <a:latin typeface="Manrope"/>
                <a:ea typeface="Manrope"/>
                <a:cs typeface="Manrope"/>
              </a:defRPr>
            </a:lvl1pPr>
            <a:lvl2pPr>
              <a:defRPr sz="1875" b="0">
                <a:solidFill>
                  <a:srgbClr val="61717A"/>
                </a:solidFill>
                <a:latin typeface="Manrope"/>
                <a:ea typeface="Manrope"/>
                <a:cs typeface="Manrope"/>
              </a:defRPr>
            </a:lvl2pPr>
            <a:lvl3pPr>
              <a:defRPr sz="1875" b="0">
                <a:solidFill>
                  <a:srgbClr val="61717A"/>
                </a:solidFill>
                <a:latin typeface="Manrope"/>
                <a:ea typeface="Manrope"/>
                <a:cs typeface="Manrope"/>
              </a:defRPr>
            </a:lvl3pPr>
            <a:lvl4pPr>
              <a:defRPr sz="1875" b="0">
                <a:solidFill>
                  <a:srgbClr val="61717A"/>
                </a:solidFill>
                <a:latin typeface="Manrope"/>
                <a:ea typeface="Manrope"/>
                <a:cs typeface="Manrope"/>
              </a:defRPr>
            </a:lvl4pPr>
            <a:lvl5pPr>
              <a:defRPr sz="1875" b="0">
                <a:solidFill>
                  <a:srgbClr val="61717A"/>
                </a:solidFill>
                <a:latin typeface="Manrope"/>
                <a:ea typeface="Manrope"/>
                <a:cs typeface="Manrope"/>
              </a:defRPr>
            </a:lvl5pPr>
            <a:lvl6pPr>
              <a:defRPr sz="1875" b="0">
                <a:solidFill>
                  <a:srgbClr val="61717A"/>
                </a:solidFill>
                <a:latin typeface="Manrope"/>
                <a:ea typeface="Manrope"/>
                <a:cs typeface="Manrope"/>
              </a:defRPr>
            </a:lvl6pPr>
            <a:lvl7pPr>
              <a:defRPr sz="1875" b="0">
                <a:solidFill>
                  <a:srgbClr val="61717A"/>
                </a:solidFill>
                <a:latin typeface="Manrope"/>
                <a:ea typeface="Manrope"/>
                <a:cs typeface="Manrope"/>
              </a:defRPr>
            </a:lvl7pPr>
            <a:lvl8pPr>
              <a:defRPr sz="1875" b="0">
                <a:solidFill>
                  <a:srgbClr val="61717A"/>
                </a:solidFill>
                <a:latin typeface="Manrope"/>
                <a:ea typeface="Manrope"/>
                <a:cs typeface="Manrope"/>
              </a:defRPr>
            </a:lvl8pPr>
            <a:lvl9pPr>
              <a:defRPr sz="1875" b="0">
                <a:solidFill>
                  <a:srgbClr val="61717A"/>
                </a:solidFill>
                <a:latin typeface="Manrope"/>
                <a:ea typeface="Manrope"/>
                <a:cs typeface="Manrope"/>
              </a:defRPr>
            </a:lvl9pPr>
          </a:lstStyle>
          <a:p>
            <a:pPr>
              <a:defRPr sz="1875" b="0">
                <a:solidFill>
                  <a:srgbClr val="61717A"/>
                </a:solidFill>
                <a:latin typeface="Manrope"/>
                <a:ea typeface="Manrope"/>
                <a:cs typeface="Manrope"/>
              </a:defRPr>
            </a:pPr>
            <a:r>
              <a:rPr sz="1875" b="0">
                <a:solidFill>
                  <a:srgbClr val="61717A"/>
                </a:solidFill>
                <a:latin typeface="Manrope"/>
                <a:ea typeface="Manrope"/>
                <a:cs typeface="Manrope"/>
              </a:rPr>
              <a:t>Usuario y cuatro hashes.</a:t>
            </a:r>
          </a:p>
        </p:txBody>
      </p:sp>
      <p:sp>
        <p:nvSpPr>
          <p:cNvPr id="12" name="text-143">
            <a:extLst>
              <a:ext uri="{FF2B5EF4-FFF2-40B4-BE49-F238E27FC236}">
                <a16:creationId xmlns:a16="http://schemas.microsoft.com/office/drawing/2014/main" id="{E18AFFC5-1E22-48E8-9B90-00383D917CEA}"/>
              </a:ext>
            </a:extLst>
          </p:cNvPr>
          <p:cNvSpPr>
            <a:spLocks noGrp="1"/>
          </p:cNvSpPr>
          <p:nvPr/>
        </p:nvSpPr>
        <p:spPr>
          <a:xfrm>
            <a:off x="5791200" y="3228975"/>
            <a:ext cx="95250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02</a:t>
            </a:r>
          </a:p>
        </p:txBody>
      </p:sp>
      <p:sp>
        <p:nvSpPr>
          <p:cNvPr id="13" name="text-144">
            <a:extLst>
              <a:ext uri="{FF2B5EF4-FFF2-40B4-BE49-F238E27FC236}">
                <a16:creationId xmlns:a16="http://schemas.microsoft.com/office/drawing/2014/main" id="{E10353FC-1567-4467-AF67-0492B11E2CBD}"/>
              </a:ext>
            </a:extLst>
          </p:cNvPr>
          <p:cNvSpPr>
            <a:spLocks noGrp="1"/>
          </p:cNvSpPr>
          <p:nvPr/>
        </p:nvSpPr>
        <p:spPr>
          <a:xfrm>
            <a:off x="6686550" y="3171825"/>
            <a:ext cx="4895850" cy="523875"/>
          </a:xfrm>
          <a:prstGeom prst="rect">
            <a:avLst/>
          </a:prstGeom>
          <a:noFill/>
          <a:ln w="0">
            <a:noFill/>
            <a:prstDash val="solid"/>
          </a:ln>
        </p:spPr>
        <p:txBody>
          <a:bodyPr wrap="square" lIns="0" tIns="0" rIns="0" bIns="0" anchor="t">
            <a:noAutofit/>
          </a:bodyPr>
          <a:lstStyle>
            <a:defPPr>
              <a:defRPr sz="2325" b="1">
                <a:solidFill>
                  <a:srgbClr val="122630"/>
                </a:solidFill>
                <a:latin typeface="Manrope"/>
                <a:ea typeface="Manrope"/>
                <a:cs typeface="Manrope"/>
              </a:defRPr>
            </a:defPPr>
            <a:lvl1pPr>
              <a:defRPr sz="2325" b="1">
                <a:solidFill>
                  <a:srgbClr val="122630"/>
                </a:solidFill>
                <a:latin typeface="Manrope"/>
                <a:ea typeface="Manrope"/>
                <a:cs typeface="Manrope"/>
              </a:defRPr>
            </a:lvl1pPr>
            <a:lvl2pPr>
              <a:defRPr sz="2325" b="1">
                <a:solidFill>
                  <a:srgbClr val="122630"/>
                </a:solidFill>
                <a:latin typeface="Manrope"/>
                <a:ea typeface="Manrope"/>
                <a:cs typeface="Manrope"/>
              </a:defRPr>
            </a:lvl2pPr>
            <a:lvl3pPr>
              <a:defRPr sz="2325" b="1">
                <a:solidFill>
                  <a:srgbClr val="122630"/>
                </a:solidFill>
                <a:latin typeface="Manrope"/>
                <a:ea typeface="Manrope"/>
                <a:cs typeface="Manrope"/>
              </a:defRPr>
            </a:lvl3pPr>
            <a:lvl4pPr>
              <a:defRPr sz="2325" b="1">
                <a:solidFill>
                  <a:srgbClr val="122630"/>
                </a:solidFill>
                <a:latin typeface="Manrope"/>
                <a:ea typeface="Manrope"/>
                <a:cs typeface="Manrope"/>
              </a:defRPr>
            </a:lvl4pPr>
            <a:lvl5pPr>
              <a:defRPr sz="2325" b="1">
                <a:solidFill>
                  <a:srgbClr val="122630"/>
                </a:solidFill>
                <a:latin typeface="Manrope"/>
                <a:ea typeface="Manrope"/>
                <a:cs typeface="Manrope"/>
              </a:defRPr>
            </a:lvl5pPr>
            <a:lvl6pPr>
              <a:defRPr sz="2325" b="1">
                <a:solidFill>
                  <a:srgbClr val="122630"/>
                </a:solidFill>
                <a:latin typeface="Manrope"/>
                <a:ea typeface="Manrope"/>
                <a:cs typeface="Manrope"/>
              </a:defRPr>
            </a:lvl6pPr>
            <a:lvl7pPr>
              <a:defRPr sz="2325" b="1">
                <a:solidFill>
                  <a:srgbClr val="122630"/>
                </a:solidFill>
                <a:latin typeface="Manrope"/>
                <a:ea typeface="Manrope"/>
                <a:cs typeface="Manrope"/>
              </a:defRPr>
            </a:lvl7pPr>
            <a:lvl8pPr>
              <a:defRPr sz="2325" b="1">
                <a:solidFill>
                  <a:srgbClr val="122630"/>
                </a:solidFill>
                <a:latin typeface="Manrope"/>
                <a:ea typeface="Manrope"/>
                <a:cs typeface="Manrope"/>
              </a:defRPr>
            </a:lvl8pPr>
            <a:lvl9pPr>
              <a:defRPr sz="2325" b="1">
                <a:solidFill>
                  <a:srgbClr val="122630"/>
                </a:solidFill>
                <a:latin typeface="Manrope"/>
                <a:ea typeface="Manrope"/>
                <a:cs typeface="Manrope"/>
              </a:defRPr>
            </a:lvl9pPr>
          </a:lstStyle>
          <a:p>
            <a:pPr>
              <a:defRPr sz="2325" b="1">
                <a:solidFill>
                  <a:srgbClr val="122630"/>
                </a:solidFill>
                <a:latin typeface="Manrope"/>
                <a:ea typeface="Manrope"/>
                <a:cs typeface="Manrope"/>
              </a:defRPr>
            </a:pPr>
            <a:r>
              <a:rPr sz="2325" b="1">
                <a:solidFill>
                  <a:srgbClr val="122630"/>
                </a:solidFill>
                <a:latin typeface="Manrope"/>
                <a:ea typeface="Manrope"/>
                <a:cs typeface="Manrope"/>
              </a:rPr>
              <a:t>Comprobar el acceso</a:t>
            </a:r>
          </a:p>
        </p:txBody>
      </p:sp>
      <p:sp>
        <p:nvSpPr>
          <p:cNvPr id="14" name="text-145">
            <a:extLst>
              <a:ext uri="{FF2B5EF4-FFF2-40B4-BE49-F238E27FC236}">
                <a16:creationId xmlns:a16="http://schemas.microsoft.com/office/drawing/2014/main" id="{9BB15400-6232-4497-A257-A23E2D27304B}"/>
              </a:ext>
            </a:extLst>
          </p:cNvPr>
          <p:cNvSpPr>
            <a:spLocks noGrp="1"/>
          </p:cNvSpPr>
          <p:nvPr/>
        </p:nvSpPr>
        <p:spPr>
          <a:xfrm>
            <a:off x="6686550" y="3676650"/>
            <a:ext cx="4895850" cy="523875"/>
          </a:xfrm>
          <a:prstGeom prst="rect">
            <a:avLst/>
          </a:prstGeom>
          <a:noFill/>
          <a:ln w="0">
            <a:noFill/>
            <a:prstDash val="solid"/>
          </a:ln>
        </p:spPr>
        <p:txBody>
          <a:bodyPr wrap="square" lIns="0" tIns="0" rIns="0" bIns="0" anchor="t">
            <a:noAutofit/>
          </a:bodyPr>
          <a:lstStyle>
            <a:defPPr>
              <a:defRPr sz="1875" b="0">
                <a:solidFill>
                  <a:srgbClr val="61717A"/>
                </a:solidFill>
                <a:latin typeface="Manrope"/>
                <a:ea typeface="Manrope"/>
                <a:cs typeface="Manrope"/>
              </a:defRPr>
            </a:defPPr>
            <a:lvl1pPr>
              <a:defRPr sz="1875" b="0">
                <a:solidFill>
                  <a:srgbClr val="61717A"/>
                </a:solidFill>
                <a:latin typeface="Manrope"/>
                <a:ea typeface="Manrope"/>
                <a:cs typeface="Manrope"/>
              </a:defRPr>
            </a:lvl1pPr>
            <a:lvl2pPr>
              <a:defRPr sz="1875" b="0">
                <a:solidFill>
                  <a:srgbClr val="61717A"/>
                </a:solidFill>
                <a:latin typeface="Manrope"/>
                <a:ea typeface="Manrope"/>
                <a:cs typeface="Manrope"/>
              </a:defRPr>
            </a:lvl2pPr>
            <a:lvl3pPr>
              <a:defRPr sz="1875" b="0">
                <a:solidFill>
                  <a:srgbClr val="61717A"/>
                </a:solidFill>
                <a:latin typeface="Manrope"/>
                <a:ea typeface="Manrope"/>
                <a:cs typeface="Manrope"/>
              </a:defRPr>
            </a:lvl3pPr>
            <a:lvl4pPr>
              <a:defRPr sz="1875" b="0">
                <a:solidFill>
                  <a:srgbClr val="61717A"/>
                </a:solidFill>
                <a:latin typeface="Manrope"/>
                <a:ea typeface="Manrope"/>
                <a:cs typeface="Manrope"/>
              </a:defRPr>
            </a:lvl4pPr>
            <a:lvl5pPr>
              <a:defRPr sz="1875" b="0">
                <a:solidFill>
                  <a:srgbClr val="61717A"/>
                </a:solidFill>
                <a:latin typeface="Manrope"/>
                <a:ea typeface="Manrope"/>
                <a:cs typeface="Manrope"/>
              </a:defRPr>
            </a:lvl5pPr>
            <a:lvl6pPr>
              <a:defRPr sz="1875" b="0">
                <a:solidFill>
                  <a:srgbClr val="61717A"/>
                </a:solidFill>
                <a:latin typeface="Manrope"/>
                <a:ea typeface="Manrope"/>
                <a:cs typeface="Manrope"/>
              </a:defRPr>
            </a:lvl6pPr>
            <a:lvl7pPr>
              <a:defRPr sz="1875" b="0">
                <a:solidFill>
                  <a:srgbClr val="61717A"/>
                </a:solidFill>
                <a:latin typeface="Manrope"/>
                <a:ea typeface="Manrope"/>
                <a:cs typeface="Manrope"/>
              </a:defRPr>
            </a:lvl7pPr>
            <a:lvl8pPr>
              <a:defRPr sz="1875" b="0">
                <a:solidFill>
                  <a:srgbClr val="61717A"/>
                </a:solidFill>
                <a:latin typeface="Manrope"/>
                <a:ea typeface="Manrope"/>
                <a:cs typeface="Manrope"/>
              </a:defRPr>
            </a:lvl8pPr>
            <a:lvl9pPr>
              <a:defRPr sz="1875" b="0">
                <a:solidFill>
                  <a:srgbClr val="61717A"/>
                </a:solidFill>
                <a:latin typeface="Manrope"/>
                <a:ea typeface="Manrope"/>
                <a:cs typeface="Manrope"/>
              </a:defRPr>
            </a:lvl9pPr>
          </a:lstStyle>
          <a:p>
            <a:pPr>
              <a:defRPr sz="1875" b="0">
                <a:solidFill>
                  <a:srgbClr val="61717A"/>
                </a:solidFill>
                <a:latin typeface="Manrope"/>
                <a:ea typeface="Manrope"/>
                <a:cs typeface="Manrope"/>
              </a:defRPr>
            </a:pPr>
            <a:r>
              <a:rPr sz="1875" b="0">
                <a:solidFill>
                  <a:srgbClr val="61717A"/>
                </a:solidFill>
                <a:latin typeface="Manrope"/>
                <a:ea typeface="Manrope"/>
                <a:cs typeface="Manrope"/>
              </a:rPr>
              <a:t>Clave correcta e incorrecta.</a:t>
            </a:r>
          </a:p>
        </p:txBody>
      </p:sp>
      <p:sp>
        <p:nvSpPr>
          <p:cNvPr id="15" name="text-146">
            <a:extLst>
              <a:ext uri="{FF2B5EF4-FFF2-40B4-BE49-F238E27FC236}">
                <a16:creationId xmlns:a16="http://schemas.microsoft.com/office/drawing/2014/main" id="{3299E7AF-FC22-4D44-859B-F02047FC0005}"/>
              </a:ext>
            </a:extLst>
          </p:cNvPr>
          <p:cNvSpPr>
            <a:spLocks noGrp="1"/>
          </p:cNvSpPr>
          <p:nvPr/>
        </p:nvSpPr>
        <p:spPr>
          <a:xfrm>
            <a:off x="5791200" y="4305300"/>
            <a:ext cx="95250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03</a:t>
            </a:r>
          </a:p>
        </p:txBody>
      </p:sp>
      <p:sp>
        <p:nvSpPr>
          <p:cNvPr id="16" name="text-147">
            <a:extLst>
              <a:ext uri="{FF2B5EF4-FFF2-40B4-BE49-F238E27FC236}">
                <a16:creationId xmlns:a16="http://schemas.microsoft.com/office/drawing/2014/main" id="{315D14ED-1EEE-4754-9F20-0DE4F4C576CA}"/>
              </a:ext>
            </a:extLst>
          </p:cNvPr>
          <p:cNvSpPr>
            <a:spLocks noGrp="1"/>
          </p:cNvSpPr>
          <p:nvPr/>
        </p:nvSpPr>
        <p:spPr>
          <a:xfrm>
            <a:off x="6686550" y="4248150"/>
            <a:ext cx="4895850" cy="523875"/>
          </a:xfrm>
          <a:prstGeom prst="rect">
            <a:avLst/>
          </a:prstGeom>
          <a:noFill/>
          <a:ln w="0">
            <a:noFill/>
            <a:prstDash val="solid"/>
          </a:ln>
        </p:spPr>
        <p:txBody>
          <a:bodyPr wrap="square" lIns="0" tIns="0" rIns="0" bIns="0" anchor="t">
            <a:noAutofit/>
          </a:bodyPr>
          <a:lstStyle>
            <a:defPPr>
              <a:defRPr sz="2325" b="1">
                <a:solidFill>
                  <a:srgbClr val="122630"/>
                </a:solidFill>
                <a:latin typeface="Manrope"/>
                <a:ea typeface="Manrope"/>
                <a:cs typeface="Manrope"/>
              </a:defRPr>
            </a:defPPr>
            <a:lvl1pPr>
              <a:defRPr sz="2325" b="1">
                <a:solidFill>
                  <a:srgbClr val="122630"/>
                </a:solidFill>
                <a:latin typeface="Manrope"/>
                <a:ea typeface="Manrope"/>
                <a:cs typeface="Manrope"/>
              </a:defRPr>
            </a:lvl1pPr>
            <a:lvl2pPr>
              <a:defRPr sz="2325" b="1">
                <a:solidFill>
                  <a:srgbClr val="122630"/>
                </a:solidFill>
                <a:latin typeface="Manrope"/>
                <a:ea typeface="Manrope"/>
                <a:cs typeface="Manrope"/>
              </a:defRPr>
            </a:lvl2pPr>
            <a:lvl3pPr>
              <a:defRPr sz="2325" b="1">
                <a:solidFill>
                  <a:srgbClr val="122630"/>
                </a:solidFill>
                <a:latin typeface="Manrope"/>
                <a:ea typeface="Manrope"/>
                <a:cs typeface="Manrope"/>
              </a:defRPr>
            </a:lvl3pPr>
            <a:lvl4pPr>
              <a:defRPr sz="2325" b="1">
                <a:solidFill>
                  <a:srgbClr val="122630"/>
                </a:solidFill>
                <a:latin typeface="Manrope"/>
                <a:ea typeface="Manrope"/>
                <a:cs typeface="Manrope"/>
              </a:defRPr>
            </a:lvl4pPr>
            <a:lvl5pPr>
              <a:defRPr sz="2325" b="1">
                <a:solidFill>
                  <a:srgbClr val="122630"/>
                </a:solidFill>
                <a:latin typeface="Manrope"/>
                <a:ea typeface="Manrope"/>
                <a:cs typeface="Manrope"/>
              </a:defRPr>
            </a:lvl5pPr>
            <a:lvl6pPr>
              <a:defRPr sz="2325" b="1">
                <a:solidFill>
                  <a:srgbClr val="122630"/>
                </a:solidFill>
                <a:latin typeface="Manrope"/>
                <a:ea typeface="Manrope"/>
                <a:cs typeface="Manrope"/>
              </a:defRPr>
            </a:lvl6pPr>
            <a:lvl7pPr>
              <a:defRPr sz="2325" b="1">
                <a:solidFill>
                  <a:srgbClr val="122630"/>
                </a:solidFill>
                <a:latin typeface="Manrope"/>
                <a:ea typeface="Manrope"/>
                <a:cs typeface="Manrope"/>
              </a:defRPr>
            </a:lvl7pPr>
            <a:lvl8pPr>
              <a:defRPr sz="2325" b="1">
                <a:solidFill>
                  <a:srgbClr val="122630"/>
                </a:solidFill>
                <a:latin typeface="Manrope"/>
                <a:ea typeface="Manrope"/>
                <a:cs typeface="Manrope"/>
              </a:defRPr>
            </a:lvl8pPr>
            <a:lvl9pPr>
              <a:defRPr sz="2325" b="1">
                <a:solidFill>
                  <a:srgbClr val="122630"/>
                </a:solidFill>
                <a:latin typeface="Manrope"/>
                <a:ea typeface="Manrope"/>
                <a:cs typeface="Manrope"/>
              </a:defRPr>
            </a:lvl9pPr>
          </a:lstStyle>
          <a:p>
            <a:pPr>
              <a:defRPr sz="2325" b="1">
                <a:solidFill>
                  <a:srgbClr val="122630"/>
                </a:solidFill>
                <a:latin typeface="Manrope"/>
                <a:ea typeface="Manrope"/>
                <a:cs typeface="Manrope"/>
              </a:defRPr>
            </a:pPr>
            <a:r>
              <a:rPr sz="2325" b="1">
                <a:solidFill>
                  <a:srgbClr val="122630"/>
                </a:solidFill>
                <a:latin typeface="Manrope"/>
                <a:ea typeface="Manrope"/>
                <a:cs typeface="Manrope"/>
              </a:rPr>
              <a:t>Leer los tiempos</a:t>
            </a:r>
          </a:p>
        </p:txBody>
      </p:sp>
      <p:sp>
        <p:nvSpPr>
          <p:cNvPr id="17" name="text-148">
            <a:extLst>
              <a:ext uri="{FF2B5EF4-FFF2-40B4-BE49-F238E27FC236}">
                <a16:creationId xmlns:a16="http://schemas.microsoft.com/office/drawing/2014/main" id="{4CD41668-7233-48F5-B09A-510C3DAAE6E8}"/>
              </a:ext>
            </a:extLst>
          </p:cNvPr>
          <p:cNvSpPr>
            <a:spLocks noGrp="1"/>
          </p:cNvSpPr>
          <p:nvPr/>
        </p:nvSpPr>
        <p:spPr>
          <a:xfrm>
            <a:off x="6686550" y="4752975"/>
            <a:ext cx="4895850" cy="523875"/>
          </a:xfrm>
          <a:prstGeom prst="rect">
            <a:avLst/>
          </a:prstGeom>
          <a:noFill/>
          <a:ln w="0">
            <a:noFill/>
            <a:prstDash val="solid"/>
          </a:ln>
        </p:spPr>
        <p:txBody>
          <a:bodyPr wrap="square" lIns="0" tIns="0" rIns="0" bIns="0" anchor="t">
            <a:noAutofit/>
          </a:bodyPr>
          <a:lstStyle>
            <a:defPPr>
              <a:defRPr sz="1875" b="0">
                <a:solidFill>
                  <a:srgbClr val="61717A"/>
                </a:solidFill>
                <a:latin typeface="Manrope"/>
                <a:ea typeface="Manrope"/>
                <a:cs typeface="Manrope"/>
              </a:defRPr>
            </a:defPPr>
            <a:lvl1pPr>
              <a:defRPr sz="1875" b="0">
                <a:solidFill>
                  <a:srgbClr val="61717A"/>
                </a:solidFill>
                <a:latin typeface="Manrope"/>
                <a:ea typeface="Manrope"/>
                <a:cs typeface="Manrope"/>
              </a:defRPr>
            </a:lvl1pPr>
            <a:lvl2pPr>
              <a:defRPr sz="1875" b="0">
                <a:solidFill>
                  <a:srgbClr val="61717A"/>
                </a:solidFill>
                <a:latin typeface="Manrope"/>
                <a:ea typeface="Manrope"/>
                <a:cs typeface="Manrope"/>
              </a:defRPr>
            </a:lvl2pPr>
            <a:lvl3pPr>
              <a:defRPr sz="1875" b="0">
                <a:solidFill>
                  <a:srgbClr val="61717A"/>
                </a:solidFill>
                <a:latin typeface="Manrope"/>
                <a:ea typeface="Manrope"/>
                <a:cs typeface="Manrope"/>
              </a:defRPr>
            </a:lvl3pPr>
            <a:lvl4pPr>
              <a:defRPr sz="1875" b="0">
                <a:solidFill>
                  <a:srgbClr val="61717A"/>
                </a:solidFill>
                <a:latin typeface="Manrope"/>
                <a:ea typeface="Manrope"/>
                <a:cs typeface="Manrope"/>
              </a:defRPr>
            </a:lvl4pPr>
            <a:lvl5pPr>
              <a:defRPr sz="1875" b="0">
                <a:solidFill>
                  <a:srgbClr val="61717A"/>
                </a:solidFill>
                <a:latin typeface="Manrope"/>
                <a:ea typeface="Manrope"/>
                <a:cs typeface="Manrope"/>
              </a:defRPr>
            </a:lvl5pPr>
            <a:lvl6pPr>
              <a:defRPr sz="1875" b="0">
                <a:solidFill>
                  <a:srgbClr val="61717A"/>
                </a:solidFill>
                <a:latin typeface="Manrope"/>
                <a:ea typeface="Manrope"/>
                <a:cs typeface="Manrope"/>
              </a:defRPr>
            </a:lvl6pPr>
            <a:lvl7pPr>
              <a:defRPr sz="1875" b="0">
                <a:solidFill>
                  <a:srgbClr val="61717A"/>
                </a:solidFill>
                <a:latin typeface="Manrope"/>
                <a:ea typeface="Manrope"/>
                <a:cs typeface="Manrope"/>
              </a:defRPr>
            </a:lvl7pPr>
            <a:lvl8pPr>
              <a:defRPr sz="1875" b="0">
                <a:solidFill>
                  <a:srgbClr val="61717A"/>
                </a:solidFill>
                <a:latin typeface="Manrope"/>
                <a:ea typeface="Manrope"/>
                <a:cs typeface="Manrope"/>
              </a:defRPr>
            </a:lvl8pPr>
            <a:lvl9pPr>
              <a:defRPr sz="1875" b="0">
                <a:solidFill>
                  <a:srgbClr val="61717A"/>
                </a:solidFill>
                <a:latin typeface="Manrope"/>
                <a:ea typeface="Manrope"/>
                <a:cs typeface="Manrope"/>
              </a:defRPr>
            </a:lvl9pPr>
          </a:lstStyle>
          <a:p>
            <a:pPr>
              <a:defRPr sz="1875" b="0">
                <a:solidFill>
                  <a:srgbClr val="61717A"/>
                </a:solidFill>
                <a:latin typeface="Manrope"/>
                <a:ea typeface="Manrope"/>
                <a:cs typeface="Manrope"/>
              </a:defRPr>
            </a:pPr>
            <a:r>
              <a:rPr sz="1875" b="0">
                <a:solidFill>
                  <a:srgbClr val="61717A"/>
                </a:solidFill>
                <a:latin typeface="Manrope"/>
                <a:ea typeface="Manrope"/>
                <a:cs typeface="Manrope"/>
              </a:rPr>
              <a:t>Costo de cada verificación.</a:t>
            </a:r>
          </a:p>
        </p:txBody>
      </p:sp>
      <p:sp>
        <p:nvSpPr>
          <p:cNvPr id="18" name="text-149">
            <a:extLst>
              <a:ext uri="{FF2B5EF4-FFF2-40B4-BE49-F238E27FC236}">
                <a16:creationId xmlns:a16="http://schemas.microsoft.com/office/drawing/2014/main" id="{63ACF6F6-B64D-4D20-9115-D69A7CF94439}"/>
              </a:ext>
            </a:extLst>
          </p:cNvPr>
          <p:cNvSpPr>
            <a:spLocks noGrp="1"/>
          </p:cNvSpPr>
          <p:nvPr/>
        </p:nvSpPr>
        <p:spPr>
          <a:xfrm>
            <a:off x="609600" y="5657850"/>
            <a:ext cx="10972800" cy="476250"/>
          </a:xfrm>
          <a:prstGeom prst="rect">
            <a:avLst/>
          </a:prstGeom>
          <a:noFill/>
          <a:ln w="0">
            <a:noFill/>
            <a:prstDash val="solid"/>
          </a:ln>
        </p:spPr>
        <p:txBody>
          <a:bodyPr wrap="square" lIns="0" tIns="0" rIns="0" bIns="0" anchor="t">
            <a:noAutofit/>
          </a:bodyPr>
          <a:lstStyle>
            <a:defPPr>
              <a:defRPr sz="1875" b="1">
                <a:solidFill>
                  <a:srgbClr val="287F83"/>
                </a:solidFill>
                <a:latin typeface="DejaVu Sans Mono"/>
                <a:ea typeface="DejaVu Sans Mono"/>
                <a:cs typeface="DejaVu Sans Mono"/>
              </a:defRPr>
            </a:defPPr>
            <a:lvl1pPr>
              <a:defRPr sz="1875" b="1">
                <a:solidFill>
                  <a:srgbClr val="287F83"/>
                </a:solidFill>
                <a:latin typeface="DejaVu Sans Mono"/>
                <a:ea typeface="DejaVu Sans Mono"/>
                <a:cs typeface="DejaVu Sans Mono"/>
              </a:defRPr>
            </a:lvl1pPr>
            <a:lvl2pPr>
              <a:defRPr sz="1875" b="1">
                <a:solidFill>
                  <a:srgbClr val="287F83"/>
                </a:solidFill>
                <a:latin typeface="DejaVu Sans Mono"/>
                <a:ea typeface="DejaVu Sans Mono"/>
                <a:cs typeface="DejaVu Sans Mono"/>
              </a:defRPr>
            </a:lvl2pPr>
            <a:lvl3pPr>
              <a:defRPr sz="1875" b="1">
                <a:solidFill>
                  <a:srgbClr val="287F83"/>
                </a:solidFill>
                <a:latin typeface="DejaVu Sans Mono"/>
                <a:ea typeface="DejaVu Sans Mono"/>
                <a:cs typeface="DejaVu Sans Mono"/>
              </a:defRPr>
            </a:lvl3pPr>
            <a:lvl4pPr>
              <a:defRPr sz="1875" b="1">
                <a:solidFill>
                  <a:srgbClr val="287F83"/>
                </a:solidFill>
                <a:latin typeface="DejaVu Sans Mono"/>
                <a:ea typeface="DejaVu Sans Mono"/>
                <a:cs typeface="DejaVu Sans Mono"/>
              </a:defRPr>
            </a:lvl4pPr>
            <a:lvl5pPr>
              <a:defRPr sz="1875" b="1">
                <a:solidFill>
                  <a:srgbClr val="287F83"/>
                </a:solidFill>
                <a:latin typeface="DejaVu Sans Mono"/>
                <a:ea typeface="DejaVu Sans Mono"/>
                <a:cs typeface="DejaVu Sans Mono"/>
              </a:defRPr>
            </a:lvl5pPr>
            <a:lvl6pPr>
              <a:defRPr sz="1875" b="1">
                <a:solidFill>
                  <a:srgbClr val="287F83"/>
                </a:solidFill>
                <a:latin typeface="DejaVu Sans Mono"/>
                <a:ea typeface="DejaVu Sans Mono"/>
                <a:cs typeface="DejaVu Sans Mono"/>
              </a:defRPr>
            </a:lvl6pPr>
            <a:lvl7pPr>
              <a:defRPr sz="1875" b="1">
                <a:solidFill>
                  <a:srgbClr val="287F83"/>
                </a:solidFill>
                <a:latin typeface="DejaVu Sans Mono"/>
                <a:ea typeface="DejaVu Sans Mono"/>
                <a:cs typeface="DejaVu Sans Mono"/>
              </a:defRPr>
            </a:lvl7pPr>
            <a:lvl8pPr>
              <a:defRPr sz="1875" b="1">
                <a:solidFill>
                  <a:srgbClr val="287F83"/>
                </a:solidFill>
                <a:latin typeface="DejaVu Sans Mono"/>
                <a:ea typeface="DejaVu Sans Mono"/>
                <a:cs typeface="DejaVu Sans Mono"/>
              </a:defRPr>
            </a:lvl8pPr>
            <a:lvl9pPr>
              <a:defRPr sz="1875" b="1">
                <a:solidFill>
                  <a:srgbClr val="287F83"/>
                </a:solidFill>
                <a:latin typeface="DejaVu Sans Mono"/>
                <a:ea typeface="DejaVu Sans Mono"/>
                <a:cs typeface="DejaVu Sans Mono"/>
              </a:defRPr>
            </a:lvl9pPr>
          </a:lstStyle>
          <a:p>
            <a:pPr>
              <a:defRPr sz="1875" b="1">
                <a:solidFill>
                  <a:srgbClr val="287F83"/>
                </a:solidFill>
                <a:latin typeface="DejaVu Sans Mono"/>
                <a:ea typeface="DejaVu Sans Mono"/>
                <a:cs typeface="DejaVu Sans Mono"/>
              </a:defRPr>
            </a:pPr>
            <a:r>
              <a:rPr sz="1875" b="1">
                <a:solidFill>
                  <a:srgbClr val="287F83"/>
                </a:solidFill>
                <a:latin typeface="DejaVu Sans Mono"/>
                <a:ea typeface="DejaVu Sans Mono"/>
                <a:cs typeface="DejaVu Sans Mono"/>
              </a:rPr>
              <a:t>python login.py</a:t>
            </a:r>
          </a:p>
        </p:txBody>
      </p:sp>
    </p:spTree>
    <p:extLst>
      <p:ext uri="{BB962C8B-B14F-4D97-AF65-F5344CB8AC3E}">
        <p14:creationId xmlns:p14="http://schemas.microsoft.com/office/powerpoint/2010/main" val="828555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1A24"/>
        </a:solidFill>
        <a:effectLst/>
      </p:bgPr>
    </p:bg>
    <p:spTree>
      <p:nvGrpSpPr>
        <p:cNvPr id="1" name=""/>
        <p:cNvGrpSpPr/>
        <p:nvPr/>
      </p:nvGrpSpPr>
      <p:grpSpPr>
        <a:xfrm>
          <a:off x="0" y="0"/>
          <a:ext cx="0" cy="0"/>
          <a:chOff x="0" y="0"/>
          <a:chExt cx="0" cy="0"/>
        </a:xfrm>
      </p:grpSpPr>
      <p:sp>
        <p:nvSpPr>
          <p:cNvPr id="3" name="text-151">
            <a:extLst>
              <a:ext uri="{FF2B5EF4-FFF2-40B4-BE49-F238E27FC236}">
                <a16:creationId xmlns:a16="http://schemas.microsoft.com/office/drawing/2014/main" id="{9E1D4FD0-848F-4561-80F6-820D3B2F282F}"/>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FCFBF8"/>
                </a:solidFill>
                <a:latin typeface="Manrope"/>
                <a:ea typeface="Manrope"/>
                <a:cs typeface="Manrope"/>
              </a:defRPr>
            </a:defPPr>
            <a:lvl1pPr>
              <a:defRPr sz="3900" b="1">
                <a:solidFill>
                  <a:srgbClr val="FCFBF8"/>
                </a:solidFill>
                <a:latin typeface="Manrope"/>
                <a:ea typeface="Manrope"/>
                <a:cs typeface="Manrope"/>
              </a:defRPr>
            </a:lvl1pPr>
            <a:lvl2pPr>
              <a:defRPr sz="3900" b="1">
                <a:solidFill>
                  <a:srgbClr val="FCFBF8"/>
                </a:solidFill>
                <a:latin typeface="Manrope"/>
                <a:ea typeface="Manrope"/>
                <a:cs typeface="Manrope"/>
              </a:defRPr>
            </a:lvl2pPr>
            <a:lvl3pPr>
              <a:defRPr sz="3900" b="1">
                <a:solidFill>
                  <a:srgbClr val="FCFBF8"/>
                </a:solidFill>
                <a:latin typeface="Manrope"/>
                <a:ea typeface="Manrope"/>
                <a:cs typeface="Manrope"/>
              </a:defRPr>
            </a:lvl3pPr>
            <a:lvl4pPr>
              <a:defRPr sz="3900" b="1">
                <a:solidFill>
                  <a:srgbClr val="FCFBF8"/>
                </a:solidFill>
                <a:latin typeface="Manrope"/>
                <a:ea typeface="Manrope"/>
                <a:cs typeface="Manrope"/>
              </a:defRPr>
            </a:lvl4pPr>
            <a:lvl5pPr>
              <a:defRPr sz="3900" b="1">
                <a:solidFill>
                  <a:srgbClr val="FCFBF8"/>
                </a:solidFill>
                <a:latin typeface="Manrope"/>
                <a:ea typeface="Manrope"/>
                <a:cs typeface="Manrope"/>
              </a:defRPr>
            </a:lvl5pPr>
            <a:lvl6pPr>
              <a:defRPr sz="3900" b="1">
                <a:solidFill>
                  <a:srgbClr val="FCFBF8"/>
                </a:solidFill>
                <a:latin typeface="Manrope"/>
                <a:ea typeface="Manrope"/>
                <a:cs typeface="Manrope"/>
              </a:defRPr>
            </a:lvl6pPr>
            <a:lvl7pPr>
              <a:defRPr sz="3900" b="1">
                <a:solidFill>
                  <a:srgbClr val="FCFBF8"/>
                </a:solidFill>
                <a:latin typeface="Manrope"/>
                <a:ea typeface="Manrope"/>
                <a:cs typeface="Manrope"/>
              </a:defRPr>
            </a:lvl7pPr>
            <a:lvl8pPr>
              <a:defRPr sz="3900" b="1">
                <a:solidFill>
                  <a:srgbClr val="FCFBF8"/>
                </a:solidFill>
                <a:latin typeface="Manrope"/>
                <a:ea typeface="Manrope"/>
                <a:cs typeface="Manrope"/>
              </a:defRPr>
            </a:lvl8pPr>
            <a:lvl9pPr>
              <a:defRPr sz="3900" b="1">
                <a:solidFill>
                  <a:srgbClr val="FCFBF8"/>
                </a:solidFill>
                <a:latin typeface="Manrope"/>
                <a:ea typeface="Manrope"/>
                <a:cs typeface="Manrope"/>
              </a:defRPr>
            </a:lvl9pPr>
          </a:lstStyle>
          <a:p>
            <a:pPr>
              <a:defRPr sz="3900" b="1">
                <a:solidFill>
                  <a:srgbClr val="FCFBF8"/>
                </a:solidFill>
                <a:latin typeface="Manrope"/>
                <a:ea typeface="Manrope"/>
                <a:cs typeface="Manrope"/>
              </a:defRPr>
            </a:pPr>
            <a:r>
              <a:rPr sz="3900" b="1">
                <a:solidFill>
                  <a:srgbClr val="FCFBF8"/>
                </a:solidFill>
                <a:latin typeface="Manrope"/>
                <a:ea typeface="Manrope"/>
                <a:cs typeface="Manrope"/>
              </a:rPr>
              <a:t>Ataque de diccionario</a:t>
            </a:r>
          </a:p>
        </p:txBody>
      </p:sp>
      <p:sp>
        <p:nvSpPr>
          <p:cNvPr id="4" name="text-152">
            <a:extLst>
              <a:ext uri="{FF2B5EF4-FFF2-40B4-BE49-F238E27FC236}">
                <a16:creationId xmlns:a16="http://schemas.microsoft.com/office/drawing/2014/main" id="{3394B89B-835B-419C-A420-3FF934682CB3}"/>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9AC5CC"/>
                </a:solidFill>
                <a:latin typeface="Manrope"/>
                <a:ea typeface="Manrope"/>
                <a:cs typeface="Manrope"/>
              </a:defRPr>
            </a:defPPr>
            <a:lvl1pPr>
              <a:defRPr sz="1050" b="0">
                <a:solidFill>
                  <a:srgbClr val="9AC5CC"/>
                </a:solidFill>
                <a:latin typeface="Manrope"/>
                <a:ea typeface="Manrope"/>
                <a:cs typeface="Manrope"/>
              </a:defRPr>
            </a:lvl1pPr>
            <a:lvl2pPr>
              <a:defRPr sz="1050" b="0">
                <a:solidFill>
                  <a:srgbClr val="9AC5CC"/>
                </a:solidFill>
                <a:latin typeface="Manrope"/>
                <a:ea typeface="Manrope"/>
                <a:cs typeface="Manrope"/>
              </a:defRPr>
            </a:lvl2pPr>
            <a:lvl3pPr>
              <a:defRPr sz="1050" b="0">
                <a:solidFill>
                  <a:srgbClr val="9AC5CC"/>
                </a:solidFill>
                <a:latin typeface="Manrope"/>
                <a:ea typeface="Manrope"/>
                <a:cs typeface="Manrope"/>
              </a:defRPr>
            </a:lvl3pPr>
            <a:lvl4pPr>
              <a:defRPr sz="1050" b="0">
                <a:solidFill>
                  <a:srgbClr val="9AC5CC"/>
                </a:solidFill>
                <a:latin typeface="Manrope"/>
                <a:ea typeface="Manrope"/>
                <a:cs typeface="Manrope"/>
              </a:defRPr>
            </a:lvl4pPr>
            <a:lvl5pPr>
              <a:defRPr sz="1050" b="0">
                <a:solidFill>
                  <a:srgbClr val="9AC5CC"/>
                </a:solidFill>
                <a:latin typeface="Manrope"/>
                <a:ea typeface="Manrope"/>
                <a:cs typeface="Manrope"/>
              </a:defRPr>
            </a:lvl5pPr>
            <a:lvl6pPr>
              <a:defRPr sz="1050" b="0">
                <a:solidFill>
                  <a:srgbClr val="9AC5CC"/>
                </a:solidFill>
                <a:latin typeface="Manrope"/>
                <a:ea typeface="Manrope"/>
                <a:cs typeface="Manrope"/>
              </a:defRPr>
            </a:lvl6pPr>
            <a:lvl7pPr>
              <a:defRPr sz="1050" b="0">
                <a:solidFill>
                  <a:srgbClr val="9AC5CC"/>
                </a:solidFill>
                <a:latin typeface="Manrope"/>
                <a:ea typeface="Manrope"/>
                <a:cs typeface="Manrope"/>
              </a:defRPr>
            </a:lvl7pPr>
            <a:lvl8pPr>
              <a:defRPr sz="1050" b="0">
                <a:solidFill>
                  <a:srgbClr val="9AC5CC"/>
                </a:solidFill>
                <a:latin typeface="Manrope"/>
                <a:ea typeface="Manrope"/>
                <a:cs typeface="Manrope"/>
              </a:defRPr>
            </a:lvl8pPr>
            <a:lvl9pPr>
              <a:defRPr sz="1050" b="0">
                <a:solidFill>
                  <a:srgbClr val="9AC5CC"/>
                </a:solidFill>
                <a:latin typeface="Manrope"/>
                <a:ea typeface="Manrope"/>
                <a:cs typeface="Manrope"/>
              </a:defRPr>
            </a:lvl9pPr>
          </a:lstStyle>
          <a:p>
            <a:pPr>
              <a:defRPr sz="1050" b="0">
                <a:solidFill>
                  <a:srgbClr val="9AC5CC"/>
                </a:solidFill>
                <a:latin typeface="Manrope"/>
                <a:ea typeface="Manrope"/>
                <a:cs typeface="Manrope"/>
              </a:defRPr>
            </a:pPr>
            <a:r>
              <a:rPr sz="1050" b="0">
                <a:solidFill>
                  <a:srgbClr val="9AC5CC"/>
                </a:solidFill>
                <a:latin typeface="Manrope"/>
                <a:ea typeface="Manrope"/>
                <a:cs typeface="Manrope"/>
              </a:rPr>
              <a:t>ITI-922  /  GRUPO 6</a:t>
            </a:r>
          </a:p>
        </p:txBody>
      </p:sp>
      <p:sp>
        <p:nvSpPr>
          <p:cNvPr id="5" name="text-153">
            <a:extLst>
              <a:ext uri="{FF2B5EF4-FFF2-40B4-BE49-F238E27FC236}">
                <a16:creationId xmlns:a16="http://schemas.microsoft.com/office/drawing/2014/main" id="{9249D573-F006-4825-B85D-B6920025A68D}"/>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9AC5CC"/>
                </a:solidFill>
                <a:latin typeface="Manrope"/>
                <a:ea typeface="Manrope"/>
                <a:cs typeface="Manrope"/>
              </a:defRPr>
            </a:defPPr>
            <a:lvl1pPr algn="r">
              <a:defRPr sz="1425" b="0">
                <a:solidFill>
                  <a:srgbClr val="9AC5CC"/>
                </a:solidFill>
                <a:latin typeface="Manrope"/>
                <a:ea typeface="Manrope"/>
                <a:cs typeface="Manrope"/>
              </a:defRPr>
            </a:lvl1pPr>
            <a:lvl2pPr algn="r">
              <a:defRPr sz="1425" b="0">
                <a:solidFill>
                  <a:srgbClr val="9AC5CC"/>
                </a:solidFill>
                <a:latin typeface="Manrope"/>
                <a:ea typeface="Manrope"/>
                <a:cs typeface="Manrope"/>
              </a:defRPr>
            </a:lvl2pPr>
            <a:lvl3pPr algn="r">
              <a:defRPr sz="1425" b="0">
                <a:solidFill>
                  <a:srgbClr val="9AC5CC"/>
                </a:solidFill>
                <a:latin typeface="Manrope"/>
                <a:ea typeface="Manrope"/>
                <a:cs typeface="Manrope"/>
              </a:defRPr>
            </a:lvl3pPr>
            <a:lvl4pPr algn="r">
              <a:defRPr sz="1425" b="0">
                <a:solidFill>
                  <a:srgbClr val="9AC5CC"/>
                </a:solidFill>
                <a:latin typeface="Manrope"/>
                <a:ea typeface="Manrope"/>
                <a:cs typeface="Manrope"/>
              </a:defRPr>
            </a:lvl4pPr>
            <a:lvl5pPr algn="r">
              <a:defRPr sz="1425" b="0">
                <a:solidFill>
                  <a:srgbClr val="9AC5CC"/>
                </a:solidFill>
                <a:latin typeface="Manrope"/>
                <a:ea typeface="Manrope"/>
                <a:cs typeface="Manrope"/>
              </a:defRPr>
            </a:lvl5pPr>
            <a:lvl6pPr algn="r">
              <a:defRPr sz="1425" b="0">
                <a:solidFill>
                  <a:srgbClr val="9AC5CC"/>
                </a:solidFill>
                <a:latin typeface="Manrope"/>
                <a:ea typeface="Manrope"/>
                <a:cs typeface="Manrope"/>
              </a:defRPr>
            </a:lvl6pPr>
            <a:lvl7pPr algn="r">
              <a:defRPr sz="1425" b="0">
                <a:solidFill>
                  <a:srgbClr val="9AC5CC"/>
                </a:solidFill>
                <a:latin typeface="Manrope"/>
                <a:ea typeface="Manrope"/>
                <a:cs typeface="Manrope"/>
              </a:defRPr>
            </a:lvl7pPr>
            <a:lvl8pPr algn="r">
              <a:defRPr sz="1425" b="0">
                <a:solidFill>
                  <a:srgbClr val="9AC5CC"/>
                </a:solidFill>
                <a:latin typeface="Manrope"/>
                <a:ea typeface="Manrope"/>
                <a:cs typeface="Manrope"/>
              </a:defRPr>
            </a:lvl8pPr>
            <a:lvl9pPr algn="r">
              <a:defRPr sz="1425" b="0">
                <a:solidFill>
                  <a:srgbClr val="9AC5CC"/>
                </a:solidFill>
                <a:latin typeface="Manrope"/>
                <a:ea typeface="Manrope"/>
                <a:cs typeface="Manrope"/>
              </a:defRPr>
            </a:lvl9pPr>
          </a:lstStyle>
          <a:p>
            <a:pPr algn="r">
              <a:defRPr sz="1425" b="0">
                <a:solidFill>
                  <a:srgbClr val="9AC5CC"/>
                </a:solidFill>
                <a:latin typeface="Manrope"/>
                <a:ea typeface="Manrope"/>
                <a:cs typeface="Manrope"/>
              </a:defRPr>
            </a:pPr>
            <a:r>
              <a:rPr sz="1425" b="0">
                <a:solidFill>
                  <a:srgbClr val="9AC5CC"/>
                </a:solidFill>
                <a:latin typeface="Manrope"/>
                <a:ea typeface="Manrope"/>
                <a:cs typeface="Manrope"/>
              </a:rPr>
              <a:t>12</a:t>
            </a:r>
          </a:p>
        </p:txBody>
      </p:sp>
      <p:graphicFrame>
        <p:nvGraphicFramePr>
          <p:cNvPr id="6" name="Tabla 5">
            <a:extLst>
              <a:ext uri="{FF2B5EF4-FFF2-40B4-BE49-F238E27FC236}">
                <a16:creationId xmlns:a16="http://schemas.microsoft.com/office/drawing/2014/main" id="{7658BDDD-39FD-4EAE-8B45-2ED09DADFFC3}"/>
              </a:ext>
            </a:extLst>
          </p:cNvPr>
          <p:cNvGraphicFramePr/>
          <p:nvPr/>
        </p:nvGraphicFramePr>
        <p:xfrm>
          <a:off x="609600" y="1914525"/>
          <a:ext cx="10972800" cy="3371850"/>
        </p:xfrm>
        <a:graphic>
          <a:graphicData uri="http://schemas.openxmlformats.org/drawingml/2006/table">
            <a:tbl>
              <a:tblPr/>
              <a:tblGrid>
                <a:gridCol w="2381250">
                  <a:extLst>
                    <a:ext uri="{9D8B030D-6E8A-4147-A177-3AD203B41FA5}">
                      <a16:colId xmlns:a16="http://schemas.microsoft.com/office/drawing/2014/main" val="20000"/>
                    </a:ext>
                  </a:extLst>
                </a:gridCol>
                <a:gridCol w="4162425">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674370">
                <a:tc>
                  <a:txBody>
                    <a:bodyPr/>
                    <a:lstStyle/>
                    <a:p>
                      <a:r>
                        <a:rPr sz="1500" b="1">
                          <a:solidFill>
                            <a:srgbClr val="9AC5CC"/>
                          </a:solidFill>
                          <a:latin typeface="Manrope"/>
                          <a:ea typeface="Manrope"/>
                          <a:cs typeface="Manrope"/>
                        </a:rPr>
                        <a:t>ESQUEMA</a:t>
                      </a:r>
                    </a:p>
                  </a:txBody>
                  <a:tcPr anchor="ctr">
                    <a:lnL w="0">
                      <a:solidFill>
                        <a:srgbClr val="091A24"/>
                      </a:solidFill>
                      <a:prstDash val="solid"/>
                    </a:lnL>
                    <a:lnR w="0">
                      <a:solidFill>
                        <a:srgbClr val="091A24"/>
                      </a:solidFill>
                      <a:prstDash val="solid"/>
                    </a:lnR>
                    <a:lnT w="0">
                      <a:solidFill>
                        <a:srgbClr val="091A24"/>
                      </a:solidFill>
                      <a:prstDash val="solid"/>
                    </a:lnT>
                    <a:lnB w="0">
                      <a:solidFill>
                        <a:srgbClr val="091A24"/>
                      </a:solidFill>
                      <a:prstDash val="solid"/>
                    </a:lnB>
                    <a:solidFill>
                      <a:srgbClr val="091A24"/>
                    </a:solidFill>
                  </a:tcPr>
                </a:tc>
                <a:tc>
                  <a:txBody>
                    <a:bodyPr/>
                    <a:lstStyle/>
                    <a:p>
                      <a:r>
                        <a:rPr sz="1500" b="1">
                          <a:solidFill>
                            <a:srgbClr val="9AC5CC"/>
                          </a:solidFill>
                          <a:latin typeface="Manrope"/>
                          <a:ea typeface="Manrope"/>
                          <a:cs typeface="Manrope"/>
                        </a:rPr>
                        <a:t>INTENTOS / SEGUNDO</a:t>
                      </a:r>
                    </a:p>
                  </a:txBody>
                  <a:tcPr anchor="ctr">
                    <a:lnL w="0" cap="flat" cmpd="sng" algn="ctr">
                      <a:solidFill>
                        <a:srgbClr val="091A24"/>
                      </a:solidFill>
                      <a:prstDash val="solid"/>
                      <a:round/>
                      <a:headEnd type="none" w="med" len="med"/>
                      <a:tailEnd type="none" w="med" len="med"/>
                    </a:lnL>
                    <a:lnR w="0">
                      <a:solidFill>
                        <a:srgbClr val="091A24"/>
                      </a:solidFill>
                      <a:prstDash val="solid"/>
                    </a:lnR>
                    <a:lnT w="0">
                      <a:solidFill>
                        <a:srgbClr val="091A24"/>
                      </a:solidFill>
                      <a:prstDash val="solid"/>
                    </a:lnT>
                    <a:lnB w="0">
                      <a:solidFill>
                        <a:srgbClr val="091A24"/>
                      </a:solidFill>
                      <a:prstDash val="solid"/>
                    </a:lnB>
                    <a:solidFill>
                      <a:srgbClr val="091A24"/>
                    </a:solidFill>
                  </a:tcPr>
                </a:tc>
                <a:tc>
                  <a:txBody>
                    <a:bodyPr/>
                    <a:lstStyle/>
                    <a:p>
                      <a:r>
                        <a:rPr sz="1500" b="1">
                          <a:solidFill>
                            <a:srgbClr val="9AC5CC"/>
                          </a:solidFill>
                          <a:latin typeface="Manrope"/>
                          <a:ea typeface="Manrope"/>
                          <a:cs typeface="Manrope"/>
                        </a:rPr>
                        <a:t>CLAVES DESCUBIERTAS</a:t>
                      </a:r>
                    </a:p>
                  </a:txBody>
                  <a:tcPr anchor="ctr">
                    <a:lnL w="0" cap="flat" cmpd="sng" algn="ctr">
                      <a:solidFill>
                        <a:srgbClr val="091A24"/>
                      </a:solidFill>
                      <a:prstDash val="solid"/>
                      <a:round/>
                      <a:headEnd type="none" w="med" len="med"/>
                      <a:tailEnd type="none" w="med" len="med"/>
                    </a:lnL>
                    <a:lnR w="0">
                      <a:solidFill>
                        <a:srgbClr val="091A24"/>
                      </a:solidFill>
                      <a:prstDash val="solid"/>
                    </a:lnR>
                    <a:lnT w="0">
                      <a:solidFill>
                        <a:srgbClr val="091A24"/>
                      </a:solidFill>
                      <a:prstDash val="solid"/>
                    </a:lnT>
                    <a:lnB w="0">
                      <a:solidFill>
                        <a:srgbClr val="091A24"/>
                      </a:solidFill>
                      <a:prstDash val="solid"/>
                    </a:lnB>
                    <a:solidFill>
                      <a:srgbClr val="091A24"/>
                    </a:solidFill>
                  </a:tcPr>
                </a:tc>
                <a:extLst>
                  <a:ext uri="{0D108BD9-81ED-4DB2-BD59-A6C34878D82A}">
                    <a16:rowId xmlns:a16="http://schemas.microsoft.com/office/drawing/2014/main" val="10000"/>
                  </a:ext>
                </a:extLst>
              </a:tr>
              <a:tr h="674370">
                <a:tc>
                  <a:txBody>
                    <a:bodyPr/>
                    <a:lstStyle/>
                    <a:p>
                      <a:r>
                        <a:rPr sz="2250" b="1">
                          <a:solidFill>
                            <a:srgbClr val="E4B084"/>
                          </a:solidFill>
                          <a:latin typeface="Manrope"/>
                          <a:ea typeface="Manrope"/>
                          <a:cs typeface="Manrope"/>
                        </a:rPr>
                        <a:t>MD5</a:t>
                      </a:r>
                    </a:p>
                  </a:txBody>
                  <a:tcPr anchor="ctr">
                    <a:lnL w="0">
                      <a:solidFill>
                        <a:srgbClr val="091A24"/>
                      </a:solidFill>
                      <a:prstDash val="solid"/>
                    </a:lnL>
                    <a:lnR w="0">
                      <a:solidFill>
                        <a:srgbClr val="091A24"/>
                      </a:solidFill>
                      <a:prstDash val="solid"/>
                    </a:lnR>
                    <a:lnT w="0" cap="flat" cmpd="sng" algn="ctr">
                      <a:solidFill>
                        <a:srgbClr val="091A24"/>
                      </a:solidFill>
                      <a:prstDash val="solid"/>
                      <a:round/>
                      <a:headEnd type="none" w="med" len="med"/>
                      <a:tailEnd type="none" w="med" len="med"/>
                    </a:lnT>
                    <a:lnB w="0">
                      <a:solidFill>
                        <a:srgbClr val="091A24"/>
                      </a:solidFill>
                      <a:prstDash val="solid"/>
                    </a:lnB>
                    <a:solidFill>
                      <a:srgbClr val="091A24"/>
                    </a:solidFill>
                  </a:tcPr>
                </a:tc>
                <a:tc>
                  <a:txBody>
                    <a:bodyPr/>
                    <a:lstStyle/>
                    <a:p>
                      <a:r>
                        <a:rPr sz="2250" b="0">
                          <a:solidFill>
                            <a:srgbClr val="FCFBF8"/>
                          </a:solidFill>
                          <a:latin typeface="Manrope"/>
                          <a:ea typeface="Manrope"/>
                          <a:cs typeface="Manrope"/>
                        </a:rPr>
                        <a:t>240 905,8</a:t>
                      </a:r>
                    </a:p>
                  </a:txBody>
                  <a:tcPr anchor="ctr">
                    <a:lnL w="0" cap="flat" cmpd="sng" algn="ctr">
                      <a:solidFill>
                        <a:srgbClr val="091A24"/>
                      </a:solidFill>
                      <a:prstDash val="solid"/>
                      <a:round/>
                      <a:headEnd type="none" w="med" len="med"/>
                      <a:tailEnd type="none" w="med" len="med"/>
                    </a:lnL>
                    <a:lnR w="0">
                      <a:solidFill>
                        <a:srgbClr val="091A24"/>
                      </a:solidFill>
                      <a:prstDash val="solid"/>
                    </a:lnR>
                    <a:lnT w="0" cap="flat" cmpd="sng" algn="ctr">
                      <a:solidFill>
                        <a:srgbClr val="091A24"/>
                      </a:solidFill>
                      <a:prstDash val="solid"/>
                      <a:round/>
                      <a:headEnd type="none" w="med" len="med"/>
                      <a:tailEnd type="none" w="med" len="med"/>
                    </a:lnT>
                    <a:lnB w="0">
                      <a:solidFill>
                        <a:srgbClr val="091A24"/>
                      </a:solidFill>
                      <a:prstDash val="solid"/>
                    </a:lnB>
                    <a:solidFill>
                      <a:srgbClr val="091A24"/>
                    </a:solidFill>
                  </a:tcPr>
                </a:tc>
                <a:tc>
                  <a:txBody>
                    <a:bodyPr/>
                    <a:lstStyle/>
                    <a:p>
                      <a:r>
                        <a:rPr sz="2250" b="0">
                          <a:solidFill>
                            <a:srgbClr val="FCFBF8"/>
                          </a:solidFill>
                          <a:latin typeface="Manrope"/>
                          <a:ea typeface="Manrope"/>
                          <a:cs typeface="Manrope"/>
                        </a:rPr>
                        <a:t>6 de 9</a:t>
                      </a:r>
                    </a:p>
                  </a:txBody>
                  <a:tcPr anchor="ctr">
                    <a:lnL w="0" cap="flat" cmpd="sng" algn="ctr">
                      <a:solidFill>
                        <a:srgbClr val="091A24"/>
                      </a:solidFill>
                      <a:prstDash val="solid"/>
                      <a:round/>
                      <a:headEnd type="none" w="med" len="med"/>
                      <a:tailEnd type="none" w="med" len="med"/>
                    </a:lnL>
                    <a:lnR w="0">
                      <a:solidFill>
                        <a:srgbClr val="091A24"/>
                      </a:solidFill>
                      <a:prstDash val="solid"/>
                    </a:lnR>
                    <a:lnT w="0" cap="flat" cmpd="sng" algn="ctr">
                      <a:solidFill>
                        <a:srgbClr val="091A24"/>
                      </a:solidFill>
                      <a:prstDash val="solid"/>
                      <a:round/>
                      <a:headEnd type="none" w="med" len="med"/>
                      <a:tailEnd type="none" w="med" len="med"/>
                    </a:lnT>
                    <a:lnB w="0">
                      <a:solidFill>
                        <a:srgbClr val="091A24"/>
                      </a:solidFill>
                      <a:prstDash val="solid"/>
                    </a:lnB>
                    <a:solidFill>
                      <a:srgbClr val="091A24"/>
                    </a:solidFill>
                  </a:tcPr>
                </a:tc>
                <a:extLst>
                  <a:ext uri="{0D108BD9-81ED-4DB2-BD59-A6C34878D82A}">
                    <a16:rowId xmlns:a16="http://schemas.microsoft.com/office/drawing/2014/main" val="10001"/>
                  </a:ext>
                </a:extLst>
              </a:tr>
              <a:tr h="674370">
                <a:tc>
                  <a:txBody>
                    <a:bodyPr/>
                    <a:lstStyle/>
                    <a:p>
                      <a:r>
                        <a:rPr sz="2250" b="1">
                          <a:solidFill>
                            <a:srgbClr val="E4B084"/>
                          </a:solidFill>
                          <a:latin typeface="Manrope"/>
                          <a:ea typeface="Manrope"/>
                          <a:cs typeface="Manrope"/>
                        </a:rPr>
                        <a:t>SHA-256</a:t>
                      </a:r>
                    </a:p>
                  </a:txBody>
                  <a:tcPr anchor="ctr">
                    <a:lnL w="0">
                      <a:solidFill>
                        <a:srgbClr val="091A24"/>
                      </a:solidFill>
                      <a:prstDash val="solid"/>
                    </a:lnL>
                    <a:lnR w="0">
                      <a:solidFill>
                        <a:srgbClr val="091A24"/>
                      </a:solidFill>
                      <a:prstDash val="solid"/>
                    </a:lnR>
                    <a:lnT w="0" cap="flat" cmpd="sng" algn="ctr">
                      <a:solidFill>
                        <a:srgbClr val="091A24"/>
                      </a:solidFill>
                      <a:prstDash val="solid"/>
                      <a:round/>
                      <a:headEnd type="none" w="med" len="med"/>
                      <a:tailEnd type="none" w="med" len="med"/>
                    </a:lnT>
                    <a:lnB w="0">
                      <a:solidFill>
                        <a:srgbClr val="091A24"/>
                      </a:solidFill>
                      <a:prstDash val="solid"/>
                    </a:lnB>
                    <a:solidFill>
                      <a:srgbClr val="091A24"/>
                    </a:solidFill>
                  </a:tcPr>
                </a:tc>
                <a:tc>
                  <a:txBody>
                    <a:bodyPr/>
                    <a:lstStyle/>
                    <a:p>
                      <a:r>
                        <a:rPr sz="2250" b="0">
                          <a:solidFill>
                            <a:srgbClr val="FCFBF8"/>
                          </a:solidFill>
                          <a:latin typeface="Manrope"/>
                          <a:ea typeface="Manrope"/>
                          <a:cs typeface="Manrope"/>
                        </a:rPr>
                        <a:t>437 692,6</a:t>
                      </a:r>
                    </a:p>
                  </a:txBody>
                  <a:tcPr anchor="ctr">
                    <a:lnL w="0" cap="flat" cmpd="sng" algn="ctr">
                      <a:solidFill>
                        <a:srgbClr val="091A24"/>
                      </a:solidFill>
                      <a:prstDash val="solid"/>
                      <a:round/>
                      <a:headEnd type="none" w="med" len="med"/>
                      <a:tailEnd type="none" w="med" len="med"/>
                    </a:lnL>
                    <a:lnR w="0">
                      <a:solidFill>
                        <a:srgbClr val="091A24"/>
                      </a:solidFill>
                      <a:prstDash val="solid"/>
                    </a:lnR>
                    <a:lnT w="0" cap="flat" cmpd="sng" algn="ctr">
                      <a:solidFill>
                        <a:srgbClr val="091A24"/>
                      </a:solidFill>
                      <a:prstDash val="solid"/>
                      <a:round/>
                      <a:headEnd type="none" w="med" len="med"/>
                      <a:tailEnd type="none" w="med" len="med"/>
                    </a:lnT>
                    <a:lnB w="0">
                      <a:solidFill>
                        <a:srgbClr val="091A24"/>
                      </a:solidFill>
                      <a:prstDash val="solid"/>
                    </a:lnB>
                    <a:solidFill>
                      <a:srgbClr val="091A24"/>
                    </a:solidFill>
                  </a:tcPr>
                </a:tc>
                <a:tc>
                  <a:txBody>
                    <a:bodyPr/>
                    <a:lstStyle/>
                    <a:p>
                      <a:r>
                        <a:rPr sz="2250" b="0">
                          <a:solidFill>
                            <a:srgbClr val="FCFBF8"/>
                          </a:solidFill>
                          <a:latin typeface="Manrope"/>
                          <a:ea typeface="Manrope"/>
                          <a:cs typeface="Manrope"/>
                        </a:rPr>
                        <a:t>6 de 9</a:t>
                      </a:r>
                    </a:p>
                  </a:txBody>
                  <a:tcPr anchor="ctr">
                    <a:lnL w="0" cap="flat" cmpd="sng" algn="ctr">
                      <a:solidFill>
                        <a:srgbClr val="091A24"/>
                      </a:solidFill>
                      <a:prstDash val="solid"/>
                      <a:round/>
                      <a:headEnd type="none" w="med" len="med"/>
                      <a:tailEnd type="none" w="med" len="med"/>
                    </a:lnL>
                    <a:lnR w="0">
                      <a:solidFill>
                        <a:srgbClr val="091A24"/>
                      </a:solidFill>
                      <a:prstDash val="solid"/>
                    </a:lnR>
                    <a:lnT w="0" cap="flat" cmpd="sng" algn="ctr">
                      <a:solidFill>
                        <a:srgbClr val="091A24"/>
                      </a:solidFill>
                      <a:prstDash val="solid"/>
                      <a:round/>
                      <a:headEnd type="none" w="med" len="med"/>
                      <a:tailEnd type="none" w="med" len="med"/>
                    </a:lnT>
                    <a:lnB w="0">
                      <a:solidFill>
                        <a:srgbClr val="091A24"/>
                      </a:solidFill>
                      <a:prstDash val="solid"/>
                    </a:lnB>
                    <a:solidFill>
                      <a:srgbClr val="091A24"/>
                    </a:solidFill>
                  </a:tcPr>
                </a:tc>
                <a:extLst>
                  <a:ext uri="{0D108BD9-81ED-4DB2-BD59-A6C34878D82A}">
                    <a16:rowId xmlns:a16="http://schemas.microsoft.com/office/drawing/2014/main" val="10002"/>
                  </a:ext>
                </a:extLst>
              </a:tr>
              <a:tr h="674370">
                <a:tc>
                  <a:txBody>
                    <a:bodyPr/>
                    <a:lstStyle/>
                    <a:p>
                      <a:r>
                        <a:rPr sz="2250" b="1">
                          <a:solidFill>
                            <a:srgbClr val="9AC5CC"/>
                          </a:solidFill>
                          <a:latin typeface="Manrope"/>
                          <a:ea typeface="Manrope"/>
                          <a:cs typeface="Manrope"/>
                        </a:rPr>
                        <a:t>bcrypt</a:t>
                      </a:r>
                    </a:p>
                  </a:txBody>
                  <a:tcPr anchor="ctr">
                    <a:lnL w="0">
                      <a:solidFill>
                        <a:srgbClr val="091A24"/>
                      </a:solidFill>
                      <a:prstDash val="solid"/>
                    </a:lnL>
                    <a:lnR w="0">
                      <a:solidFill>
                        <a:srgbClr val="091A24"/>
                      </a:solidFill>
                      <a:prstDash val="solid"/>
                    </a:lnR>
                    <a:lnT w="0" cap="flat" cmpd="sng" algn="ctr">
                      <a:solidFill>
                        <a:srgbClr val="091A24"/>
                      </a:solidFill>
                      <a:prstDash val="solid"/>
                      <a:round/>
                      <a:headEnd type="none" w="med" len="med"/>
                      <a:tailEnd type="none" w="med" len="med"/>
                    </a:lnT>
                    <a:lnB w="0">
                      <a:solidFill>
                        <a:srgbClr val="091A24"/>
                      </a:solidFill>
                      <a:prstDash val="solid"/>
                    </a:lnB>
                    <a:solidFill>
                      <a:srgbClr val="091A24"/>
                    </a:solidFill>
                  </a:tcPr>
                </a:tc>
                <a:tc>
                  <a:txBody>
                    <a:bodyPr/>
                    <a:lstStyle/>
                    <a:p>
                      <a:r>
                        <a:rPr sz="2250" b="0">
                          <a:solidFill>
                            <a:srgbClr val="FCFBF8"/>
                          </a:solidFill>
                          <a:latin typeface="Manrope"/>
                          <a:ea typeface="Manrope"/>
                          <a:cs typeface="Manrope"/>
                        </a:rPr>
                        <a:t>1,6</a:t>
                      </a:r>
                    </a:p>
                  </a:txBody>
                  <a:tcPr anchor="ctr">
                    <a:lnL w="0" cap="flat" cmpd="sng" algn="ctr">
                      <a:solidFill>
                        <a:srgbClr val="091A24"/>
                      </a:solidFill>
                      <a:prstDash val="solid"/>
                      <a:round/>
                      <a:headEnd type="none" w="med" len="med"/>
                      <a:tailEnd type="none" w="med" len="med"/>
                    </a:lnL>
                    <a:lnR w="0">
                      <a:solidFill>
                        <a:srgbClr val="091A24"/>
                      </a:solidFill>
                      <a:prstDash val="solid"/>
                    </a:lnR>
                    <a:lnT w="0" cap="flat" cmpd="sng" algn="ctr">
                      <a:solidFill>
                        <a:srgbClr val="091A24"/>
                      </a:solidFill>
                      <a:prstDash val="solid"/>
                      <a:round/>
                      <a:headEnd type="none" w="med" len="med"/>
                      <a:tailEnd type="none" w="med" len="med"/>
                    </a:lnT>
                    <a:lnB w="0">
                      <a:solidFill>
                        <a:srgbClr val="091A24"/>
                      </a:solidFill>
                      <a:prstDash val="solid"/>
                    </a:lnB>
                    <a:solidFill>
                      <a:srgbClr val="091A24"/>
                    </a:solidFill>
                  </a:tcPr>
                </a:tc>
                <a:tc>
                  <a:txBody>
                    <a:bodyPr/>
                    <a:lstStyle/>
                    <a:p>
                      <a:r>
                        <a:rPr sz="2250" b="0">
                          <a:solidFill>
                            <a:srgbClr val="FCFBF8"/>
                          </a:solidFill>
                          <a:latin typeface="Manrope"/>
                          <a:ea typeface="Manrope"/>
                          <a:cs typeface="Manrope"/>
                        </a:rPr>
                        <a:t>3 de 4 · muestra</a:t>
                      </a:r>
                    </a:p>
                  </a:txBody>
                  <a:tcPr anchor="ctr">
                    <a:lnL w="0" cap="flat" cmpd="sng" algn="ctr">
                      <a:solidFill>
                        <a:srgbClr val="091A24"/>
                      </a:solidFill>
                      <a:prstDash val="solid"/>
                      <a:round/>
                      <a:headEnd type="none" w="med" len="med"/>
                      <a:tailEnd type="none" w="med" len="med"/>
                    </a:lnL>
                    <a:lnR w="0">
                      <a:solidFill>
                        <a:srgbClr val="091A24"/>
                      </a:solidFill>
                      <a:prstDash val="solid"/>
                    </a:lnR>
                    <a:lnT w="0" cap="flat" cmpd="sng" algn="ctr">
                      <a:solidFill>
                        <a:srgbClr val="091A24"/>
                      </a:solidFill>
                      <a:prstDash val="solid"/>
                      <a:round/>
                      <a:headEnd type="none" w="med" len="med"/>
                      <a:tailEnd type="none" w="med" len="med"/>
                    </a:lnT>
                    <a:lnB w="0">
                      <a:solidFill>
                        <a:srgbClr val="091A24"/>
                      </a:solidFill>
                      <a:prstDash val="solid"/>
                    </a:lnB>
                    <a:solidFill>
                      <a:srgbClr val="091A24"/>
                    </a:solidFill>
                  </a:tcPr>
                </a:tc>
                <a:extLst>
                  <a:ext uri="{0D108BD9-81ED-4DB2-BD59-A6C34878D82A}">
                    <a16:rowId xmlns:a16="http://schemas.microsoft.com/office/drawing/2014/main" val="10003"/>
                  </a:ext>
                </a:extLst>
              </a:tr>
              <a:tr h="674370">
                <a:tc>
                  <a:txBody>
                    <a:bodyPr/>
                    <a:lstStyle/>
                    <a:p>
                      <a:r>
                        <a:rPr sz="2250" b="1">
                          <a:solidFill>
                            <a:srgbClr val="9AC5CC"/>
                          </a:solidFill>
                          <a:latin typeface="Manrope"/>
                          <a:ea typeface="Manrope"/>
                          <a:cs typeface="Manrope"/>
                        </a:rPr>
                        <a:t>Argon2id</a:t>
                      </a:r>
                    </a:p>
                  </a:txBody>
                  <a:tcPr anchor="ctr">
                    <a:lnL w="0">
                      <a:solidFill>
                        <a:srgbClr val="091A24"/>
                      </a:solidFill>
                      <a:prstDash val="solid"/>
                    </a:lnL>
                    <a:lnR w="0">
                      <a:solidFill>
                        <a:srgbClr val="091A24"/>
                      </a:solidFill>
                      <a:prstDash val="solid"/>
                    </a:lnR>
                    <a:lnT w="0" cap="flat" cmpd="sng" algn="ctr">
                      <a:solidFill>
                        <a:srgbClr val="091A24"/>
                      </a:solidFill>
                      <a:prstDash val="solid"/>
                      <a:round/>
                      <a:headEnd type="none" w="med" len="med"/>
                      <a:tailEnd type="none" w="med" len="med"/>
                    </a:lnT>
                    <a:lnB w="0">
                      <a:solidFill>
                        <a:srgbClr val="091A24"/>
                      </a:solidFill>
                      <a:prstDash val="solid"/>
                    </a:lnB>
                    <a:solidFill>
                      <a:srgbClr val="091A24"/>
                    </a:solidFill>
                  </a:tcPr>
                </a:tc>
                <a:tc>
                  <a:txBody>
                    <a:bodyPr/>
                    <a:lstStyle/>
                    <a:p>
                      <a:r>
                        <a:rPr sz="2250" b="0">
                          <a:solidFill>
                            <a:srgbClr val="FCFBF8"/>
                          </a:solidFill>
                          <a:latin typeface="Manrope"/>
                          <a:ea typeface="Manrope"/>
                          <a:cs typeface="Manrope"/>
                        </a:rPr>
                        <a:t>17,8</a:t>
                      </a:r>
                    </a:p>
                  </a:txBody>
                  <a:tcPr anchor="ctr">
                    <a:lnL w="0" cap="flat" cmpd="sng" algn="ctr">
                      <a:solidFill>
                        <a:srgbClr val="091A24"/>
                      </a:solidFill>
                      <a:prstDash val="solid"/>
                      <a:round/>
                      <a:headEnd type="none" w="med" len="med"/>
                      <a:tailEnd type="none" w="med" len="med"/>
                    </a:lnL>
                    <a:lnR w="0">
                      <a:solidFill>
                        <a:srgbClr val="091A24"/>
                      </a:solidFill>
                      <a:prstDash val="solid"/>
                    </a:lnR>
                    <a:lnT w="0" cap="flat" cmpd="sng" algn="ctr">
                      <a:solidFill>
                        <a:srgbClr val="091A24"/>
                      </a:solidFill>
                      <a:prstDash val="solid"/>
                      <a:round/>
                      <a:headEnd type="none" w="med" len="med"/>
                      <a:tailEnd type="none" w="med" len="med"/>
                    </a:lnT>
                    <a:lnB w="0">
                      <a:solidFill>
                        <a:srgbClr val="091A24"/>
                      </a:solidFill>
                      <a:prstDash val="solid"/>
                    </a:lnB>
                    <a:solidFill>
                      <a:srgbClr val="091A24"/>
                    </a:solidFill>
                  </a:tcPr>
                </a:tc>
                <a:tc>
                  <a:txBody>
                    <a:bodyPr/>
                    <a:lstStyle/>
                    <a:p>
                      <a:r>
                        <a:rPr sz="2250" b="0">
                          <a:solidFill>
                            <a:srgbClr val="FCFBF8"/>
                          </a:solidFill>
                          <a:latin typeface="Manrope"/>
                          <a:ea typeface="Manrope"/>
                          <a:cs typeface="Manrope"/>
                        </a:rPr>
                        <a:t>3 de 4 · muestra</a:t>
                      </a:r>
                    </a:p>
                  </a:txBody>
                  <a:tcPr anchor="ctr">
                    <a:lnL w="0" cap="flat" cmpd="sng" algn="ctr">
                      <a:solidFill>
                        <a:srgbClr val="091A24"/>
                      </a:solidFill>
                      <a:prstDash val="solid"/>
                      <a:round/>
                      <a:headEnd type="none" w="med" len="med"/>
                      <a:tailEnd type="none" w="med" len="med"/>
                    </a:lnL>
                    <a:lnR w="0">
                      <a:solidFill>
                        <a:srgbClr val="091A24"/>
                      </a:solidFill>
                      <a:prstDash val="solid"/>
                    </a:lnR>
                    <a:lnT w="0" cap="flat" cmpd="sng" algn="ctr">
                      <a:solidFill>
                        <a:srgbClr val="091A24"/>
                      </a:solidFill>
                      <a:prstDash val="solid"/>
                      <a:round/>
                      <a:headEnd type="none" w="med" len="med"/>
                      <a:tailEnd type="none" w="med" len="med"/>
                    </a:lnT>
                    <a:lnB w="0">
                      <a:solidFill>
                        <a:srgbClr val="091A24"/>
                      </a:solidFill>
                      <a:prstDash val="solid"/>
                    </a:lnB>
                    <a:solidFill>
                      <a:srgbClr val="091A24"/>
                    </a:solidFill>
                  </a:tcPr>
                </a:tc>
                <a:extLst>
                  <a:ext uri="{0D108BD9-81ED-4DB2-BD59-A6C34878D82A}">
                    <a16:rowId xmlns:a16="http://schemas.microsoft.com/office/drawing/2014/main" val="10004"/>
                  </a:ext>
                </a:extLst>
              </a:tr>
            </a:tbl>
          </a:graphicData>
        </a:graphic>
      </p:graphicFrame>
      <p:sp>
        <p:nvSpPr>
          <p:cNvPr id="7" name="rule-154">
            <a:extLst>
              <a:ext uri="{FF2B5EF4-FFF2-40B4-BE49-F238E27FC236}">
                <a16:creationId xmlns:a16="http://schemas.microsoft.com/office/drawing/2014/main" id="{190B6D98-8841-4BC4-BB97-24C00CB314FC}"/>
              </a:ext>
            </a:extLst>
          </p:cNvPr>
          <p:cNvSpPr>
            <a:spLocks noGrp="1"/>
          </p:cNvSpPr>
          <p:nvPr/>
        </p:nvSpPr>
        <p:spPr>
          <a:xfrm>
            <a:off x="609600" y="2588895"/>
            <a:ext cx="10972800" cy="0"/>
          </a:xfrm>
          <a:prstGeom prst="line">
            <a:avLst/>
          </a:prstGeom>
          <a:noFill/>
          <a:ln w="9525">
            <a:solidFill>
              <a:srgbClr val="415864"/>
            </a:solidFill>
            <a:prstDash val="solid"/>
          </a:ln>
        </p:spPr>
        <p:txBody>
          <a:bodyPr/>
          <a:lstStyle/>
          <a:p>
            <a:endParaRPr lang="es-419"/>
          </a:p>
        </p:txBody>
      </p:sp>
      <p:sp>
        <p:nvSpPr>
          <p:cNvPr id="8" name="rule-155">
            <a:extLst>
              <a:ext uri="{FF2B5EF4-FFF2-40B4-BE49-F238E27FC236}">
                <a16:creationId xmlns:a16="http://schemas.microsoft.com/office/drawing/2014/main" id="{5778F6E3-287E-4D6F-B993-AEBED8F4ECA4}"/>
              </a:ext>
            </a:extLst>
          </p:cNvPr>
          <p:cNvSpPr>
            <a:spLocks noGrp="1"/>
          </p:cNvSpPr>
          <p:nvPr/>
        </p:nvSpPr>
        <p:spPr>
          <a:xfrm>
            <a:off x="609600" y="3263265"/>
            <a:ext cx="10972800" cy="0"/>
          </a:xfrm>
          <a:prstGeom prst="line">
            <a:avLst/>
          </a:prstGeom>
          <a:noFill/>
          <a:ln w="9525">
            <a:solidFill>
              <a:srgbClr val="415864"/>
            </a:solidFill>
            <a:prstDash val="solid"/>
          </a:ln>
        </p:spPr>
        <p:txBody>
          <a:bodyPr/>
          <a:lstStyle/>
          <a:p>
            <a:endParaRPr lang="es-419"/>
          </a:p>
        </p:txBody>
      </p:sp>
      <p:sp>
        <p:nvSpPr>
          <p:cNvPr id="9" name="rule-156">
            <a:extLst>
              <a:ext uri="{FF2B5EF4-FFF2-40B4-BE49-F238E27FC236}">
                <a16:creationId xmlns:a16="http://schemas.microsoft.com/office/drawing/2014/main" id="{B3FD5DFB-C9F1-4274-9C7A-3C0A3DA4B31B}"/>
              </a:ext>
            </a:extLst>
          </p:cNvPr>
          <p:cNvSpPr>
            <a:spLocks noGrp="1"/>
          </p:cNvSpPr>
          <p:nvPr/>
        </p:nvSpPr>
        <p:spPr>
          <a:xfrm>
            <a:off x="609600" y="3937635"/>
            <a:ext cx="10972800" cy="0"/>
          </a:xfrm>
          <a:prstGeom prst="line">
            <a:avLst/>
          </a:prstGeom>
          <a:noFill/>
          <a:ln w="9525">
            <a:solidFill>
              <a:srgbClr val="415864"/>
            </a:solidFill>
            <a:prstDash val="solid"/>
          </a:ln>
        </p:spPr>
        <p:txBody>
          <a:bodyPr/>
          <a:lstStyle/>
          <a:p>
            <a:endParaRPr lang="es-419"/>
          </a:p>
        </p:txBody>
      </p:sp>
      <p:sp>
        <p:nvSpPr>
          <p:cNvPr id="10" name="rule-157">
            <a:extLst>
              <a:ext uri="{FF2B5EF4-FFF2-40B4-BE49-F238E27FC236}">
                <a16:creationId xmlns:a16="http://schemas.microsoft.com/office/drawing/2014/main" id="{A7208C00-4754-4128-909D-99AAADB9F8B6}"/>
              </a:ext>
            </a:extLst>
          </p:cNvPr>
          <p:cNvSpPr>
            <a:spLocks noGrp="1"/>
          </p:cNvSpPr>
          <p:nvPr/>
        </p:nvSpPr>
        <p:spPr>
          <a:xfrm>
            <a:off x="609600" y="4612005"/>
            <a:ext cx="10972800" cy="0"/>
          </a:xfrm>
          <a:prstGeom prst="line">
            <a:avLst/>
          </a:prstGeom>
          <a:noFill/>
          <a:ln w="9525">
            <a:solidFill>
              <a:srgbClr val="415864"/>
            </a:solidFill>
            <a:prstDash val="solid"/>
          </a:ln>
        </p:spPr>
        <p:txBody>
          <a:bodyPr/>
          <a:lstStyle/>
          <a:p>
            <a:endParaRPr lang="es-419"/>
          </a:p>
        </p:txBody>
      </p:sp>
      <p:sp>
        <p:nvSpPr>
          <p:cNvPr id="11" name="rule-158">
            <a:extLst>
              <a:ext uri="{FF2B5EF4-FFF2-40B4-BE49-F238E27FC236}">
                <a16:creationId xmlns:a16="http://schemas.microsoft.com/office/drawing/2014/main" id="{517057A5-7797-4FA6-9C68-C50C2C085B42}"/>
              </a:ext>
            </a:extLst>
          </p:cNvPr>
          <p:cNvSpPr>
            <a:spLocks noGrp="1"/>
          </p:cNvSpPr>
          <p:nvPr/>
        </p:nvSpPr>
        <p:spPr>
          <a:xfrm>
            <a:off x="609600" y="5286375"/>
            <a:ext cx="10972800" cy="0"/>
          </a:xfrm>
          <a:prstGeom prst="line">
            <a:avLst/>
          </a:prstGeom>
          <a:noFill/>
          <a:ln w="9525">
            <a:solidFill>
              <a:srgbClr val="415864"/>
            </a:solidFill>
            <a:prstDash val="solid"/>
          </a:ln>
        </p:spPr>
        <p:txBody>
          <a:bodyPr/>
          <a:lstStyle/>
          <a:p>
            <a:endParaRPr lang="es-419"/>
          </a:p>
        </p:txBody>
      </p:sp>
      <p:sp>
        <p:nvSpPr>
          <p:cNvPr id="12" name="text-159">
            <a:extLst>
              <a:ext uri="{FF2B5EF4-FFF2-40B4-BE49-F238E27FC236}">
                <a16:creationId xmlns:a16="http://schemas.microsoft.com/office/drawing/2014/main" id="{DAEF91E6-999F-4F38-8C3A-C4B13DFCA369}"/>
              </a:ext>
            </a:extLst>
          </p:cNvPr>
          <p:cNvSpPr>
            <a:spLocks noGrp="1"/>
          </p:cNvSpPr>
          <p:nvPr/>
        </p:nvSpPr>
        <p:spPr>
          <a:xfrm>
            <a:off x="609600" y="5476875"/>
            <a:ext cx="10972800" cy="428625"/>
          </a:xfrm>
          <a:prstGeom prst="rect">
            <a:avLst/>
          </a:prstGeom>
          <a:noFill/>
          <a:ln w="0">
            <a:noFill/>
            <a:prstDash val="solid"/>
          </a:ln>
        </p:spPr>
        <p:txBody>
          <a:bodyPr wrap="square" lIns="0" tIns="0" rIns="0" bIns="0" anchor="t">
            <a:noAutofit/>
          </a:bodyPr>
          <a:lstStyle>
            <a:defPPr>
              <a:defRPr sz="1800" b="0">
                <a:solidFill>
                  <a:srgbClr val="9AC5CC"/>
                </a:solidFill>
                <a:latin typeface="Manrope"/>
                <a:ea typeface="Manrope"/>
                <a:cs typeface="Manrope"/>
              </a:defRPr>
            </a:defPPr>
            <a:lvl1pPr>
              <a:defRPr sz="1800" b="0">
                <a:solidFill>
                  <a:srgbClr val="9AC5CC"/>
                </a:solidFill>
                <a:latin typeface="Manrope"/>
                <a:ea typeface="Manrope"/>
                <a:cs typeface="Manrope"/>
              </a:defRPr>
            </a:lvl1pPr>
            <a:lvl2pPr>
              <a:defRPr sz="1800" b="0">
                <a:solidFill>
                  <a:srgbClr val="9AC5CC"/>
                </a:solidFill>
                <a:latin typeface="Manrope"/>
                <a:ea typeface="Manrope"/>
                <a:cs typeface="Manrope"/>
              </a:defRPr>
            </a:lvl2pPr>
            <a:lvl3pPr>
              <a:defRPr sz="1800" b="0">
                <a:solidFill>
                  <a:srgbClr val="9AC5CC"/>
                </a:solidFill>
                <a:latin typeface="Manrope"/>
                <a:ea typeface="Manrope"/>
                <a:cs typeface="Manrope"/>
              </a:defRPr>
            </a:lvl3pPr>
            <a:lvl4pPr>
              <a:defRPr sz="1800" b="0">
                <a:solidFill>
                  <a:srgbClr val="9AC5CC"/>
                </a:solidFill>
                <a:latin typeface="Manrope"/>
                <a:ea typeface="Manrope"/>
                <a:cs typeface="Manrope"/>
              </a:defRPr>
            </a:lvl4pPr>
            <a:lvl5pPr>
              <a:defRPr sz="1800" b="0">
                <a:solidFill>
                  <a:srgbClr val="9AC5CC"/>
                </a:solidFill>
                <a:latin typeface="Manrope"/>
                <a:ea typeface="Manrope"/>
                <a:cs typeface="Manrope"/>
              </a:defRPr>
            </a:lvl5pPr>
            <a:lvl6pPr>
              <a:defRPr sz="1800" b="0">
                <a:solidFill>
                  <a:srgbClr val="9AC5CC"/>
                </a:solidFill>
                <a:latin typeface="Manrope"/>
                <a:ea typeface="Manrope"/>
                <a:cs typeface="Manrope"/>
              </a:defRPr>
            </a:lvl6pPr>
            <a:lvl7pPr>
              <a:defRPr sz="1800" b="0">
                <a:solidFill>
                  <a:srgbClr val="9AC5CC"/>
                </a:solidFill>
                <a:latin typeface="Manrope"/>
                <a:ea typeface="Manrope"/>
                <a:cs typeface="Manrope"/>
              </a:defRPr>
            </a:lvl7pPr>
            <a:lvl8pPr>
              <a:defRPr sz="1800" b="0">
                <a:solidFill>
                  <a:srgbClr val="9AC5CC"/>
                </a:solidFill>
                <a:latin typeface="Manrope"/>
                <a:ea typeface="Manrope"/>
                <a:cs typeface="Manrope"/>
              </a:defRPr>
            </a:lvl8pPr>
            <a:lvl9pPr>
              <a:defRPr sz="1800" b="0">
                <a:solidFill>
                  <a:srgbClr val="9AC5CC"/>
                </a:solidFill>
                <a:latin typeface="Manrope"/>
                <a:ea typeface="Manrope"/>
                <a:cs typeface="Manrope"/>
              </a:defRPr>
            </a:lvl9pPr>
          </a:lstStyle>
          <a:p>
            <a:pPr>
              <a:defRPr sz="1800" b="0">
                <a:solidFill>
                  <a:srgbClr val="9AC5CC"/>
                </a:solidFill>
                <a:latin typeface="Manrope"/>
                <a:ea typeface="Manrope"/>
                <a:cs typeface="Manrope"/>
              </a:defRPr>
            </a:pPr>
            <a:r>
              <a:rPr sz="1800" b="0">
                <a:solidFill>
                  <a:srgbClr val="9AC5CC"/>
                </a:solidFill>
                <a:latin typeface="Manrope"/>
                <a:ea typeface="Manrope"/>
                <a:cs typeface="Manrope"/>
              </a:rPr>
              <a:t>24 palabras. Esquemas lentos: 4 usuarios y hasta 10 candidatas.</a:t>
            </a:r>
          </a:p>
        </p:txBody>
      </p:sp>
      <p:sp>
        <p:nvSpPr>
          <p:cNvPr id="13" name="text-160">
            <a:extLst>
              <a:ext uri="{FF2B5EF4-FFF2-40B4-BE49-F238E27FC236}">
                <a16:creationId xmlns:a16="http://schemas.microsoft.com/office/drawing/2014/main" id="{D2D82C52-9E28-41F7-98D2-714BD58B8F10}"/>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9AC5CC"/>
                </a:solidFill>
                <a:latin typeface="Manrope"/>
                <a:ea typeface="Manrope"/>
                <a:cs typeface="Manrope"/>
              </a:defRPr>
            </a:defPPr>
            <a:lvl1pPr>
              <a:defRPr sz="1200" b="0">
                <a:solidFill>
                  <a:srgbClr val="9AC5CC"/>
                </a:solidFill>
                <a:latin typeface="Manrope"/>
                <a:ea typeface="Manrope"/>
                <a:cs typeface="Manrope"/>
              </a:defRPr>
            </a:lvl1pPr>
            <a:lvl2pPr>
              <a:defRPr sz="1200" b="0">
                <a:solidFill>
                  <a:srgbClr val="9AC5CC"/>
                </a:solidFill>
                <a:latin typeface="Manrope"/>
                <a:ea typeface="Manrope"/>
                <a:cs typeface="Manrope"/>
              </a:defRPr>
            </a:lvl2pPr>
            <a:lvl3pPr>
              <a:defRPr sz="1200" b="0">
                <a:solidFill>
                  <a:srgbClr val="9AC5CC"/>
                </a:solidFill>
                <a:latin typeface="Manrope"/>
                <a:ea typeface="Manrope"/>
                <a:cs typeface="Manrope"/>
              </a:defRPr>
            </a:lvl3pPr>
            <a:lvl4pPr>
              <a:defRPr sz="1200" b="0">
                <a:solidFill>
                  <a:srgbClr val="9AC5CC"/>
                </a:solidFill>
                <a:latin typeface="Manrope"/>
                <a:ea typeface="Manrope"/>
                <a:cs typeface="Manrope"/>
              </a:defRPr>
            </a:lvl4pPr>
            <a:lvl5pPr>
              <a:defRPr sz="1200" b="0">
                <a:solidFill>
                  <a:srgbClr val="9AC5CC"/>
                </a:solidFill>
                <a:latin typeface="Manrope"/>
                <a:ea typeface="Manrope"/>
                <a:cs typeface="Manrope"/>
              </a:defRPr>
            </a:lvl5pPr>
            <a:lvl6pPr>
              <a:defRPr sz="1200" b="0">
                <a:solidFill>
                  <a:srgbClr val="9AC5CC"/>
                </a:solidFill>
                <a:latin typeface="Manrope"/>
                <a:ea typeface="Manrope"/>
                <a:cs typeface="Manrope"/>
              </a:defRPr>
            </a:lvl6pPr>
            <a:lvl7pPr>
              <a:defRPr sz="1200" b="0">
                <a:solidFill>
                  <a:srgbClr val="9AC5CC"/>
                </a:solidFill>
                <a:latin typeface="Manrope"/>
                <a:ea typeface="Manrope"/>
                <a:cs typeface="Manrope"/>
              </a:defRPr>
            </a:lvl7pPr>
            <a:lvl8pPr>
              <a:defRPr sz="1200" b="0">
                <a:solidFill>
                  <a:srgbClr val="9AC5CC"/>
                </a:solidFill>
                <a:latin typeface="Manrope"/>
                <a:ea typeface="Manrope"/>
                <a:cs typeface="Manrope"/>
              </a:defRPr>
            </a:lvl8pPr>
            <a:lvl9pPr>
              <a:defRPr sz="1200" b="0">
                <a:solidFill>
                  <a:srgbClr val="9AC5CC"/>
                </a:solidFill>
                <a:latin typeface="Manrope"/>
                <a:ea typeface="Manrope"/>
                <a:cs typeface="Manrope"/>
              </a:defRPr>
            </a:lvl9pPr>
          </a:lstStyle>
          <a:p>
            <a:pPr>
              <a:defRPr sz="1200" b="0">
                <a:solidFill>
                  <a:srgbClr val="9AC5CC"/>
                </a:solidFill>
                <a:latin typeface="Manrope"/>
                <a:ea typeface="Manrope"/>
                <a:cs typeface="Manrope"/>
              </a:defRPr>
            </a:pPr>
            <a:r>
              <a:rPr sz="1200" b="0">
                <a:solidFill>
                  <a:srgbClr val="9AC5CC"/>
                </a:solidFill>
                <a:latin typeface="Manrope"/>
                <a:ea typeface="Manrope"/>
                <a:cs typeface="Manrope"/>
              </a:rPr>
              <a:t>Corrida guardada en resultados/ataque.txt. Las cargas del ataque son distintas.</a:t>
            </a:r>
          </a:p>
        </p:txBody>
      </p:sp>
    </p:spTree>
    <p:extLst>
      <p:ext uri="{BB962C8B-B14F-4D97-AF65-F5344CB8AC3E}">
        <p14:creationId xmlns:p14="http://schemas.microsoft.com/office/powerpoint/2010/main" val="933622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1EB"/>
        </a:solidFill>
        <a:effectLst/>
      </p:bgPr>
    </p:bg>
    <p:spTree>
      <p:nvGrpSpPr>
        <p:cNvPr id="1" name=""/>
        <p:cNvGrpSpPr/>
        <p:nvPr/>
      </p:nvGrpSpPr>
      <p:grpSpPr>
        <a:xfrm>
          <a:off x="0" y="0"/>
          <a:ext cx="0" cy="0"/>
          <a:chOff x="0" y="0"/>
          <a:chExt cx="0" cy="0"/>
        </a:xfrm>
      </p:grpSpPr>
      <p:sp>
        <p:nvSpPr>
          <p:cNvPr id="2" name="text-161">
            <a:extLst>
              <a:ext uri="{FF2B5EF4-FFF2-40B4-BE49-F238E27FC236}">
                <a16:creationId xmlns:a16="http://schemas.microsoft.com/office/drawing/2014/main" id="{BA1DF221-FDBF-4587-A054-04DAD64520CA}"/>
              </a:ext>
            </a:extLst>
          </p:cNvPr>
          <p:cNvSpPr>
            <a:spLocks noGrp="1"/>
          </p:cNvSpPr>
          <p:nvPr/>
        </p:nvSpPr>
        <p:spPr>
          <a:xfrm>
            <a:off x="609600" y="371475"/>
            <a:ext cx="962025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RESULTADOS MEDIDOS</a:t>
            </a:r>
          </a:p>
        </p:txBody>
      </p:sp>
      <p:sp>
        <p:nvSpPr>
          <p:cNvPr id="3" name="text-162">
            <a:extLst>
              <a:ext uri="{FF2B5EF4-FFF2-40B4-BE49-F238E27FC236}">
                <a16:creationId xmlns:a16="http://schemas.microsoft.com/office/drawing/2014/main" id="{1154264D-F40F-4283-96C4-C4D1606A8BBC}"/>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122630"/>
                </a:solidFill>
                <a:latin typeface="Manrope"/>
                <a:ea typeface="Manrope"/>
                <a:cs typeface="Manrope"/>
              </a:defRPr>
            </a:defPPr>
            <a:lvl1pPr>
              <a:defRPr sz="3900" b="1">
                <a:solidFill>
                  <a:srgbClr val="122630"/>
                </a:solidFill>
                <a:latin typeface="Manrope"/>
                <a:ea typeface="Manrope"/>
                <a:cs typeface="Manrope"/>
              </a:defRPr>
            </a:lvl1pPr>
            <a:lvl2pPr>
              <a:defRPr sz="3900" b="1">
                <a:solidFill>
                  <a:srgbClr val="122630"/>
                </a:solidFill>
                <a:latin typeface="Manrope"/>
                <a:ea typeface="Manrope"/>
                <a:cs typeface="Manrope"/>
              </a:defRPr>
            </a:lvl2pPr>
            <a:lvl3pPr>
              <a:defRPr sz="3900" b="1">
                <a:solidFill>
                  <a:srgbClr val="122630"/>
                </a:solidFill>
                <a:latin typeface="Manrope"/>
                <a:ea typeface="Manrope"/>
                <a:cs typeface="Manrope"/>
              </a:defRPr>
            </a:lvl3pPr>
            <a:lvl4pPr>
              <a:defRPr sz="3900" b="1">
                <a:solidFill>
                  <a:srgbClr val="122630"/>
                </a:solidFill>
                <a:latin typeface="Manrope"/>
                <a:ea typeface="Manrope"/>
                <a:cs typeface="Manrope"/>
              </a:defRPr>
            </a:lvl4pPr>
            <a:lvl5pPr>
              <a:defRPr sz="3900" b="1">
                <a:solidFill>
                  <a:srgbClr val="122630"/>
                </a:solidFill>
                <a:latin typeface="Manrope"/>
                <a:ea typeface="Manrope"/>
                <a:cs typeface="Manrope"/>
              </a:defRPr>
            </a:lvl5pPr>
            <a:lvl6pPr>
              <a:defRPr sz="3900" b="1">
                <a:solidFill>
                  <a:srgbClr val="122630"/>
                </a:solidFill>
                <a:latin typeface="Manrope"/>
                <a:ea typeface="Manrope"/>
                <a:cs typeface="Manrope"/>
              </a:defRPr>
            </a:lvl6pPr>
            <a:lvl7pPr>
              <a:defRPr sz="3900" b="1">
                <a:solidFill>
                  <a:srgbClr val="122630"/>
                </a:solidFill>
                <a:latin typeface="Manrope"/>
                <a:ea typeface="Manrope"/>
                <a:cs typeface="Manrope"/>
              </a:defRPr>
            </a:lvl7pPr>
            <a:lvl8pPr>
              <a:defRPr sz="3900" b="1">
                <a:solidFill>
                  <a:srgbClr val="122630"/>
                </a:solidFill>
                <a:latin typeface="Manrope"/>
                <a:ea typeface="Manrope"/>
                <a:cs typeface="Manrope"/>
              </a:defRPr>
            </a:lvl8pPr>
            <a:lvl9pPr>
              <a:defRPr sz="3900" b="1">
                <a:solidFill>
                  <a:srgbClr val="122630"/>
                </a:solidFill>
                <a:latin typeface="Manrope"/>
                <a:ea typeface="Manrope"/>
                <a:cs typeface="Manrope"/>
              </a:defRPr>
            </a:lvl9pPr>
          </a:lstStyle>
          <a:p>
            <a:pPr>
              <a:defRPr sz="3900" b="1">
                <a:solidFill>
                  <a:srgbClr val="122630"/>
                </a:solidFill>
                <a:latin typeface="Manrope"/>
                <a:ea typeface="Manrope"/>
                <a:cs typeface="Manrope"/>
              </a:defRPr>
            </a:pPr>
            <a:r>
              <a:rPr sz="3900" b="1">
                <a:solidFill>
                  <a:srgbClr val="122630"/>
                </a:solidFill>
                <a:latin typeface="Manrope"/>
                <a:ea typeface="Manrope"/>
                <a:cs typeface="Manrope"/>
              </a:rPr>
              <a:t>El tiempo también protege</a:t>
            </a:r>
          </a:p>
        </p:txBody>
      </p:sp>
      <p:sp>
        <p:nvSpPr>
          <p:cNvPr id="4" name="text-163">
            <a:extLst>
              <a:ext uri="{FF2B5EF4-FFF2-40B4-BE49-F238E27FC236}">
                <a16:creationId xmlns:a16="http://schemas.microsoft.com/office/drawing/2014/main" id="{D425B5D7-6072-459A-BF96-9AAD20F7B44A}"/>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61717A"/>
                </a:solidFill>
                <a:latin typeface="Manrope"/>
                <a:ea typeface="Manrope"/>
                <a:cs typeface="Manrope"/>
              </a:defRPr>
            </a:defPPr>
            <a:lvl1pPr>
              <a:defRPr sz="1050" b="0">
                <a:solidFill>
                  <a:srgbClr val="61717A"/>
                </a:solidFill>
                <a:latin typeface="Manrope"/>
                <a:ea typeface="Manrope"/>
                <a:cs typeface="Manrope"/>
              </a:defRPr>
            </a:lvl1pPr>
            <a:lvl2pPr>
              <a:defRPr sz="1050" b="0">
                <a:solidFill>
                  <a:srgbClr val="61717A"/>
                </a:solidFill>
                <a:latin typeface="Manrope"/>
                <a:ea typeface="Manrope"/>
                <a:cs typeface="Manrope"/>
              </a:defRPr>
            </a:lvl2pPr>
            <a:lvl3pPr>
              <a:defRPr sz="1050" b="0">
                <a:solidFill>
                  <a:srgbClr val="61717A"/>
                </a:solidFill>
                <a:latin typeface="Manrope"/>
                <a:ea typeface="Manrope"/>
                <a:cs typeface="Manrope"/>
              </a:defRPr>
            </a:lvl3pPr>
            <a:lvl4pPr>
              <a:defRPr sz="1050" b="0">
                <a:solidFill>
                  <a:srgbClr val="61717A"/>
                </a:solidFill>
                <a:latin typeface="Manrope"/>
                <a:ea typeface="Manrope"/>
                <a:cs typeface="Manrope"/>
              </a:defRPr>
            </a:lvl4pPr>
            <a:lvl5pPr>
              <a:defRPr sz="1050" b="0">
                <a:solidFill>
                  <a:srgbClr val="61717A"/>
                </a:solidFill>
                <a:latin typeface="Manrope"/>
                <a:ea typeface="Manrope"/>
                <a:cs typeface="Manrope"/>
              </a:defRPr>
            </a:lvl5pPr>
            <a:lvl6pPr>
              <a:defRPr sz="1050" b="0">
                <a:solidFill>
                  <a:srgbClr val="61717A"/>
                </a:solidFill>
                <a:latin typeface="Manrope"/>
                <a:ea typeface="Manrope"/>
                <a:cs typeface="Manrope"/>
              </a:defRPr>
            </a:lvl6pPr>
            <a:lvl7pPr>
              <a:defRPr sz="1050" b="0">
                <a:solidFill>
                  <a:srgbClr val="61717A"/>
                </a:solidFill>
                <a:latin typeface="Manrope"/>
                <a:ea typeface="Manrope"/>
                <a:cs typeface="Manrope"/>
              </a:defRPr>
            </a:lvl7pPr>
            <a:lvl8pPr>
              <a:defRPr sz="1050" b="0">
                <a:solidFill>
                  <a:srgbClr val="61717A"/>
                </a:solidFill>
                <a:latin typeface="Manrope"/>
                <a:ea typeface="Manrope"/>
                <a:cs typeface="Manrope"/>
              </a:defRPr>
            </a:lvl8pPr>
            <a:lvl9pPr>
              <a:defRPr sz="1050" b="0">
                <a:solidFill>
                  <a:srgbClr val="61717A"/>
                </a:solidFill>
                <a:latin typeface="Manrope"/>
                <a:ea typeface="Manrope"/>
                <a:cs typeface="Manrope"/>
              </a:defRPr>
            </a:lvl9pPr>
          </a:lstStyle>
          <a:p>
            <a:pPr>
              <a:defRPr sz="1050" b="0">
                <a:solidFill>
                  <a:srgbClr val="61717A"/>
                </a:solidFill>
                <a:latin typeface="Manrope"/>
                <a:ea typeface="Manrope"/>
                <a:cs typeface="Manrope"/>
              </a:defRPr>
            </a:pPr>
            <a:r>
              <a:rPr sz="1050" b="0">
                <a:solidFill>
                  <a:srgbClr val="61717A"/>
                </a:solidFill>
                <a:latin typeface="Manrope"/>
                <a:ea typeface="Manrope"/>
                <a:cs typeface="Manrope"/>
              </a:rPr>
              <a:t>ITI-922  /  GRUPO 6</a:t>
            </a:r>
          </a:p>
        </p:txBody>
      </p:sp>
      <p:sp>
        <p:nvSpPr>
          <p:cNvPr id="5" name="text-164">
            <a:extLst>
              <a:ext uri="{FF2B5EF4-FFF2-40B4-BE49-F238E27FC236}">
                <a16:creationId xmlns:a16="http://schemas.microsoft.com/office/drawing/2014/main" id="{E3318B51-BDC6-425B-A5C2-C0822DF31C90}"/>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61717A"/>
                </a:solidFill>
                <a:latin typeface="Manrope"/>
                <a:ea typeface="Manrope"/>
                <a:cs typeface="Manrope"/>
              </a:defRPr>
            </a:defPPr>
            <a:lvl1pPr algn="r">
              <a:defRPr sz="1425" b="0">
                <a:solidFill>
                  <a:srgbClr val="61717A"/>
                </a:solidFill>
                <a:latin typeface="Manrope"/>
                <a:ea typeface="Manrope"/>
                <a:cs typeface="Manrope"/>
              </a:defRPr>
            </a:lvl1pPr>
            <a:lvl2pPr algn="r">
              <a:defRPr sz="1425" b="0">
                <a:solidFill>
                  <a:srgbClr val="61717A"/>
                </a:solidFill>
                <a:latin typeface="Manrope"/>
                <a:ea typeface="Manrope"/>
                <a:cs typeface="Manrope"/>
              </a:defRPr>
            </a:lvl2pPr>
            <a:lvl3pPr algn="r">
              <a:defRPr sz="1425" b="0">
                <a:solidFill>
                  <a:srgbClr val="61717A"/>
                </a:solidFill>
                <a:latin typeface="Manrope"/>
                <a:ea typeface="Manrope"/>
                <a:cs typeface="Manrope"/>
              </a:defRPr>
            </a:lvl3pPr>
            <a:lvl4pPr algn="r">
              <a:defRPr sz="1425" b="0">
                <a:solidFill>
                  <a:srgbClr val="61717A"/>
                </a:solidFill>
                <a:latin typeface="Manrope"/>
                <a:ea typeface="Manrope"/>
                <a:cs typeface="Manrope"/>
              </a:defRPr>
            </a:lvl4pPr>
            <a:lvl5pPr algn="r">
              <a:defRPr sz="1425" b="0">
                <a:solidFill>
                  <a:srgbClr val="61717A"/>
                </a:solidFill>
                <a:latin typeface="Manrope"/>
                <a:ea typeface="Manrope"/>
                <a:cs typeface="Manrope"/>
              </a:defRPr>
            </a:lvl5pPr>
            <a:lvl6pPr algn="r">
              <a:defRPr sz="1425" b="0">
                <a:solidFill>
                  <a:srgbClr val="61717A"/>
                </a:solidFill>
                <a:latin typeface="Manrope"/>
                <a:ea typeface="Manrope"/>
                <a:cs typeface="Manrope"/>
              </a:defRPr>
            </a:lvl6pPr>
            <a:lvl7pPr algn="r">
              <a:defRPr sz="1425" b="0">
                <a:solidFill>
                  <a:srgbClr val="61717A"/>
                </a:solidFill>
                <a:latin typeface="Manrope"/>
                <a:ea typeface="Manrope"/>
                <a:cs typeface="Manrope"/>
              </a:defRPr>
            </a:lvl7pPr>
            <a:lvl8pPr algn="r">
              <a:defRPr sz="1425" b="0">
                <a:solidFill>
                  <a:srgbClr val="61717A"/>
                </a:solidFill>
                <a:latin typeface="Manrope"/>
                <a:ea typeface="Manrope"/>
                <a:cs typeface="Manrope"/>
              </a:defRPr>
            </a:lvl8pPr>
            <a:lvl9pPr algn="r">
              <a:defRPr sz="1425" b="0">
                <a:solidFill>
                  <a:srgbClr val="61717A"/>
                </a:solidFill>
                <a:latin typeface="Manrope"/>
                <a:ea typeface="Manrope"/>
                <a:cs typeface="Manrope"/>
              </a:defRPr>
            </a:lvl9pPr>
          </a:lstStyle>
          <a:p>
            <a:pPr algn="r">
              <a:defRPr sz="1425" b="0">
                <a:solidFill>
                  <a:srgbClr val="61717A"/>
                </a:solidFill>
                <a:latin typeface="Manrope"/>
                <a:ea typeface="Manrope"/>
                <a:cs typeface="Manrope"/>
              </a:defRPr>
            </a:pPr>
            <a:r>
              <a:rPr sz="1425" b="0">
                <a:solidFill>
                  <a:srgbClr val="61717A"/>
                </a:solidFill>
                <a:latin typeface="Manrope"/>
                <a:ea typeface="Manrope"/>
                <a:cs typeface="Manrope"/>
              </a:rPr>
              <a:t>13</a:t>
            </a:r>
          </a:p>
        </p:txBody>
      </p:sp>
      <p:sp>
        <p:nvSpPr>
          <p:cNvPr id="6" name="text-165">
            <a:extLst>
              <a:ext uri="{FF2B5EF4-FFF2-40B4-BE49-F238E27FC236}">
                <a16:creationId xmlns:a16="http://schemas.microsoft.com/office/drawing/2014/main" id="{AD33FBC4-E95C-4602-8946-283953F6A0BB}"/>
              </a:ext>
            </a:extLst>
          </p:cNvPr>
          <p:cNvSpPr>
            <a:spLocks noGrp="1"/>
          </p:cNvSpPr>
          <p:nvPr/>
        </p:nvSpPr>
        <p:spPr>
          <a:xfrm>
            <a:off x="609600" y="2009775"/>
            <a:ext cx="5105400" cy="428625"/>
          </a:xfrm>
          <a:prstGeom prst="rect">
            <a:avLst/>
          </a:prstGeom>
          <a:noFill/>
          <a:ln w="0">
            <a:noFill/>
            <a:prstDash val="solid"/>
          </a:ln>
        </p:spPr>
        <p:txBody>
          <a:bodyPr wrap="square" lIns="0" tIns="0" rIns="0" bIns="0" anchor="t">
            <a:noAutofit/>
          </a:bodyPr>
          <a:lstStyle>
            <a:defPPr>
              <a:defRPr sz="2025" b="1">
                <a:solidFill>
                  <a:srgbClr val="A5653E"/>
                </a:solidFill>
                <a:latin typeface="Manrope"/>
                <a:ea typeface="Manrope"/>
                <a:cs typeface="Manrope"/>
              </a:defRPr>
            </a:defPPr>
            <a:lvl1pPr>
              <a:defRPr sz="2025" b="1">
                <a:solidFill>
                  <a:srgbClr val="A5653E"/>
                </a:solidFill>
                <a:latin typeface="Manrope"/>
                <a:ea typeface="Manrope"/>
                <a:cs typeface="Manrope"/>
              </a:defRPr>
            </a:lvl1pPr>
            <a:lvl2pPr>
              <a:defRPr sz="2025" b="1">
                <a:solidFill>
                  <a:srgbClr val="A5653E"/>
                </a:solidFill>
                <a:latin typeface="Manrope"/>
                <a:ea typeface="Manrope"/>
                <a:cs typeface="Manrope"/>
              </a:defRPr>
            </a:lvl2pPr>
            <a:lvl3pPr>
              <a:defRPr sz="2025" b="1">
                <a:solidFill>
                  <a:srgbClr val="A5653E"/>
                </a:solidFill>
                <a:latin typeface="Manrope"/>
                <a:ea typeface="Manrope"/>
                <a:cs typeface="Manrope"/>
              </a:defRPr>
            </a:lvl3pPr>
            <a:lvl4pPr>
              <a:defRPr sz="2025" b="1">
                <a:solidFill>
                  <a:srgbClr val="A5653E"/>
                </a:solidFill>
                <a:latin typeface="Manrope"/>
                <a:ea typeface="Manrope"/>
                <a:cs typeface="Manrope"/>
              </a:defRPr>
            </a:lvl4pPr>
            <a:lvl5pPr>
              <a:defRPr sz="2025" b="1">
                <a:solidFill>
                  <a:srgbClr val="A5653E"/>
                </a:solidFill>
                <a:latin typeface="Manrope"/>
                <a:ea typeface="Manrope"/>
                <a:cs typeface="Manrope"/>
              </a:defRPr>
            </a:lvl5pPr>
            <a:lvl6pPr>
              <a:defRPr sz="2025" b="1">
                <a:solidFill>
                  <a:srgbClr val="A5653E"/>
                </a:solidFill>
                <a:latin typeface="Manrope"/>
                <a:ea typeface="Manrope"/>
                <a:cs typeface="Manrope"/>
              </a:defRPr>
            </a:lvl6pPr>
            <a:lvl7pPr>
              <a:defRPr sz="2025" b="1">
                <a:solidFill>
                  <a:srgbClr val="A5653E"/>
                </a:solidFill>
                <a:latin typeface="Manrope"/>
                <a:ea typeface="Manrope"/>
                <a:cs typeface="Manrope"/>
              </a:defRPr>
            </a:lvl7pPr>
            <a:lvl8pPr>
              <a:defRPr sz="2025" b="1">
                <a:solidFill>
                  <a:srgbClr val="A5653E"/>
                </a:solidFill>
                <a:latin typeface="Manrope"/>
                <a:ea typeface="Manrope"/>
                <a:cs typeface="Manrope"/>
              </a:defRPr>
            </a:lvl8pPr>
            <a:lvl9pPr>
              <a:defRPr sz="2025" b="1">
                <a:solidFill>
                  <a:srgbClr val="A5653E"/>
                </a:solidFill>
                <a:latin typeface="Manrope"/>
                <a:ea typeface="Manrope"/>
                <a:cs typeface="Manrope"/>
              </a:defRPr>
            </a:lvl9pPr>
          </a:lstStyle>
          <a:p>
            <a:pPr>
              <a:defRPr sz="2025" b="1">
                <a:solidFill>
                  <a:srgbClr val="A5653E"/>
                </a:solidFill>
                <a:latin typeface="Manrope"/>
                <a:ea typeface="Manrope"/>
                <a:cs typeface="Manrope"/>
              </a:defRPr>
            </a:pPr>
            <a:r>
              <a:rPr sz="2025" b="1">
                <a:solidFill>
                  <a:srgbClr val="A5653E"/>
                </a:solidFill>
                <a:latin typeface="Manrope"/>
                <a:ea typeface="Manrope"/>
                <a:cs typeface="Manrope"/>
              </a:rPr>
              <a:t>MD5 y SHA-256</a:t>
            </a:r>
          </a:p>
        </p:txBody>
      </p:sp>
      <p:sp>
        <p:nvSpPr>
          <p:cNvPr id="7" name="text-166">
            <a:extLst>
              <a:ext uri="{FF2B5EF4-FFF2-40B4-BE49-F238E27FC236}">
                <a16:creationId xmlns:a16="http://schemas.microsoft.com/office/drawing/2014/main" id="{6F4D20A7-267D-4E0B-ACC8-66C3C5AC608B}"/>
              </a:ext>
            </a:extLst>
          </p:cNvPr>
          <p:cNvSpPr>
            <a:spLocks noGrp="1"/>
          </p:cNvSpPr>
          <p:nvPr/>
        </p:nvSpPr>
        <p:spPr>
          <a:xfrm>
            <a:off x="6477000" y="2009775"/>
            <a:ext cx="5105400" cy="428625"/>
          </a:xfrm>
          <a:prstGeom prst="rect">
            <a:avLst/>
          </a:prstGeom>
          <a:noFill/>
          <a:ln w="0">
            <a:noFill/>
            <a:prstDash val="solid"/>
          </a:ln>
        </p:spPr>
        <p:txBody>
          <a:bodyPr wrap="square" lIns="0" tIns="0" rIns="0" bIns="0" anchor="t">
            <a:noAutofit/>
          </a:bodyPr>
          <a:lstStyle>
            <a:defPPr>
              <a:defRPr sz="2025" b="1">
                <a:solidFill>
                  <a:srgbClr val="287F83"/>
                </a:solidFill>
                <a:latin typeface="Manrope"/>
                <a:ea typeface="Manrope"/>
                <a:cs typeface="Manrope"/>
              </a:defRPr>
            </a:defPPr>
            <a:lvl1pPr>
              <a:defRPr sz="2025" b="1">
                <a:solidFill>
                  <a:srgbClr val="287F83"/>
                </a:solidFill>
                <a:latin typeface="Manrope"/>
                <a:ea typeface="Manrope"/>
                <a:cs typeface="Manrope"/>
              </a:defRPr>
            </a:lvl1pPr>
            <a:lvl2pPr>
              <a:defRPr sz="2025" b="1">
                <a:solidFill>
                  <a:srgbClr val="287F83"/>
                </a:solidFill>
                <a:latin typeface="Manrope"/>
                <a:ea typeface="Manrope"/>
                <a:cs typeface="Manrope"/>
              </a:defRPr>
            </a:lvl2pPr>
            <a:lvl3pPr>
              <a:defRPr sz="2025" b="1">
                <a:solidFill>
                  <a:srgbClr val="287F83"/>
                </a:solidFill>
                <a:latin typeface="Manrope"/>
                <a:ea typeface="Manrope"/>
                <a:cs typeface="Manrope"/>
              </a:defRPr>
            </a:lvl3pPr>
            <a:lvl4pPr>
              <a:defRPr sz="2025" b="1">
                <a:solidFill>
                  <a:srgbClr val="287F83"/>
                </a:solidFill>
                <a:latin typeface="Manrope"/>
                <a:ea typeface="Manrope"/>
                <a:cs typeface="Manrope"/>
              </a:defRPr>
            </a:lvl4pPr>
            <a:lvl5pPr>
              <a:defRPr sz="2025" b="1">
                <a:solidFill>
                  <a:srgbClr val="287F83"/>
                </a:solidFill>
                <a:latin typeface="Manrope"/>
                <a:ea typeface="Manrope"/>
                <a:cs typeface="Manrope"/>
              </a:defRPr>
            </a:lvl5pPr>
            <a:lvl6pPr>
              <a:defRPr sz="2025" b="1">
                <a:solidFill>
                  <a:srgbClr val="287F83"/>
                </a:solidFill>
                <a:latin typeface="Manrope"/>
                <a:ea typeface="Manrope"/>
                <a:cs typeface="Manrope"/>
              </a:defRPr>
            </a:lvl6pPr>
            <a:lvl7pPr>
              <a:defRPr sz="2025" b="1">
                <a:solidFill>
                  <a:srgbClr val="287F83"/>
                </a:solidFill>
                <a:latin typeface="Manrope"/>
                <a:ea typeface="Manrope"/>
                <a:cs typeface="Manrope"/>
              </a:defRPr>
            </a:lvl7pPr>
            <a:lvl8pPr>
              <a:defRPr sz="2025" b="1">
                <a:solidFill>
                  <a:srgbClr val="287F83"/>
                </a:solidFill>
                <a:latin typeface="Manrope"/>
                <a:ea typeface="Manrope"/>
                <a:cs typeface="Manrope"/>
              </a:defRPr>
            </a:lvl8pPr>
            <a:lvl9pPr>
              <a:defRPr sz="2025" b="1">
                <a:solidFill>
                  <a:srgbClr val="287F83"/>
                </a:solidFill>
                <a:latin typeface="Manrope"/>
                <a:ea typeface="Manrope"/>
                <a:cs typeface="Manrope"/>
              </a:defRPr>
            </a:lvl9pPr>
          </a:lstStyle>
          <a:p>
            <a:pPr>
              <a:defRPr sz="2025" b="1">
                <a:solidFill>
                  <a:srgbClr val="287F83"/>
                </a:solidFill>
                <a:latin typeface="Manrope"/>
                <a:ea typeface="Manrope"/>
                <a:cs typeface="Manrope"/>
              </a:defRPr>
            </a:pPr>
            <a:r>
              <a:rPr sz="2025" b="1">
                <a:solidFill>
                  <a:srgbClr val="287F83"/>
                </a:solidFill>
                <a:latin typeface="Manrope"/>
                <a:ea typeface="Manrope"/>
                <a:cs typeface="Manrope"/>
              </a:rPr>
              <a:t>bcrypt y Argon2id</a:t>
            </a:r>
          </a:p>
        </p:txBody>
      </p:sp>
      <p:graphicFrame>
        <p:nvGraphicFramePr>
          <p:cNvPr id="8" name="Chart">
            <a:extLst>
              <a:ext uri="{FF2B5EF4-FFF2-40B4-BE49-F238E27FC236}">
                <a16:creationId xmlns:a16="http://schemas.microsoft.com/office/drawing/2014/main" id="{3C6487BA-A3CC-476D-8C6B-311645934FFE}"/>
              </a:ext>
            </a:extLst>
          </p:cNvPr>
          <p:cNvGraphicFramePr/>
          <p:nvPr/>
        </p:nvGraphicFramePr>
        <p:xfrm>
          <a:off x="609600" y="2590800"/>
          <a:ext cx="5105400" cy="28575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a:extLst>
              <a:ext uri="{FF2B5EF4-FFF2-40B4-BE49-F238E27FC236}">
                <a16:creationId xmlns:a16="http://schemas.microsoft.com/office/drawing/2014/main" id="{5CB79BA4-D8C6-49F1-A024-0E502ED9B9A1}"/>
              </a:ext>
            </a:extLst>
          </p:cNvPr>
          <p:cNvGraphicFramePr/>
          <p:nvPr/>
        </p:nvGraphicFramePr>
        <p:xfrm>
          <a:off x="6477000" y="2590800"/>
          <a:ext cx="5105400" cy="28575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167">
            <a:extLst>
              <a:ext uri="{FF2B5EF4-FFF2-40B4-BE49-F238E27FC236}">
                <a16:creationId xmlns:a16="http://schemas.microsoft.com/office/drawing/2014/main" id="{54319377-92EC-4113-9ACE-A2DB2DE8BAD0}"/>
              </a:ext>
            </a:extLst>
          </p:cNvPr>
          <p:cNvSpPr>
            <a:spLocks noGrp="1"/>
          </p:cNvSpPr>
          <p:nvPr/>
        </p:nvSpPr>
        <p:spPr>
          <a:xfrm>
            <a:off x="609600" y="5562600"/>
            <a:ext cx="5105400" cy="285750"/>
          </a:xfrm>
          <a:prstGeom prst="rect">
            <a:avLst/>
          </a:prstGeom>
          <a:noFill/>
          <a:ln w="0">
            <a:noFill/>
            <a:prstDash val="solid"/>
          </a:ln>
        </p:spPr>
        <p:txBody>
          <a:bodyPr wrap="square" lIns="0" tIns="0" rIns="0" bIns="0" anchor="t">
            <a:noAutofit/>
          </a:bodyPr>
          <a:lstStyle>
            <a:defPPr>
              <a:defRPr sz="1275" b="1">
                <a:solidFill>
                  <a:srgbClr val="61717A"/>
                </a:solidFill>
                <a:latin typeface="Manrope"/>
                <a:ea typeface="Manrope"/>
                <a:cs typeface="Manrope"/>
              </a:defRPr>
            </a:defPPr>
            <a:lvl1pPr>
              <a:defRPr sz="1275" b="1">
                <a:solidFill>
                  <a:srgbClr val="61717A"/>
                </a:solidFill>
                <a:latin typeface="Manrope"/>
                <a:ea typeface="Manrope"/>
                <a:cs typeface="Manrope"/>
              </a:defRPr>
            </a:lvl1pPr>
            <a:lvl2pPr>
              <a:defRPr sz="1275" b="1">
                <a:solidFill>
                  <a:srgbClr val="61717A"/>
                </a:solidFill>
                <a:latin typeface="Manrope"/>
                <a:ea typeface="Manrope"/>
                <a:cs typeface="Manrope"/>
              </a:defRPr>
            </a:lvl2pPr>
            <a:lvl3pPr>
              <a:defRPr sz="1275" b="1">
                <a:solidFill>
                  <a:srgbClr val="61717A"/>
                </a:solidFill>
                <a:latin typeface="Manrope"/>
                <a:ea typeface="Manrope"/>
                <a:cs typeface="Manrope"/>
              </a:defRPr>
            </a:lvl3pPr>
            <a:lvl4pPr>
              <a:defRPr sz="1275" b="1">
                <a:solidFill>
                  <a:srgbClr val="61717A"/>
                </a:solidFill>
                <a:latin typeface="Manrope"/>
                <a:ea typeface="Manrope"/>
                <a:cs typeface="Manrope"/>
              </a:defRPr>
            </a:lvl4pPr>
            <a:lvl5pPr>
              <a:defRPr sz="1275" b="1">
                <a:solidFill>
                  <a:srgbClr val="61717A"/>
                </a:solidFill>
                <a:latin typeface="Manrope"/>
                <a:ea typeface="Manrope"/>
                <a:cs typeface="Manrope"/>
              </a:defRPr>
            </a:lvl5pPr>
            <a:lvl6pPr>
              <a:defRPr sz="1275" b="1">
                <a:solidFill>
                  <a:srgbClr val="61717A"/>
                </a:solidFill>
                <a:latin typeface="Manrope"/>
                <a:ea typeface="Manrope"/>
                <a:cs typeface="Manrope"/>
              </a:defRPr>
            </a:lvl6pPr>
            <a:lvl7pPr>
              <a:defRPr sz="1275" b="1">
                <a:solidFill>
                  <a:srgbClr val="61717A"/>
                </a:solidFill>
                <a:latin typeface="Manrope"/>
                <a:ea typeface="Manrope"/>
                <a:cs typeface="Manrope"/>
              </a:defRPr>
            </a:lvl7pPr>
            <a:lvl8pPr>
              <a:defRPr sz="1275" b="1">
                <a:solidFill>
                  <a:srgbClr val="61717A"/>
                </a:solidFill>
                <a:latin typeface="Manrope"/>
                <a:ea typeface="Manrope"/>
                <a:cs typeface="Manrope"/>
              </a:defRPr>
            </a:lvl8pPr>
            <a:lvl9pPr>
              <a:defRPr sz="1275" b="1">
                <a:solidFill>
                  <a:srgbClr val="61717A"/>
                </a:solidFill>
                <a:latin typeface="Manrope"/>
                <a:ea typeface="Manrope"/>
                <a:cs typeface="Manrope"/>
              </a:defRPr>
            </a:lvl9pPr>
          </a:lstStyle>
          <a:p>
            <a:pPr>
              <a:defRPr sz="1275" b="1">
                <a:solidFill>
                  <a:srgbClr val="61717A"/>
                </a:solidFill>
                <a:latin typeface="Manrope"/>
                <a:ea typeface="Manrope"/>
                <a:cs typeface="Manrope"/>
              </a:defRPr>
            </a:pPr>
            <a:r>
              <a:rPr sz="1275" b="1">
                <a:solidFill>
                  <a:srgbClr val="61717A"/>
                </a:solidFill>
                <a:latin typeface="Manrope"/>
                <a:ea typeface="Manrope"/>
                <a:cs typeface="Manrope"/>
              </a:rPr>
              <a:t>MICROSEGUNDOS POR HASH</a:t>
            </a:r>
          </a:p>
        </p:txBody>
      </p:sp>
      <p:sp>
        <p:nvSpPr>
          <p:cNvPr id="11" name="text-168">
            <a:extLst>
              <a:ext uri="{FF2B5EF4-FFF2-40B4-BE49-F238E27FC236}">
                <a16:creationId xmlns:a16="http://schemas.microsoft.com/office/drawing/2014/main" id="{F234CD4A-4FBE-48F1-AA86-9BF1FCB6E97D}"/>
              </a:ext>
            </a:extLst>
          </p:cNvPr>
          <p:cNvSpPr>
            <a:spLocks noGrp="1"/>
          </p:cNvSpPr>
          <p:nvPr/>
        </p:nvSpPr>
        <p:spPr>
          <a:xfrm>
            <a:off x="6477000" y="5562600"/>
            <a:ext cx="5105400" cy="285750"/>
          </a:xfrm>
          <a:prstGeom prst="rect">
            <a:avLst/>
          </a:prstGeom>
          <a:noFill/>
          <a:ln w="0">
            <a:noFill/>
            <a:prstDash val="solid"/>
          </a:ln>
        </p:spPr>
        <p:txBody>
          <a:bodyPr wrap="square" lIns="0" tIns="0" rIns="0" bIns="0" anchor="t">
            <a:noAutofit/>
          </a:bodyPr>
          <a:lstStyle>
            <a:defPPr>
              <a:defRPr sz="1275" b="1">
                <a:solidFill>
                  <a:srgbClr val="61717A"/>
                </a:solidFill>
                <a:latin typeface="Manrope"/>
                <a:ea typeface="Manrope"/>
                <a:cs typeface="Manrope"/>
              </a:defRPr>
            </a:defPPr>
            <a:lvl1pPr>
              <a:defRPr sz="1275" b="1">
                <a:solidFill>
                  <a:srgbClr val="61717A"/>
                </a:solidFill>
                <a:latin typeface="Manrope"/>
                <a:ea typeface="Manrope"/>
                <a:cs typeface="Manrope"/>
              </a:defRPr>
            </a:lvl1pPr>
            <a:lvl2pPr>
              <a:defRPr sz="1275" b="1">
                <a:solidFill>
                  <a:srgbClr val="61717A"/>
                </a:solidFill>
                <a:latin typeface="Manrope"/>
                <a:ea typeface="Manrope"/>
                <a:cs typeface="Manrope"/>
              </a:defRPr>
            </a:lvl2pPr>
            <a:lvl3pPr>
              <a:defRPr sz="1275" b="1">
                <a:solidFill>
                  <a:srgbClr val="61717A"/>
                </a:solidFill>
                <a:latin typeface="Manrope"/>
                <a:ea typeface="Manrope"/>
                <a:cs typeface="Manrope"/>
              </a:defRPr>
            </a:lvl3pPr>
            <a:lvl4pPr>
              <a:defRPr sz="1275" b="1">
                <a:solidFill>
                  <a:srgbClr val="61717A"/>
                </a:solidFill>
                <a:latin typeface="Manrope"/>
                <a:ea typeface="Manrope"/>
                <a:cs typeface="Manrope"/>
              </a:defRPr>
            </a:lvl4pPr>
            <a:lvl5pPr>
              <a:defRPr sz="1275" b="1">
                <a:solidFill>
                  <a:srgbClr val="61717A"/>
                </a:solidFill>
                <a:latin typeface="Manrope"/>
                <a:ea typeface="Manrope"/>
                <a:cs typeface="Manrope"/>
              </a:defRPr>
            </a:lvl5pPr>
            <a:lvl6pPr>
              <a:defRPr sz="1275" b="1">
                <a:solidFill>
                  <a:srgbClr val="61717A"/>
                </a:solidFill>
                <a:latin typeface="Manrope"/>
                <a:ea typeface="Manrope"/>
                <a:cs typeface="Manrope"/>
              </a:defRPr>
            </a:lvl6pPr>
            <a:lvl7pPr>
              <a:defRPr sz="1275" b="1">
                <a:solidFill>
                  <a:srgbClr val="61717A"/>
                </a:solidFill>
                <a:latin typeface="Manrope"/>
                <a:ea typeface="Manrope"/>
                <a:cs typeface="Manrope"/>
              </a:defRPr>
            </a:lvl7pPr>
            <a:lvl8pPr>
              <a:defRPr sz="1275" b="1">
                <a:solidFill>
                  <a:srgbClr val="61717A"/>
                </a:solidFill>
                <a:latin typeface="Manrope"/>
                <a:ea typeface="Manrope"/>
                <a:cs typeface="Manrope"/>
              </a:defRPr>
            </a:lvl8pPr>
            <a:lvl9pPr>
              <a:defRPr sz="1275" b="1">
                <a:solidFill>
                  <a:srgbClr val="61717A"/>
                </a:solidFill>
                <a:latin typeface="Manrope"/>
                <a:ea typeface="Manrope"/>
                <a:cs typeface="Manrope"/>
              </a:defRPr>
            </a:lvl9pPr>
          </a:lstStyle>
          <a:p>
            <a:pPr>
              <a:defRPr sz="1275" b="1">
                <a:solidFill>
                  <a:srgbClr val="61717A"/>
                </a:solidFill>
                <a:latin typeface="Manrope"/>
                <a:ea typeface="Manrope"/>
                <a:cs typeface="Manrope"/>
              </a:defRPr>
            </a:pPr>
            <a:r>
              <a:rPr sz="1275" b="1">
                <a:solidFill>
                  <a:srgbClr val="61717A"/>
                </a:solidFill>
                <a:latin typeface="Manrope"/>
                <a:ea typeface="Manrope"/>
                <a:cs typeface="Manrope"/>
              </a:rPr>
              <a:t>MILISEGUNDOS POR HASH</a:t>
            </a:r>
          </a:p>
        </p:txBody>
      </p:sp>
      <p:sp>
        <p:nvSpPr>
          <p:cNvPr id="12" name="text-169">
            <a:extLst>
              <a:ext uri="{FF2B5EF4-FFF2-40B4-BE49-F238E27FC236}">
                <a16:creationId xmlns:a16="http://schemas.microsoft.com/office/drawing/2014/main" id="{78F3E8DD-7E59-454A-A7BD-6D94E9609AFB}"/>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61717A"/>
                </a:solidFill>
                <a:latin typeface="Manrope"/>
                <a:ea typeface="Manrope"/>
                <a:cs typeface="Manrope"/>
              </a:defRPr>
            </a:defPPr>
            <a:lvl1pPr>
              <a:defRPr sz="1200" b="0">
                <a:solidFill>
                  <a:srgbClr val="61717A"/>
                </a:solidFill>
                <a:latin typeface="Manrope"/>
                <a:ea typeface="Manrope"/>
                <a:cs typeface="Manrope"/>
              </a:defRPr>
            </a:lvl1pPr>
            <a:lvl2pPr>
              <a:defRPr sz="1200" b="0">
                <a:solidFill>
                  <a:srgbClr val="61717A"/>
                </a:solidFill>
                <a:latin typeface="Manrope"/>
                <a:ea typeface="Manrope"/>
                <a:cs typeface="Manrope"/>
              </a:defRPr>
            </a:lvl2pPr>
            <a:lvl3pPr>
              <a:defRPr sz="1200" b="0">
                <a:solidFill>
                  <a:srgbClr val="61717A"/>
                </a:solidFill>
                <a:latin typeface="Manrope"/>
                <a:ea typeface="Manrope"/>
                <a:cs typeface="Manrope"/>
              </a:defRPr>
            </a:lvl3pPr>
            <a:lvl4pPr>
              <a:defRPr sz="1200" b="0">
                <a:solidFill>
                  <a:srgbClr val="61717A"/>
                </a:solidFill>
                <a:latin typeface="Manrope"/>
                <a:ea typeface="Manrope"/>
                <a:cs typeface="Manrope"/>
              </a:defRPr>
            </a:lvl4pPr>
            <a:lvl5pPr>
              <a:defRPr sz="1200" b="0">
                <a:solidFill>
                  <a:srgbClr val="61717A"/>
                </a:solidFill>
                <a:latin typeface="Manrope"/>
                <a:ea typeface="Manrope"/>
                <a:cs typeface="Manrope"/>
              </a:defRPr>
            </a:lvl5pPr>
            <a:lvl6pPr>
              <a:defRPr sz="1200" b="0">
                <a:solidFill>
                  <a:srgbClr val="61717A"/>
                </a:solidFill>
                <a:latin typeface="Manrope"/>
                <a:ea typeface="Manrope"/>
                <a:cs typeface="Manrope"/>
              </a:defRPr>
            </a:lvl6pPr>
            <a:lvl7pPr>
              <a:defRPr sz="1200" b="0">
                <a:solidFill>
                  <a:srgbClr val="61717A"/>
                </a:solidFill>
                <a:latin typeface="Manrope"/>
                <a:ea typeface="Manrope"/>
                <a:cs typeface="Manrope"/>
              </a:defRPr>
            </a:lvl7pPr>
            <a:lvl8pPr>
              <a:defRPr sz="1200" b="0">
                <a:solidFill>
                  <a:srgbClr val="61717A"/>
                </a:solidFill>
                <a:latin typeface="Manrope"/>
                <a:ea typeface="Manrope"/>
                <a:cs typeface="Manrope"/>
              </a:defRPr>
            </a:lvl8pPr>
            <a:lvl9pPr>
              <a:defRPr sz="1200" b="0">
                <a:solidFill>
                  <a:srgbClr val="61717A"/>
                </a:solidFill>
                <a:latin typeface="Manrope"/>
                <a:ea typeface="Manrope"/>
                <a:cs typeface="Manrope"/>
              </a:defRPr>
            </a:lvl9pPr>
          </a:lstStyle>
          <a:p>
            <a:pPr>
              <a:defRPr sz="1200" b="0">
                <a:solidFill>
                  <a:srgbClr val="61717A"/>
                </a:solidFill>
                <a:latin typeface="Manrope"/>
                <a:ea typeface="Manrope"/>
                <a:cs typeface="Manrope"/>
              </a:defRPr>
            </a:pPr>
            <a:r>
              <a:rPr sz="1200" b="0">
                <a:solidFill>
                  <a:srgbClr val="61717A"/>
                </a:solidFill>
                <a:latin typeface="Manrope"/>
                <a:ea typeface="Manrope"/>
                <a:cs typeface="Manrope"/>
              </a:rPr>
              <a:t>Escalas distintas: 1 ms = 1 000 µs. Fuente: resultados/tiempos.txt.</a:t>
            </a:r>
          </a:p>
        </p:txBody>
      </p:sp>
    </p:spTree>
    <p:extLst>
      <p:ext uri="{BB962C8B-B14F-4D97-AF65-F5344CB8AC3E}">
        <p14:creationId xmlns:p14="http://schemas.microsoft.com/office/powerpoint/2010/main" val="1671023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1EB"/>
        </a:solidFill>
        <a:effectLst/>
      </p:bgPr>
    </p:bg>
    <p:spTree>
      <p:nvGrpSpPr>
        <p:cNvPr id="1" name=""/>
        <p:cNvGrpSpPr/>
        <p:nvPr/>
      </p:nvGrpSpPr>
      <p:grpSpPr>
        <a:xfrm>
          <a:off x="0" y="0"/>
          <a:ext cx="0" cy="0"/>
          <a:chOff x="0" y="0"/>
          <a:chExt cx="0" cy="0"/>
        </a:xfrm>
      </p:grpSpPr>
      <p:sp>
        <p:nvSpPr>
          <p:cNvPr id="3" name="text-171">
            <a:extLst>
              <a:ext uri="{FF2B5EF4-FFF2-40B4-BE49-F238E27FC236}">
                <a16:creationId xmlns:a16="http://schemas.microsoft.com/office/drawing/2014/main" id="{CDF5489E-2265-4CE3-89AF-2FCB4F42EA24}"/>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122630"/>
                </a:solidFill>
                <a:latin typeface="Manrope"/>
                <a:ea typeface="Manrope"/>
                <a:cs typeface="Manrope"/>
              </a:defRPr>
            </a:defPPr>
            <a:lvl1pPr>
              <a:defRPr sz="3900" b="1">
                <a:solidFill>
                  <a:srgbClr val="122630"/>
                </a:solidFill>
                <a:latin typeface="Manrope"/>
                <a:ea typeface="Manrope"/>
                <a:cs typeface="Manrope"/>
              </a:defRPr>
            </a:lvl1pPr>
            <a:lvl2pPr>
              <a:defRPr sz="3900" b="1">
                <a:solidFill>
                  <a:srgbClr val="122630"/>
                </a:solidFill>
                <a:latin typeface="Manrope"/>
                <a:ea typeface="Manrope"/>
                <a:cs typeface="Manrope"/>
              </a:defRPr>
            </a:lvl2pPr>
            <a:lvl3pPr>
              <a:defRPr sz="3900" b="1">
                <a:solidFill>
                  <a:srgbClr val="122630"/>
                </a:solidFill>
                <a:latin typeface="Manrope"/>
                <a:ea typeface="Manrope"/>
                <a:cs typeface="Manrope"/>
              </a:defRPr>
            </a:lvl3pPr>
            <a:lvl4pPr>
              <a:defRPr sz="3900" b="1">
                <a:solidFill>
                  <a:srgbClr val="122630"/>
                </a:solidFill>
                <a:latin typeface="Manrope"/>
                <a:ea typeface="Manrope"/>
                <a:cs typeface="Manrope"/>
              </a:defRPr>
            </a:lvl4pPr>
            <a:lvl5pPr>
              <a:defRPr sz="3900" b="1">
                <a:solidFill>
                  <a:srgbClr val="122630"/>
                </a:solidFill>
                <a:latin typeface="Manrope"/>
                <a:ea typeface="Manrope"/>
                <a:cs typeface="Manrope"/>
              </a:defRPr>
            </a:lvl5pPr>
            <a:lvl6pPr>
              <a:defRPr sz="3900" b="1">
                <a:solidFill>
                  <a:srgbClr val="122630"/>
                </a:solidFill>
                <a:latin typeface="Manrope"/>
                <a:ea typeface="Manrope"/>
                <a:cs typeface="Manrope"/>
              </a:defRPr>
            </a:lvl6pPr>
            <a:lvl7pPr>
              <a:defRPr sz="3900" b="1">
                <a:solidFill>
                  <a:srgbClr val="122630"/>
                </a:solidFill>
                <a:latin typeface="Manrope"/>
                <a:ea typeface="Manrope"/>
                <a:cs typeface="Manrope"/>
              </a:defRPr>
            </a:lvl7pPr>
            <a:lvl8pPr>
              <a:defRPr sz="3900" b="1">
                <a:solidFill>
                  <a:srgbClr val="122630"/>
                </a:solidFill>
                <a:latin typeface="Manrope"/>
                <a:ea typeface="Manrope"/>
                <a:cs typeface="Manrope"/>
              </a:defRPr>
            </a:lvl8pPr>
            <a:lvl9pPr>
              <a:defRPr sz="3900" b="1">
                <a:solidFill>
                  <a:srgbClr val="122630"/>
                </a:solidFill>
                <a:latin typeface="Manrope"/>
                <a:ea typeface="Manrope"/>
                <a:cs typeface="Manrope"/>
              </a:defRPr>
            </a:lvl9pPr>
          </a:lstStyle>
          <a:p>
            <a:pPr>
              <a:defRPr sz="3900" b="1">
                <a:solidFill>
                  <a:srgbClr val="122630"/>
                </a:solidFill>
                <a:latin typeface="Manrope"/>
                <a:ea typeface="Manrope"/>
                <a:cs typeface="Manrope"/>
              </a:defRPr>
            </a:pPr>
            <a:r>
              <a:rPr sz="3900" b="1">
                <a:solidFill>
                  <a:srgbClr val="122630"/>
                </a:solidFill>
                <a:latin typeface="Manrope"/>
                <a:ea typeface="Manrope"/>
                <a:cs typeface="Manrope"/>
              </a:rPr>
              <a:t>La misma clave, distintas sales</a:t>
            </a:r>
          </a:p>
        </p:txBody>
      </p:sp>
      <p:sp>
        <p:nvSpPr>
          <p:cNvPr id="4" name="text-172">
            <a:extLst>
              <a:ext uri="{FF2B5EF4-FFF2-40B4-BE49-F238E27FC236}">
                <a16:creationId xmlns:a16="http://schemas.microsoft.com/office/drawing/2014/main" id="{401BD289-6828-485A-B79F-CEF30191B951}"/>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61717A"/>
                </a:solidFill>
                <a:latin typeface="Manrope"/>
                <a:ea typeface="Manrope"/>
                <a:cs typeface="Manrope"/>
              </a:defRPr>
            </a:defPPr>
            <a:lvl1pPr>
              <a:defRPr sz="1050" b="0">
                <a:solidFill>
                  <a:srgbClr val="61717A"/>
                </a:solidFill>
                <a:latin typeface="Manrope"/>
                <a:ea typeface="Manrope"/>
                <a:cs typeface="Manrope"/>
              </a:defRPr>
            </a:lvl1pPr>
            <a:lvl2pPr>
              <a:defRPr sz="1050" b="0">
                <a:solidFill>
                  <a:srgbClr val="61717A"/>
                </a:solidFill>
                <a:latin typeface="Manrope"/>
                <a:ea typeface="Manrope"/>
                <a:cs typeface="Manrope"/>
              </a:defRPr>
            </a:lvl2pPr>
            <a:lvl3pPr>
              <a:defRPr sz="1050" b="0">
                <a:solidFill>
                  <a:srgbClr val="61717A"/>
                </a:solidFill>
                <a:latin typeface="Manrope"/>
                <a:ea typeface="Manrope"/>
                <a:cs typeface="Manrope"/>
              </a:defRPr>
            </a:lvl3pPr>
            <a:lvl4pPr>
              <a:defRPr sz="1050" b="0">
                <a:solidFill>
                  <a:srgbClr val="61717A"/>
                </a:solidFill>
                <a:latin typeface="Manrope"/>
                <a:ea typeface="Manrope"/>
                <a:cs typeface="Manrope"/>
              </a:defRPr>
            </a:lvl4pPr>
            <a:lvl5pPr>
              <a:defRPr sz="1050" b="0">
                <a:solidFill>
                  <a:srgbClr val="61717A"/>
                </a:solidFill>
                <a:latin typeface="Manrope"/>
                <a:ea typeface="Manrope"/>
                <a:cs typeface="Manrope"/>
              </a:defRPr>
            </a:lvl5pPr>
            <a:lvl6pPr>
              <a:defRPr sz="1050" b="0">
                <a:solidFill>
                  <a:srgbClr val="61717A"/>
                </a:solidFill>
                <a:latin typeface="Manrope"/>
                <a:ea typeface="Manrope"/>
                <a:cs typeface="Manrope"/>
              </a:defRPr>
            </a:lvl6pPr>
            <a:lvl7pPr>
              <a:defRPr sz="1050" b="0">
                <a:solidFill>
                  <a:srgbClr val="61717A"/>
                </a:solidFill>
                <a:latin typeface="Manrope"/>
                <a:ea typeface="Manrope"/>
                <a:cs typeface="Manrope"/>
              </a:defRPr>
            </a:lvl7pPr>
            <a:lvl8pPr>
              <a:defRPr sz="1050" b="0">
                <a:solidFill>
                  <a:srgbClr val="61717A"/>
                </a:solidFill>
                <a:latin typeface="Manrope"/>
                <a:ea typeface="Manrope"/>
                <a:cs typeface="Manrope"/>
              </a:defRPr>
            </a:lvl8pPr>
            <a:lvl9pPr>
              <a:defRPr sz="1050" b="0">
                <a:solidFill>
                  <a:srgbClr val="61717A"/>
                </a:solidFill>
                <a:latin typeface="Manrope"/>
                <a:ea typeface="Manrope"/>
                <a:cs typeface="Manrope"/>
              </a:defRPr>
            </a:lvl9pPr>
          </a:lstStyle>
          <a:p>
            <a:pPr>
              <a:defRPr sz="1050" b="0">
                <a:solidFill>
                  <a:srgbClr val="61717A"/>
                </a:solidFill>
                <a:latin typeface="Manrope"/>
                <a:ea typeface="Manrope"/>
                <a:cs typeface="Manrope"/>
              </a:defRPr>
            </a:pPr>
            <a:r>
              <a:rPr sz="1050" b="0">
                <a:solidFill>
                  <a:srgbClr val="61717A"/>
                </a:solidFill>
                <a:latin typeface="Manrope"/>
                <a:ea typeface="Manrope"/>
                <a:cs typeface="Manrope"/>
              </a:rPr>
              <a:t>ITI-922  /  GRUPO 6</a:t>
            </a:r>
          </a:p>
        </p:txBody>
      </p:sp>
      <p:sp>
        <p:nvSpPr>
          <p:cNvPr id="5" name="text-173">
            <a:extLst>
              <a:ext uri="{FF2B5EF4-FFF2-40B4-BE49-F238E27FC236}">
                <a16:creationId xmlns:a16="http://schemas.microsoft.com/office/drawing/2014/main" id="{F1DD9986-8F15-4052-B4CD-E6B964CF0F2F}"/>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61717A"/>
                </a:solidFill>
                <a:latin typeface="Manrope"/>
                <a:ea typeface="Manrope"/>
                <a:cs typeface="Manrope"/>
              </a:defRPr>
            </a:defPPr>
            <a:lvl1pPr algn="r">
              <a:defRPr sz="1425" b="0">
                <a:solidFill>
                  <a:srgbClr val="61717A"/>
                </a:solidFill>
                <a:latin typeface="Manrope"/>
                <a:ea typeface="Manrope"/>
                <a:cs typeface="Manrope"/>
              </a:defRPr>
            </a:lvl1pPr>
            <a:lvl2pPr algn="r">
              <a:defRPr sz="1425" b="0">
                <a:solidFill>
                  <a:srgbClr val="61717A"/>
                </a:solidFill>
                <a:latin typeface="Manrope"/>
                <a:ea typeface="Manrope"/>
                <a:cs typeface="Manrope"/>
              </a:defRPr>
            </a:lvl2pPr>
            <a:lvl3pPr algn="r">
              <a:defRPr sz="1425" b="0">
                <a:solidFill>
                  <a:srgbClr val="61717A"/>
                </a:solidFill>
                <a:latin typeface="Manrope"/>
                <a:ea typeface="Manrope"/>
                <a:cs typeface="Manrope"/>
              </a:defRPr>
            </a:lvl3pPr>
            <a:lvl4pPr algn="r">
              <a:defRPr sz="1425" b="0">
                <a:solidFill>
                  <a:srgbClr val="61717A"/>
                </a:solidFill>
                <a:latin typeface="Manrope"/>
                <a:ea typeface="Manrope"/>
                <a:cs typeface="Manrope"/>
              </a:defRPr>
            </a:lvl4pPr>
            <a:lvl5pPr algn="r">
              <a:defRPr sz="1425" b="0">
                <a:solidFill>
                  <a:srgbClr val="61717A"/>
                </a:solidFill>
                <a:latin typeface="Manrope"/>
                <a:ea typeface="Manrope"/>
                <a:cs typeface="Manrope"/>
              </a:defRPr>
            </a:lvl5pPr>
            <a:lvl6pPr algn="r">
              <a:defRPr sz="1425" b="0">
                <a:solidFill>
                  <a:srgbClr val="61717A"/>
                </a:solidFill>
                <a:latin typeface="Manrope"/>
                <a:ea typeface="Manrope"/>
                <a:cs typeface="Manrope"/>
              </a:defRPr>
            </a:lvl6pPr>
            <a:lvl7pPr algn="r">
              <a:defRPr sz="1425" b="0">
                <a:solidFill>
                  <a:srgbClr val="61717A"/>
                </a:solidFill>
                <a:latin typeface="Manrope"/>
                <a:ea typeface="Manrope"/>
                <a:cs typeface="Manrope"/>
              </a:defRPr>
            </a:lvl7pPr>
            <a:lvl8pPr algn="r">
              <a:defRPr sz="1425" b="0">
                <a:solidFill>
                  <a:srgbClr val="61717A"/>
                </a:solidFill>
                <a:latin typeface="Manrope"/>
                <a:ea typeface="Manrope"/>
                <a:cs typeface="Manrope"/>
              </a:defRPr>
            </a:lvl8pPr>
            <a:lvl9pPr algn="r">
              <a:defRPr sz="1425" b="0">
                <a:solidFill>
                  <a:srgbClr val="61717A"/>
                </a:solidFill>
                <a:latin typeface="Manrope"/>
                <a:ea typeface="Manrope"/>
                <a:cs typeface="Manrope"/>
              </a:defRPr>
            </a:lvl9pPr>
          </a:lstStyle>
          <a:p>
            <a:pPr algn="r">
              <a:defRPr sz="1425" b="0">
                <a:solidFill>
                  <a:srgbClr val="61717A"/>
                </a:solidFill>
                <a:latin typeface="Manrope"/>
                <a:ea typeface="Manrope"/>
                <a:cs typeface="Manrope"/>
              </a:defRPr>
            </a:pPr>
            <a:r>
              <a:rPr sz="1425" b="0">
                <a:solidFill>
                  <a:srgbClr val="61717A"/>
                </a:solidFill>
                <a:latin typeface="Manrope"/>
                <a:ea typeface="Manrope"/>
                <a:cs typeface="Manrope"/>
              </a:rPr>
              <a:t>14</a:t>
            </a:r>
          </a:p>
        </p:txBody>
      </p:sp>
      <p:sp>
        <p:nvSpPr>
          <p:cNvPr id="6" name="text-174">
            <a:extLst>
              <a:ext uri="{FF2B5EF4-FFF2-40B4-BE49-F238E27FC236}">
                <a16:creationId xmlns:a16="http://schemas.microsoft.com/office/drawing/2014/main" id="{CF0F8BD4-87AE-4158-A217-DB1BC5B06436}"/>
              </a:ext>
            </a:extLst>
          </p:cNvPr>
          <p:cNvSpPr>
            <a:spLocks noGrp="1"/>
          </p:cNvSpPr>
          <p:nvPr/>
        </p:nvSpPr>
        <p:spPr>
          <a:xfrm>
            <a:off x="609600" y="2038350"/>
            <a:ext cx="4286250" cy="685800"/>
          </a:xfrm>
          <a:prstGeom prst="rect">
            <a:avLst/>
          </a:prstGeom>
          <a:noFill/>
          <a:ln w="0">
            <a:noFill/>
            <a:prstDash val="solid"/>
          </a:ln>
        </p:spPr>
        <p:txBody>
          <a:bodyPr wrap="square" lIns="0" tIns="0" rIns="0" bIns="0" anchor="t">
            <a:noAutofit/>
          </a:bodyPr>
          <a:lstStyle>
            <a:defPPr>
              <a:defRPr sz="3900" b="1">
                <a:solidFill>
                  <a:srgbClr val="122630"/>
                </a:solidFill>
                <a:latin typeface="DejaVu Sans Mono"/>
                <a:ea typeface="DejaVu Sans Mono"/>
                <a:cs typeface="DejaVu Sans Mono"/>
              </a:defRPr>
            </a:defPPr>
            <a:lvl1pPr>
              <a:defRPr sz="3900" b="1">
                <a:solidFill>
                  <a:srgbClr val="122630"/>
                </a:solidFill>
                <a:latin typeface="DejaVu Sans Mono"/>
                <a:ea typeface="DejaVu Sans Mono"/>
                <a:cs typeface="DejaVu Sans Mono"/>
              </a:defRPr>
            </a:lvl1pPr>
            <a:lvl2pPr>
              <a:defRPr sz="3900" b="1">
                <a:solidFill>
                  <a:srgbClr val="122630"/>
                </a:solidFill>
                <a:latin typeface="DejaVu Sans Mono"/>
                <a:ea typeface="DejaVu Sans Mono"/>
                <a:cs typeface="DejaVu Sans Mono"/>
              </a:defRPr>
            </a:lvl2pPr>
            <a:lvl3pPr>
              <a:defRPr sz="3900" b="1">
                <a:solidFill>
                  <a:srgbClr val="122630"/>
                </a:solidFill>
                <a:latin typeface="DejaVu Sans Mono"/>
                <a:ea typeface="DejaVu Sans Mono"/>
                <a:cs typeface="DejaVu Sans Mono"/>
              </a:defRPr>
            </a:lvl3pPr>
            <a:lvl4pPr>
              <a:defRPr sz="3900" b="1">
                <a:solidFill>
                  <a:srgbClr val="122630"/>
                </a:solidFill>
                <a:latin typeface="DejaVu Sans Mono"/>
                <a:ea typeface="DejaVu Sans Mono"/>
                <a:cs typeface="DejaVu Sans Mono"/>
              </a:defRPr>
            </a:lvl4pPr>
            <a:lvl5pPr>
              <a:defRPr sz="3900" b="1">
                <a:solidFill>
                  <a:srgbClr val="122630"/>
                </a:solidFill>
                <a:latin typeface="DejaVu Sans Mono"/>
                <a:ea typeface="DejaVu Sans Mono"/>
                <a:cs typeface="DejaVu Sans Mono"/>
              </a:defRPr>
            </a:lvl5pPr>
            <a:lvl6pPr>
              <a:defRPr sz="3900" b="1">
                <a:solidFill>
                  <a:srgbClr val="122630"/>
                </a:solidFill>
                <a:latin typeface="DejaVu Sans Mono"/>
                <a:ea typeface="DejaVu Sans Mono"/>
                <a:cs typeface="DejaVu Sans Mono"/>
              </a:defRPr>
            </a:lvl6pPr>
            <a:lvl7pPr>
              <a:defRPr sz="3900" b="1">
                <a:solidFill>
                  <a:srgbClr val="122630"/>
                </a:solidFill>
                <a:latin typeface="DejaVu Sans Mono"/>
                <a:ea typeface="DejaVu Sans Mono"/>
                <a:cs typeface="DejaVu Sans Mono"/>
              </a:defRPr>
            </a:lvl7pPr>
            <a:lvl8pPr>
              <a:defRPr sz="3900" b="1">
                <a:solidFill>
                  <a:srgbClr val="122630"/>
                </a:solidFill>
                <a:latin typeface="DejaVu Sans Mono"/>
                <a:ea typeface="DejaVu Sans Mono"/>
                <a:cs typeface="DejaVu Sans Mono"/>
              </a:defRPr>
            </a:lvl8pPr>
            <a:lvl9pPr>
              <a:defRPr sz="3900" b="1">
                <a:solidFill>
                  <a:srgbClr val="122630"/>
                </a:solidFill>
                <a:latin typeface="DejaVu Sans Mono"/>
                <a:ea typeface="DejaVu Sans Mono"/>
                <a:cs typeface="DejaVu Sans Mono"/>
              </a:defRPr>
            </a:lvl9pPr>
          </a:lstStyle>
          <a:p>
            <a:pPr>
              <a:defRPr sz="3900" b="1">
                <a:solidFill>
                  <a:srgbClr val="122630"/>
                </a:solidFill>
                <a:latin typeface="DejaVu Sans Mono"/>
                <a:ea typeface="DejaVu Sans Mono"/>
                <a:cs typeface="DejaVu Sans Mono"/>
              </a:defRPr>
            </a:pPr>
            <a:r>
              <a:rPr lang="es-MX" sz="3900" b="1" dirty="0">
                <a:solidFill>
                  <a:srgbClr val="122630"/>
                </a:solidFill>
                <a:latin typeface="DejaVu Sans Mono"/>
                <a:ea typeface="DejaVu Sans Mono"/>
                <a:cs typeface="DejaVu Sans Mono"/>
              </a:rPr>
              <a:t>c</a:t>
            </a:r>
            <a:r>
              <a:rPr sz="3900" b="1" dirty="0" err="1">
                <a:solidFill>
                  <a:srgbClr val="122630"/>
                </a:solidFill>
                <a:latin typeface="DejaVu Sans Mono"/>
                <a:ea typeface="DejaVu Sans Mono"/>
                <a:cs typeface="DejaVu Sans Mono"/>
              </a:rPr>
              <a:t>osta</a:t>
            </a:r>
            <a:r>
              <a:rPr lang="es-MX" dirty="0"/>
              <a:t>r</a:t>
            </a:r>
            <a:r>
              <a:rPr sz="3900" b="1" dirty="0" err="1">
                <a:solidFill>
                  <a:srgbClr val="122630"/>
                </a:solidFill>
                <a:latin typeface="DejaVu Sans Mono"/>
                <a:ea typeface="DejaVu Sans Mono"/>
                <a:cs typeface="DejaVu Sans Mono"/>
              </a:rPr>
              <a:t>ica</a:t>
            </a:r>
            <a:endParaRPr sz="3900" b="1" dirty="0">
              <a:solidFill>
                <a:srgbClr val="122630"/>
              </a:solidFill>
              <a:latin typeface="DejaVu Sans Mono"/>
              <a:ea typeface="DejaVu Sans Mono"/>
              <a:cs typeface="DejaVu Sans Mono"/>
            </a:endParaRPr>
          </a:p>
        </p:txBody>
      </p:sp>
      <p:sp>
        <p:nvSpPr>
          <p:cNvPr id="7" name="text-175">
            <a:extLst>
              <a:ext uri="{FF2B5EF4-FFF2-40B4-BE49-F238E27FC236}">
                <a16:creationId xmlns:a16="http://schemas.microsoft.com/office/drawing/2014/main" id="{6E3FA1EC-ADD0-40AB-95A8-7AA76F419087}"/>
              </a:ext>
            </a:extLst>
          </p:cNvPr>
          <p:cNvSpPr>
            <a:spLocks noGrp="1"/>
          </p:cNvSpPr>
          <p:nvPr/>
        </p:nvSpPr>
        <p:spPr>
          <a:xfrm>
            <a:off x="609600" y="3009900"/>
            <a:ext cx="4029075" cy="857250"/>
          </a:xfrm>
          <a:prstGeom prst="rect">
            <a:avLst/>
          </a:prstGeom>
          <a:noFill/>
          <a:ln w="0">
            <a:noFill/>
            <a:prstDash val="solid"/>
          </a:ln>
        </p:spPr>
        <p:txBody>
          <a:bodyPr wrap="square" lIns="0" tIns="0" rIns="0" bIns="0" anchor="t">
            <a:noAutofit/>
          </a:bodyPr>
          <a:lstStyle>
            <a:defPPr>
              <a:defRPr sz="2175" b="0">
                <a:solidFill>
                  <a:srgbClr val="61717A"/>
                </a:solidFill>
                <a:latin typeface="Manrope"/>
                <a:ea typeface="Manrope"/>
                <a:cs typeface="Manrope"/>
              </a:defRPr>
            </a:defPPr>
            <a:lvl1pPr>
              <a:defRPr sz="2175" b="0">
                <a:solidFill>
                  <a:srgbClr val="61717A"/>
                </a:solidFill>
                <a:latin typeface="Manrope"/>
                <a:ea typeface="Manrope"/>
                <a:cs typeface="Manrope"/>
              </a:defRPr>
            </a:lvl1pPr>
            <a:lvl2pPr>
              <a:defRPr sz="2175" b="0">
                <a:solidFill>
                  <a:srgbClr val="61717A"/>
                </a:solidFill>
                <a:latin typeface="Manrope"/>
                <a:ea typeface="Manrope"/>
                <a:cs typeface="Manrope"/>
              </a:defRPr>
            </a:lvl2pPr>
            <a:lvl3pPr>
              <a:defRPr sz="2175" b="0">
                <a:solidFill>
                  <a:srgbClr val="61717A"/>
                </a:solidFill>
                <a:latin typeface="Manrope"/>
                <a:ea typeface="Manrope"/>
                <a:cs typeface="Manrope"/>
              </a:defRPr>
            </a:lvl3pPr>
            <a:lvl4pPr>
              <a:defRPr sz="2175" b="0">
                <a:solidFill>
                  <a:srgbClr val="61717A"/>
                </a:solidFill>
                <a:latin typeface="Manrope"/>
                <a:ea typeface="Manrope"/>
                <a:cs typeface="Manrope"/>
              </a:defRPr>
            </a:lvl4pPr>
            <a:lvl5pPr>
              <a:defRPr sz="2175" b="0">
                <a:solidFill>
                  <a:srgbClr val="61717A"/>
                </a:solidFill>
                <a:latin typeface="Manrope"/>
                <a:ea typeface="Manrope"/>
                <a:cs typeface="Manrope"/>
              </a:defRPr>
            </a:lvl5pPr>
            <a:lvl6pPr>
              <a:defRPr sz="2175" b="0">
                <a:solidFill>
                  <a:srgbClr val="61717A"/>
                </a:solidFill>
                <a:latin typeface="Manrope"/>
                <a:ea typeface="Manrope"/>
                <a:cs typeface="Manrope"/>
              </a:defRPr>
            </a:lvl6pPr>
            <a:lvl7pPr>
              <a:defRPr sz="2175" b="0">
                <a:solidFill>
                  <a:srgbClr val="61717A"/>
                </a:solidFill>
                <a:latin typeface="Manrope"/>
                <a:ea typeface="Manrope"/>
                <a:cs typeface="Manrope"/>
              </a:defRPr>
            </a:lvl7pPr>
            <a:lvl8pPr>
              <a:defRPr sz="2175" b="0">
                <a:solidFill>
                  <a:srgbClr val="61717A"/>
                </a:solidFill>
                <a:latin typeface="Manrope"/>
                <a:ea typeface="Manrope"/>
                <a:cs typeface="Manrope"/>
              </a:defRPr>
            </a:lvl8pPr>
            <a:lvl9pPr>
              <a:defRPr sz="2175" b="0">
                <a:solidFill>
                  <a:srgbClr val="61717A"/>
                </a:solidFill>
                <a:latin typeface="Manrope"/>
                <a:ea typeface="Manrope"/>
                <a:cs typeface="Manrope"/>
              </a:defRPr>
            </a:lvl9pPr>
          </a:lstStyle>
          <a:p>
            <a:pPr>
              <a:defRPr sz="2175" b="0">
                <a:solidFill>
                  <a:srgbClr val="61717A"/>
                </a:solidFill>
                <a:latin typeface="Manrope"/>
                <a:ea typeface="Manrope"/>
                <a:cs typeface="Manrope"/>
              </a:defRPr>
            </a:pPr>
            <a:r>
              <a:rPr sz="2175" b="0">
                <a:solidFill>
                  <a:srgbClr val="61717A"/>
                </a:solidFill>
                <a:latin typeface="Manrope"/>
                <a:ea typeface="Manrope"/>
                <a:cs typeface="Manrope"/>
              </a:rPr>
              <a:t>Carla y Gabriela comparten</a:t>
            </a:r>
          </a:p>
          <a:p>
            <a:pPr>
              <a:defRPr sz="2175" b="0">
                <a:solidFill>
                  <a:srgbClr val="61717A"/>
                </a:solidFill>
                <a:latin typeface="Manrope"/>
                <a:ea typeface="Manrope"/>
                <a:cs typeface="Manrope"/>
              </a:defRPr>
            </a:pPr>
            <a:r>
              <a:rPr sz="2175" b="0">
                <a:solidFill>
                  <a:srgbClr val="61717A"/>
                </a:solidFill>
                <a:latin typeface="Manrope"/>
                <a:ea typeface="Manrope"/>
                <a:cs typeface="Manrope"/>
              </a:rPr>
              <a:t>la contraseña de prueba.</a:t>
            </a:r>
          </a:p>
        </p:txBody>
      </p:sp>
      <p:sp>
        <p:nvSpPr>
          <p:cNvPr id="8" name="text-176">
            <a:extLst>
              <a:ext uri="{FF2B5EF4-FFF2-40B4-BE49-F238E27FC236}">
                <a16:creationId xmlns:a16="http://schemas.microsoft.com/office/drawing/2014/main" id="{EC3B1659-558D-43CA-BA06-2A9568E947B2}"/>
              </a:ext>
            </a:extLst>
          </p:cNvPr>
          <p:cNvSpPr>
            <a:spLocks noGrp="1"/>
          </p:cNvSpPr>
          <p:nvPr/>
        </p:nvSpPr>
        <p:spPr>
          <a:xfrm>
            <a:off x="6534150" y="2047875"/>
            <a:ext cx="1905000" cy="428625"/>
          </a:xfrm>
          <a:prstGeom prst="rect">
            <a:avLst/>
          </a:prstGeom>
          <a:noFill/>
          <a:ln w="0">
            <a:noFill/>
            <a:prstDash val="solid"/>
          </a:ln>
        </p:spPr>
        <p:txBody>
          <a:bodyPr wrap="square" lIns="0" tIns="0" rIns="0" bIns="0" anchor="t">
            <a:noAutofit/>
          </a:bodyPr>
          <a:lstStyle>
            <a:defPPr>
              <a:defRPr sz="2175" b="1">
                <a:solidFill>
                  <a:srgbClr val="A5653E"/>
                </a:solidFill>
                <a:latin typeface="Manrope"/>
                <a:ea typeface="Manrope"/>
                <a:cs typeface="Manrope"/>
              </a:defRPr>
            </a:defPPr>
            <a:lvl1pPr>
              <a:defRPr sz="2175" b="1">
                <a:solidFill>
                  <a:srgbClr val="A5653E"/>
                </a:solidFill>
                <a:latin typeface="Manrope"/>
                <a:ea typeface="Manrope"/>
                <a:cs typeface="Manrope"/>
              </a:defRPr>
            </a:lvl1pPr>
            <a:lvl2pPr>
              <a:defRPr sz="2175" b="1">
                <a:solidFill>
                  <a:srgbClr val="A5653E"/>
                </a:solidFill>
                <a:latin typeface="Manrope"/>
                <a:ea typeface="Manrope"/>
                <a:cs typeface="Manrope"/>
              </a:defRPr>
            </a:lvl2pPr>
            <a:lvl3pPr>
              <a:defRPr sz="2175" b="1">
                <a:solidFill>
                  <a:srgbClr val="A5653E"/>
                </a:solidFill>
                <a:latin typeface="Manrope"/>
                <a:ea typeface="Manrope"/>
                <a:cs typeface="Manrope"/>
              </a:defRPr>
            </a:lvl3pPr>
            <a:lvl4pPr>
              <a:defRPr sz="2175" b="1">
                <a:solidFill>
                  <a:srgbClr val="A5653E"/>
                </a:solidFill>
                <a:latin typeface="Manrope"/>
                <a:ea typeface="Manrope"/>
                <a:cs typeface="Manrope"/>
              </a:defRPr>
            </a:lvl4pPr>
            <a:lvl5pPr>
              <a:defRPr sz="2175" b="1">
                <a:solidFill>
                  <a:srgbClr val="A5653E"/>
                </a:solidFill>
                <a:latin typeface="Manrope"/>
                <a:ea typeface="Manrope"/>
                <a:cs typeface="Manrope"/>
              </a:defRPr>
            </a:lvl5pPr>
            <a:lvl6pPr>
              <a:defRPr sz="2175" b="1">
                <a:solidFill>
                  <a:srgbClr val="A5653E"/>
                </a:solidFill>
                <a:latin typeface="Manrope"/>
                <a:ea typeface="Manrope"/>
                <a:cs typeface="Manrope"/>
              </a:defRPr>
            </a:lvl6pPr>
            <a:lvl7pPr>
              <a:defRPr sz="2175" b="1">
                <a:solidFill>
                  <a:srgbClr val="A5653E"/>
                </a:solidFill>
                <a:latin typeface="Manrope"/>
                <a:ea typeface="Manrope"/>
                <a:cs typeface="Manrope"/>
              </a:defRPr>
            </a:lvl7pPr>
            <a:lvl8pPr>
              <a:defRPr sz="2175" b="1">
                <a:solidFill>
                  <a:srgbClr val="A5653E"/>
                </a:solidFill>
                <a:latin typeface="Manrope"/>
                <a:ea typeface="Manrope"/>
                <a:cs typeface="Manrope"/>
              </a:defRPr>
            </a:lvl8pPr>
            <a:lvl9pPr>
              <a:defRPr sz="2175" b="1">
                <a:solidFill>
                  <a:srgbClr val="A5653E"/>
                </a:solidFill>
                <a:latin typeface="Manrope"/>
                <a:ea typeface="Manrope"/>
                <a:cs typeface="Manrope"/>
              </a:defRPr>
            </a:lvl9pPr>
          </a:lstStyle>
          <a:p>
            <a:pPr>
              <a:defRPr sz="2175" b="1">
                <a:solidFill>
                  <a:srgbClr val="A5653E"/>
                </a:solidFill>
                <a:latin typeface="Manrope"/>
                <a:ea typeface="Manrope"/>
                <a:cs typeface="Manrope"/>
              </a:defRPr>
            </a:pPr>
            <a:r>
              <a:rPr sz="2175" b="1">
                <a:solidFill>
                  <a:srgbClr val="A5653E"/>
                </a:solidFill>
                <a:latin typeface="Manrope"/>
                <a:ea typeface="Manrope"/>
                <a:cs typeface="Manrope"/>
              </a:rPr>
              <a:t>Sin sal</a:t>
            </a:r>
          </a:p>
        </p:txBody>
      </p:sp>
      <p:sp>
        <p:nvSpPr>
          <p:cNvPr id="9" name="text-177">
            <a:extLst>
              <a:ext uri="{FF2B5EF4-FFF2-40B4-BE49-F238E27FC236}">
                <a16:creationId xmlns:a16="http://schemas.microsoft.com/office/drawing/2014/main" id="{0FB11BFA-4A73-4634-BA65-6F1F5385FB2E}"/>
              </a:ext>
            </a:extLst>
          </p:cNvPr>
          <p:cNvSpPr>
            <a:spLocks noGrp="1"/>
          </p:cNvSpPr>
          <p:nvPr/>
        </p:nvSpPr>
        <p:spPr>
          <a:xfrm>
            <a:off x="8686800" y="2047875"/>
            <a:ext cx="2895600" cy="428625"/>
          </a:xfrm>
          <a:prstGeom prst="rect">
            <a:avLst/>
          </a:prstGeom>
          <a:noFill/>
          <a:ln w="0">
            <a:noFill/>
            <a:prstDash val="solid"/>
          </a:ln>
        </p:spPr>
        <p:txBody>
          <a:bodyPr wrap="square" lIns="0" tIns="0" rIns="0" bIns="0" anchor="t">
            <a:noAutofit/>
          </a:bodyPr>
          <a:lstStyle>
            <a:defPPr>
              <a:defRPr sz="2175" b="1">
                <a:solidFill>
                  <a:srgbClr val="287F83"/>
                </a:solidFill>
                <a:latin typeface="Manrope"/>
                <a:ea typeface="Manrope"/>
                <a:cs typeface="Manrope"/>
              </a:defRPr>
            </a:defPPr>
            <a:lvl1pPr>
              <a:defRPr sz="2175" b="1">
                <a:solidFill>
                  <a:srgbClr val="287F83"/>
                </a:solidFill>
                <a:latin typeface="Manrope"/>
                <a:ea typeface="Manrope"/>
                <a:cs typeface="Manrope"/>
              </a:defRPr>
            </a:lvl1pPr>
            <a:lvl2pPr>
              <a:defRPr sz="2175" b="1">
                <a:solidFill>
                  <a:srgbClr val="287F83"/>
                </a:solidFill>
                <a:latin typeface="Manrope"/>
                <a:ea typeface="Manrope"/>
                <a:cs typeface="Manrope"/>
              </a:defRPr>
            </a:lvl2pPr>
            <a:lvl3pPr>
              <a:defRPr sz="2175" b="1">
                <a:solidFill>
                  <a:srgbClr val="287F83"/>
                </a:solidFill>
                <a:latin typeface="Manrope"/>
                <a:ea typeface="Manrope"/>
                <a:cs typeface="Manrope"/>
              </a:defRPr>
            </a:lvl3pPr>
            <a:lvl4pPr>
              <a:defRPr sz="2175" b="1">
                <a:solidFill>
                  <a:srgbClr val="287F83"/>
                </a:solidFill>
                <a:latin typeface="Manrope"/>
                <a:ea typeface="Manrope"/>
                <a:cs typeface="Manrope"/>
              </a:defRPr>
            </a:lvl4pPr>
            <a:lvl5pPr>
              <a:defRPr sz="2175" b="1">
                <a:solidFill>
                  <a:srgbClr val="287F83"/>
                </a:solidFill>
                <a:latin typeface="Manrope"/>
                <a:ea typeface="Manrope"/>
                <a:cs typeface="Manrope"/>
              </a:defRPr>
            </a:lvl5pPr>
            <a:lvl6pPr>
              <a:defRPr sz="2175" b="1">
                <a:solidFill>
                  <a:srgbClr val="287F83"/>
                </a:solidFill>
                <a:latin typeface="Manrope"/>
                <a:ea typeface="Manrope"/>
                <a:cs typeface="Manrope"/>
              </a:defRPr>
            </a:lvl6pPr>
            <a:lvl7pPr>
              <a:defRPr sz="2175" b="1">
                <a:solidFill>
                  <a:srgbClr val="287F83"/>
                </a:solidFill>
                <a:latin typeface="Manrope"/>
                <a:ea typeface="Manrope"/>
                <a:cs typeface="Manrope"/>
              </a:defRPr>
            </a:lvl7pPr>
            <a:lvl8pPr>
              <a:defRPr sz="2175" b="1">
                <a:solidFill>
                  <a:srgbClr val="287F83"/>
                </a:solidFill>
                <a:latin typeface="Manrope"/>
                <a:ea typeface="Manrope"/>
                <a:cs typeface="Manrope"/>
              </a:defRPr>
            </a:lvl8pPr>
            <a:lvl9pPr>
              <a:defRPr sz="2175" b="1">
                <a:solidFill>
                  <a:srgbClr val="287F83"/>
                </a:solidFill>
                <a:latin typeface="Manrope"/>
                <a:ea typeface="Manrope"/>
                <a:cs typeface="Manrope"/>
              </a:defRPr>
            </a:lvl9pPr>
          </a:lstStyle>
          <a:p>
            <a:pPr>
              <a:defRPr sz="2175" b="1">
                <a:solidFill>
                  <a:srgbClr val="287F83"/>
                </a:solidFill>
                <a:latin typeface="Manrope"/>
                <a:ea typeface="Manrope"/>
                <a:cs typeface="Manrope"/>
              </a:defRPr>
            </a:pPr>
            <a:r>
              <a:rPr sz="2175" b="1">
                <a:solidFill>
                  <a:srgbClr val="287F83"/>
                </a:solidFill>
                <a:latin typeface="Manrope"/>
                <a:ea typeface="Manrope"/>
                <a:cs typeface="Manrope"/>
              </a:rPr>
              <a:t>Con sal</a:t>
            </a:r>
          </a:p>
        </p:txBody>
      </p:sp>
      <p:graphicFrame>
        <p:nvGraphicFramePr>
          <p:cNvPr id="10" name="Tabla 9">
            <a:extLst>
              <a:ext uri="{FF2B5EF4-FFF2-40B4-BE49-F238E27FC236}">
                <a16:creationId xmlns:a16="http://schemas.microsoft.com/office/drawing/2014/main" id="{193D5AD0-111B-43E2-BEE3-355DA33FE670}"/>
              </a:ext>
            </a:extLst>
          </p:cNvPr>
          <p:cNvGraphicFramePr/>
          <p:nvPr/>
        </p:nvGraphicFramePr>
        <p:xfrm>
          <a:off x="5238750" y="2647950"/>
          <a:ext cx="6343650" cy="2228850"/>
        </p:xfrm>
        <a:graphic>
          <a:graphicData uri="http://schemas.openxmlformats.org/drawingml/2006/table">
            <a:tbl>
              <a:tblPr/>
              <a:tblGrid>
                <a:gridCol w="1200150">
                  <a:extLst>
                    <a:ext uri="{9D8B030D-6E8A-4147-A177-3AD203B41FA5}">
                      <a16:colId xmlns:a16="http://schemas.microsoft.com/office/drawing/2014/main" val="20000"/>
                    </a:ext>
                  </a:extLst>
                </a:gridCol>
                <a:gridCol w="2152650">
                  <a:extLst>
                    <a:ext uri="{9D8B030D-6E8A-4147-A177-3AD203B41FA5}">
                      <a16:colId xmlns:a16="http://schemas.microsoft.com/office/drawing/2014/main" val="20001"/>
                    </a:ext>
                  </a:extLst>
                </a:gridCol>
                <a:gridCol w="2990850">
                  <a:extLst>
                    <a:ext uri="{9D8B030D-6E8A-4147-A177-3AD203B41FA5}">
                      <a16:colId xmlns:a16="http://schemas.microsoft.com/office/drawing/2014/main" val="20002"/>
                    </a:ext>
                  </a:extLst>
                </a:gridCol>
              </a:tblGrid>
              <a:tr h="742950">
                <a:tc>
                  <a:txBody>
                    <a:bodyPr/>
                    <a:lstStyle/>
                    <a:p>
                      <a:endParaRPr/>
                    </a:p>
                  </a:txBody>
                  <a:tcPr anchor="ctr">
                    <a:lnL w="0">
                      <a:solidFill>
                        <a:srgbClr val="F4F1EB"/>
                      </a:solidFill>
                      <a:prstDash val="solid"/>
                    </a:lnL>
                    <a:lnR w="0">
                      <a:solidFill>
                        <a:srgbClr val="F4F1EB"/>
                      </a:solidFill>
                      <a:prstDash val="solid"/>
                    </a:lnR>
                    <a:lnT w="0">
                      <a:solidFill>
                        <a:srgbClr val="F4F1EB"/>
                      </a:solidFill>
                      <a:prstDash val="solid"/>
                    </a:lnT>
                    <a:lnB w="0">
                      <a:solidFill>
                        <a:srgbClr val="F4F1EB"/>
                      </a:solidFill>
                      <a:prstDash val="solid"/>
                    </a:lnB>
                    <a:solidFill>
                      <a:srgbClr val="F4F1EB"/>
                    </a:solidFill>
                  </a:tcPr>
                </a:tc>
                <a:tc>
                  <a:txBody>
                    <a:bodyPr/>
                    <a:lstStyle/>
                    <a:p>
                      <a:r>
                        <a:rPr sz="1500" b="1">
                          <a:solidFill>
                            <a:srgbClr val="61717A"/>
                          </a:solidFill>
                          <a:latin typeface="Manrope"/>
                          <a:ea typeface="Manrope"/>
                          <a:cs typeface="Manrope"/>
                        </a:rPr>
                        <a:t>MD5</a:t>
                      </a:r>
                    </a:p>
                  </a:txBody>
                  <a:tcPr anchor="ctr">
                    <a:lnL w="0" cap="flat" cmpd="sng" algn="ctr">
                      <a:solidFill>
                        <a:srgbClr val="F4F1EB"/>
                      </a:solidFill>
                      <a:prstDash val="solid"/>
                      <a:round/>
                      <a:headEnd type="none" w="med" len="med"/>
                      <a:tailEnd type="none" w="med" len="med"/>
                    </a:lnL>
                    <a:lnR w="0">
                      <a:solidFill>
                        <a:srgbClr val="F4F1EB"/>
                      </a:solidFill>
                      <a:prstDash val="solid"/>
                    </a:lnR>
                    <a:lnT w="0">
                      <a:solidFill>
                        <a:srgbClr val="F4F1EB"/>
                      </a:solidFill>
                      <a:prstDash val="solid"/>
                    </a:lnT>
                    <a:lnB w="0">
                      <a:solidFill>
                        <a:srgbClr val="F4F1EB"/>
                      </a:solidFill>
                      <a:prstDash val="solid"/>
                    </a:lnB>
                    <a:solidFill>
                      <a:srgbClr val="F4F1EB"/>
                    </a:solidFill>
                  </a:tcPr>
                </a:tc>
                <a:tc>
                  <a:txBody>
                    <a:bodyPr/>
                    <a:lstStyle/>
                    <a:p>
                      <a:r>
                        <a:rPr sz="1500" b="1">
                          <a:solidFill>
                            <a:srgbClr val="61717A"/>
                          </a:solidFill>
                          <a:latin typeface="Manrope"/>
                          <a:ea typeface="Manrope"/>
                          <a:cs typeface="Manrope"/>
                        </a:rPr>
                        <a:t>bcrypt</a:t>
                      </a:r>
                    </a:p>
                  </a:txBody>
                  <a:tcPr anchor="ctr">
                    <a:lnL w="0" cap="flat" cmpd="sng" algn="ctr">
                      <a:solidFill>
                        <a:srgbClr val="F4F1EB"/>
                      </a:solidFill>
                      <a:prstDash val="solid"/>
                      <a:round/>
                      <a:headEnd type="none" w="med" len="med"/>
                      <a:tailEnd type="none" w="med" len="med"/>
                    </a:lnL>
                    <a:lnR w="0">
                      <a:solidFill>
                        <a:srgbClr val="F4F1EB"/>
                      </a:solidFill>
                      <a:prstDash val="solid"/>
                    </a:lnR>
                    <a:lnT w="0">
                      <a:solidFill>
                        <a:srgbClr val="F4F1EB"/>
                      </a:solidFill>
                      <a:prstDash val="solid"/>
                    </a:lnT>
                    <a:lnB w="0">
                      <a:solidFill>
                        <a:srgbClr val="F4F1EB"/>
                      </a:solidFill>
                      <a:prstDash val="solid"/>
                    </a:lnB>
                    <a:solidFill>
                      <a:srgbClr val="F4F1EB"/>
                    </a:solidFill>
                  </a:tcPr>
                </a:tc>
                <a:extLst>
                  <a:ext uri="{0D108BD9-81ED-4DB2-BD59-A6C34878D82A}">
                    <a16:rowId xmlns:a16="http://schemas.microsoft.com/office/drawing/2014/main" val="10000"/>
                  </a:ext>
                </a:extLst>
              </a:tr>
              <a:tr h="742950">
                <a:tc>
                  <a:txBody>
                    <a:bodyPr/>
                    <a:lstStyle/>
                    <a:p>
                      <a:r>
                        <a:rPr sz="1800" b="1">
                          <a:solidFill>
                            <a:srgbClr val="287F83"/>
                          </a:solidFill>
                          <a:latin typeface="Manrope"/>
                          <a:ea typeface="Manrope"/>
                          <a:cs typeface="Manrope"/>
                        </a:rPr>
                        <a:t>Carla</a:t>
                      </a:r>
                    </a:p>
                  </a:txBody>
                  <a:tcPr anchor="ctr">
                    <a:lnL w="0">
                      <a:solidFill>
                        <a:srgbClr val="F4F1EB"/>
                      </a:solidFill>
                      <a:prstDash val="soli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800" b="0">
                          <a:solidFill>
                            <a:srgbClr val="122630"/>
                          </a:solidFill>
                          <a:latin typeface="Manrope"/>
                          <a:ea typeface="Manrope"/>
                          <a:cs typeface="Manrope"/>
                        </a:rPr>
                        <a:t>5d4e049c1dd1…</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800" b="0">
                          <a:solidFill>
                            <a:srgbClr val="122630"/>
                          </a:solidFill>
                          <a:latin typeface="Manrope"/>
                          <a:ea typeface="Manrope"/>
                          <a:cs typeface="Manrope"/>
                        </a:rPr>
                        <a:t>$2b$12$S0MYqC…</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extLst>
                  <a:ext uri="{0D108BD9-81ED-4DB2-BD59-A6C34878D82A}">
                    <a16:rowId xmlns:a16="http://schemas.microsoft.com/office/drawing/2014/main" val="10001"/>
                  </a:ext>
                </a:extLst>
              </a:tr>
              <a:tr h="742950">
                <a:tc>
                  <a:txBody>
                    <a:bodyPr/>
                    <a:lstStyle/>
                    <a:p>
                      <a:r>
                        <a:rPr sz="1800" b="1">
                          <a:solidFill>
                            <a:srgbClr val="287F83"/>
                          </a:solidFill>
                          <a:latin typeface="Manrope"/>
                          <a:ea typeface="Manrope"/>
                          <a:cs typeface="Manrope"/>
                        </a:rPr>
                        <a:t>Gabriela</a:t>
                      </a:r>
                    </a:p>
                  </a:txBody>
                  <a:tcPr anchor="ctr">
                    <a:lnL w="0">
                      <a:solidFill>
                        <a:srgbClr val="F4F1EB"/>
                      </a:solidFill>
                      <a:prstDash val="soli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800" b="0">
                          <a:solidFill>
                            <a:srgbClr val="122630"/>
                          </a:solidFill>
                          <a:latin typeface="Manrope"/>
                          <a:ea typeface="Manrope"/>
                          <a:cs typeface="Manrope"/>
                        </a:rPr>
                        <a:t>5d4e049c1dd1…</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800" b="0">
                          <a:solidFill>
                            <a:srgbClr val="122630"/>
                          </a:solidFill>
                          <a:latin typeface="Manrope"/>
                          <a:ea typeface="Manrope"/>
                          <a:cs typeface="Manrope"/>
                        </a:rPr>
                        <a:t>$2b$12$BRE4At…</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extLst>
                  <a:ext uri="{0D108BD9-81ED-4DB2-BD59-A6C34878D82A}">
                    <a16:rowId xmlns:a16="http://schemas.microsoft.com/office/drawing/2014/main" val="10002"/>
                  </a:ext>
                </a:extLst>
              </a:tr>
            </a:tbl>
          </a:graphicData>
        </a:graphic>
      </p:graphicFrame>
      <p:sp>
        <p:nvSpPr>
          <p:cNvPr id="11" name="rule-178">
            <a:extLst>
              <a:ext uri="{FF2B5EF4-FFF2-40B4-BE49-F238E27FC236}">
                <a16:creationId xmlns:a16="http://schemas.microsoft.com/office/drawing/2014/main" id="{581F30E1-3F9E-4A34-A85D-20E9C467C394}"/>
              </a:ext>
            </a:extLst>
          </p:cNvPr>
          <p:cNvSpPr>
            <a:spLocks noGrp="1"/>
          </p:cNvSpPr>
          <p:nvPr/>
        </p:nvSpPr>
        <p:spPr>
          <a:xfrm>
            <a:off x="5238750" y="3390900"/>
            <a:ext cx="6343650" cy="0"/>
          </a:xfrm>
          <a:prstGeom prst="line">
            <a:avLst/>
          </a:prstGeom>
          <a:noFill/>
          <a:ln w="9525">
            <a:solidFill>
              <a:srgbClr val="D6D2C8"/>
            </a:solidFill>
            <a:prstDash val="solid"/>
          </a:ln>
        </p:spPr>
        <p:txBody>
          <a:bodyPr/>
          <a:lstStyle/>
          <a:p>
            <a:endParaRPr lang="es-419"/>
          </a:p>
        </p:txBody>
      </p:sp>
      <p:sp>
        <p:nvSpPr>
          <p:cNvPr id="12" name="rule-179">
            <a:extLst>
              <a:ext uri="{FF2B5EF4-FFF2-40B4-BE49-F238E27FC236}">
                <a16:creationId xmlns:a16="http://schemas.microsoft.com/office/drawing/2014/main" id="{62E2F05B-26A9-48F3-BF31-CC66C5C14331}"/>
              </a:ext>
            </a:extLst>
          </p:cNvPr>
          <p:cNvSpPr>
            <a:spLocks noGrp="1"/>
          </p:cNvSpPr>
          <p:nvPr/>
        </p:nvSpPr>
        <p:spPr>
          <a:xfrm>
            <a:off x="5238750" y="4133850"/>
            <a:ext cx="6343650" cy="0"/>
          </a:xfrm>
          <a:prstGeom prst="line">
            <a:avLst/>
          </a:prstGeom>
          <a:noFill/>
          <a:ln w="9525">
            <a:solidFill>
              <a:srgbClr val="D6D2C8"/>
            </a:solidFill>
            <a:prstDash val="solid"/>
          </a:ln>
        </p:spPr>
        <p:txBody>
          <a:bodyPr/>
          <a:lstStyle/>
          <a:p>
            <a:endParaRPr lang="es-419"/>
          </a:p>
        </p:txBody>
      </p:sp>
      <p:sp>
        <p:nvSpPr>
          <p:cNvPr id="13" name="rule-180">
            <a:extLst>
              <a:ext uri="{FF2B5EF4-FFF2-40B4-BE49-F238E27FC236}">
                <a16:creationId xmlns:a16="http://schemas.microsoft.com/office/drawing/2014/main" id="{4615E207-F2E6-452F-8DFC-05550179EFED}"/>
              </a:ext>
            </a:extLst>
          </p:cNvPr>
          <p:cNvSpPr>
            <a:spLocks noGrp="1"/>
          </p:cNvSpPr>
          <p:nvPr/>
        </p:nvSpPr>
        <p:spPr>
          <a:xfrm>
            <a:off x="5238750" y="4876800"/>
            <a:ext cx="6343650" cy="0"/>
          </a:xfrm>
          <a:prstGeom prst="line">
            <a:avLst/>
          </a:prstGeom>
          <a:noFill/>
          <a:ln w="9525">
            <a:solidFill>
              <a:srgbClr val="D6D2C8"/>
            </a:solidFill>
            <a:prstDash val="solid"/>
          </a:ln>
        </p:spPr>
        <p:txBody>
          <a:bodyPr/>
          <a:lstStyle/>
          <a:p>
            <a:endParaRPr lang="es-419"/>
          </a:p>
        </p:txBody>
      </p:sp>
      <p:sp>
        <p:nvSpPr>
          <p:cNvPr id="14" name="text-181">
            <a:extLst>
              <a:ext uri="{FF2B5EF4-FFF2-40B4-BE49-F238E27FC236}">
                <a16:creationId xmlns:a16="http://schemas.microsoft.com/office/drawing/2014/main" id="{EAB5A35A-E256-4A47-9CF3-F7C6DCDAC0FF}"/>
              </a:ext>
            </a:extLst>
          </p:cNvPr>
          <p:cNvSpPr>
            <a:spLocks noGrp="1"/>
          </p:cNvSpPr>
          <p:nvPr/>
        </p:nvSpPr>
        <p:spPr>
          <a:xfrm>
            <a:off x="6572250" y="5172075"/>
            <a:ext cx="1619250" cy="381000"/>
          </a:xfrm>
          <a:prstGeom prst="rect">
            <a:avLst/>
          </a:prstGeom>
          <a:noFill/>
          <a:ln w="0">
            <a:noFill/>
            <a:prstDash val="solid"/>
          </a:ln>
        </p:spPr>
        <p:txBody>
          <a:bodyPr wrap="square" lIns="0" tIns="0" rIns="0" bIns="0" anchor="t">
            <a:noAutofit/>
          </a:bodyPr>
          <a:lstStyle>
            <a:defPPr>
              <a:defRPr sz="2025" b="1">
                <a:solidFill>
                  <a:srgbClr val="A5653E"/>
                </a:solidFill>
                <a:latin typeface="Manrope"/>
                <a:ea typeface="Manrope"/>
                <a:cs typeface="Manrope"/>
              </a:defRPr>
            </a:defPPr>
            <a:lvl1pPr>
              <a:defRPr sz="2025" b="1">
                <a:solidFill>
                  <a:srgbClr val="A5653E"/>
                </a:solidFill>
                <a:latin typeface="Manrope"/>
                <a:ea typeface="Manrope"/>
                <a:cs typeface="Manrope"/>
              </a:defRPr>
            </a:lvl1pPr>
            <a:lvl2pPr>
              <a:defRPr sz="2025" b="1">
                <a:solidFill>
                  <a:srgbClr val="A5653E"/>
                </a:solidFill>
                <a:latin typeface="Manrope"/>
                <a:ea typeface="Manrope"/>
                <a:cs typeface="Manrope"/>
              </a:defRPr>
            </a:lvl2pPr>
            <a:lvl3pPr>
              <a:defRPr sz="2025" b="1">
                <a:solidFill>
                  <a:srgbClr val="A5653E"/>
                </a:solidFill>
                <a:latin typeface="Manrope"/>
                <a:ea typeface="Manrope"/>
                <a:cs typeface="Manrope"/>
              </a:defRPr>
            </a:lvl3pPr>
            <a:lvl4pPr>
              <a:defRPr sz="2025" b="1">
                <a:solidFill>
                  <a:srgbClr val="A5653E"/>
                </a:solidFill>
                <a:latin typeface="Manrope"/>
                <a:ea typeface="Manrope"/>
                <a:cs typeface="Manrope"/>
              </a:defRPr>
            </a:lvl4pPr>
            <a:lvl5pPr>
              <a:defRPr sz="2025" b="1">
                <a:solidFill>
                  <a:srgbClr val="A5653E"/>
                </a:solidFill>
                <a:latin typeface="Manrope"/>
                <a:ea typeface="Manrope"/>
                <a:cs typeface="Manrope"/>
              </a:defRPr>
            </a:lvl5pPr>
            <a:lvl6pPr>
              <a:defRPr sz="2025" b="1">
                <a:solidFill>
                  <a:srgbClr val="A5653E"/>
                </a:solidFill>
                <a:latin typeface="Manrope"/>
                <a:ea typeface="Manrope"/>
                <a:cs typeface="Manrope"/>
              </a:defRPr>
            </a:lvl6pPr>
            <a:lvl7pPr>
              <a:defRPr sz="2025" b="1">
                <a:solidFill>
                  <a:srgbClr val="A5653E"/>
                </a:solidFill>
                <a:latin typeface="Manrope"/>
                <a:ea typeface="Manrope"/>
                <a:cs typeface="Manrope"/>
              </a:defRPr>
            </a:lvl7pPr>
            <a:lvl8pPr>
              <a:defRPr sz="2025" b="1">
                <a:solidFill>
                  <a:srgbClr val="A5653E"/>
                </a:solidFill>
                <a:latin typeface="Manrope"/>
                <a:ea typeface="Manrope"/>
                <a:cs typeface="Manrope"/>
              </a:defRPr>
            </a:lvl8pPr>
            <a:lvl9pPr>
              <a:defRPr sz="2025" b="1">
                <a:solidFill>
                  <a:srgbClr val="A5653E"/>
                </a:solidFill>
                <a:latin typeface="Manrope"/>
                <a:ea typeface="Manrope"/>
                <a:cs typeface="Manrope"/>
              </a:defRPr>
            </a:lvl9pPr>
          </a:lstStyle>
          <a:p>
            <a:pPr>
              <a:defRPr sz="2025" b="1">
                <a:solidFill>
                  <a:srgbClr val="A5653E"/>
                </a:solidFill>
                <a:latin typeface="Manrope"/>
                <a:ea typeface="Manrope"/>
                <a:cs typeface="Manrope"/>
              </a:defRPr>
            </a:pPr>
            <a:r>
              <a:rPr sz="2025" b="1">
                <a:solidFill>
                  <a:srgbClr val="A5653E"/>
                </a:solidFill>
                <a:latin typeface="Manrope"/>
                <a:ea typeface="Manrope"/>
                <a:cs typeface="Manrope"/>
              </a:rPr>
              <a:t>Iguales</a:t>
            </a:r>
          </a:p>
        </p:txBody>
      </p:sp>
      <p:sp>
        <p:nvSpPr>
          <p:cNvPr id="15" name="text-182">
            <a:extLst>
              <a:ext uri="{FF2B5EF4-FFF2-40B4-BE49-F238E27FC236}">
                <a16:creationId xmlns:a16="http://schemas.microsoft.com/office/drawing/2014/main" id="{6DE1D8FB-C2A0-49CA-A80F-9BB1E769124B}"/>
              </a:ext>
            </a:extLst>
          </p:cNvPr>
          <p:cNvSpPr>
            <a:spLocks noGrp="1"/>
          </p:cNvSpPr>
          <p:nvPr/>
        </p:nvSpPr>
        <p:spPr>
          <a:xfrm>
            <a:off x="9267825" y="5172075"/>
            <a:ext cx="2314575" cy="381000"/>
          </a:xfrm>
          <a:prstGeom prst="rect">
            <a:avLst/>
          </a:prstGeom>
          <a:noFill/>
          <a:ln w="0">
            <a:noFill/>
            <a:prstDash val="solid"/>
          </a:ln>
        </p:spPr>
        <p:txBody>
          <a:bodyPr wrap="square" lIns="0" tIns="0" rIns="0" bIns="0" anchor="t">
            <a:noAutofit/>
          </a:bodyPr>
          <a:lstStyle>
            <a:defPPr>
              <a:defRPr sz="2025" b="1">
                <a:solidFill>
                  <a:srgbClr val="287F83"/>
                </a:solidFill>
                <a:latin typeface="Manrope"/>
                <a:ea typeface="Manrope"/>
                <a:cs typeface="Manrope"/>
              </a:defRPr>
            </a:defPPr>
            <a:lvl1pPr>
              <a:defRPr sz="2025" b="1">
                <a:solidFill>
                  <a:srgbClr val="287F83"/>
                </a:solidFill>
                <a:latin typeface="Manrope"/>
                <a:ea typeface="Manrope"/>
                <a:cs typeface="Manrope"/>
              </a:defRPr>
            </a:lvl1pPr>
            <a:lvl2pPr>
              <a:defRPr sz="2025" b="1">
                <a:solidFill>
                  <a:srgbClr val="287F83"/>
                </a:solidFill>
                <a:latin typeface="Manrope"/>
                <a:ea typeface="Manrope"/>
                <a:cs typeface="Manrope"/>
              </a:defRPr>
            </a:lvl2pPr>
            <a:lvl3pPr>
              <a:defRPr sz="2025" b="1">
                <a:solidFill>
                  <a:srgbClr val="287F83"/>
                </a:solidFill>
                <a:latin typeface="Manrope"/>
                <a:ea typeface="Manrope"/>
                <a:cs typeface="Manrope"/>
              </a:defRPr>
            </a:lvl3pPr>
            <a:lvl4pPr>
              <a:defRPr sz="2025" b="1">
                <a:solidFill>
                  <a:srgbClr val="287F83"/>
                </a:solidFill>
                <a:latin typeface="Manrope"/>
                <a:ea typeface="Manrope"/>
                <a:cs typeface="Manrope"/>
              </a:defRPr>
            </a:lvl4pPr>
            <a:lvl5pPr>
              <a:defRPr sz="2025" b="1">
                <a:solidFill>
                  <a:srgbClr val="287F83"/>
                </a:solidFill>
                <a:latin typeface="Manrope"/>
                <a:ea typeface="Manrope"/>
                <a:cs typeface="Manrope"/>
              </a:defRPr>
            </a:lvl5pPr>
            <a:lvl6pPr>
              <a:defRPr sz="2025" b="1">
                <a:solidFill>
                  <a:srgbClr val="287F83"/>
                </a:solidFill>
                <a:latin typeface="Manrope"/>
                <a:ea typeface="Manrope"/>
                <a:cs typeface="Manrope"/>
              </a:defRPr>
            </a:lvl6pPr>
            <a:lvl7pPr>
              <a:defRPr sz="2025" b="1">
                <a:solidFill>
                  <a:srgbClr val="287F83"/>
                </a:solidFill>
                <a:latin typeface="Manrope"/>
                <a:ea typeface="Manrope"/>
                <a:cs typeface="Manrope"/>
              </a:defRPr>
            </a:lvl7pPr>
            <a:lvl8pPr>
              <a:defRPr sz="2025" b="1">
                <a:solidFill>
                  <a:srgbClr val="287F83"/>
                </a:solidFill>
                <a:latin typeface="Manrope"/>
                <a:ea typeface="Manrope"/>
                <a:cs typeface="Manrope"/>
              </a:defRPr>
            </a:lvl8pPr>
            <a:lvl9pPr>
              <a:defRPr sz="2025" b="1">
                <a:solidFill>
                  <a:srgbClr val="287F83"/>
                </a:solidFill>
                <a:latin typeface="Manrope"/>
                <a:ea typeface="Manrope"/>
                <a:cs typeface="Manrope"/>
              </a:defRPr>
            </a:lvl9pPr>
          </a:lstStyle>
          <a:p>
            <a:pPr>
              <a:defRPr sz="2025" b="1">
                <a:solidFill>
                  <a:srgbClr val="287F83"/>
                </a:solidFill>
                <a:latin typeface="Manrope"/>
                <a:ea typeface="Manrope"/>
                <a:cs typeface="Manrope"/>
              </a:defRPr>
            </a:pPr>
            <a:r>
              <a:rPr sz="2025" b="1">
                <a:solidFill>
                  <a:srgbClr val="287F83"/>
                </a:solidFill>
                <a:latin typeface="Manrope"/>
                <a:ea typeface="Manrope"/>
                <a:cs typeface="Manrope"/>
              </a:rPr>
              <a:t>Distintos</a:t>
            </a:r>
          </a:p>
        </p:txBody>
      </p:sp>
      <p:sp>
        <p:nvSpPr>
          <p:cNvPr id="16" name="text-183">
            <a:extLst>
              <a:ext uri="{FF2B5EF4-FFF2-40B4-BE49-F238E27FC236}">
                <a16:creationId xmlns:a16="http://schemas.microsoft.com/office/drawing/2014/main" id="{24C78D46-71AA-48DF-B23F-EB5ABBC20957}"/>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61717A"/>
                </a:solidFill>
                <a:latin typeface="Manrope"/>
                <a:ea typeface="Manrope"/>
                <a:cs typeface="Manrope"/>
              </a:defRPr>
            </a:defPPr>
            <a:lvl1pPr>
              <a:defRPr sz="1200" b="0">
                <a:solidFill>
                  <a:srgbClr val="61717A"/>
                </a:solidFill>
                <a:latin typeface="Manrope"/>
                <a:ea typeface="Manrope"/>
                <a:cs typeface="Manrope"/>
              </a:defRPr>
            </a:lvl1pPr>
            <a:lvl2pPr>
              <a:defRPr sz="1200" b="0">
                <a:solidFill>
                  <a:srgbClr val="61717A"/>
                </a:solidFill>
                <a:latin typeface="Manrope"/>
                <a:ea typeface="Manrope"/>
                <a:cs typeface="Manrope"/>
              </a:defRPr>
            </a:lvl2pPr>
            <a:lvl3pPr>
              <a:defRPr sz="1200" b="0">
                <a:solidFill>
                  <a:srgbClr val="61717A"/>
                </a:solidFill>
                <a:latin typeface="Manrope"/>
                <a:ea typeface="Manrope"/>
                <a:cs typeface="Manrope"/>
              </a:defRPr>
            </a:lvl3pPr>
            <a:lvl4pPr>
              <a:defRPr sz="1200" b="0">
                <a:solidFill>
                  <a:srgbClr val="61717A"/>
                </a:solidFill>
                <a:latin typeface="Manrope"/>
                <a:ea typeface="Manrope"/>
                <a:cs typeface="Manrope"/>
              </a:defRPr>
            </a:lvl4pPr>
            <a:lvl5pPr>
              <a:defRPr sz="1200" b="0">
                <a:solidFill>
                  <a:srgbClr val="61717A"/>
                </a:solidFill>
                <a:latin typeface="Manrope"/>
                <a:ea typeface="Manrope"/>
                <a:cs typeface="Manrope"/>
              </a:defRPr>
            </a:lvl5pPr>
            <a:lvl6pPr>
              <a:defRPr sz="1200" b="0">
                <a:solidFill>
                  <a:srgbClr val="61717A"/>
                </a:solidFill>
                <a:latin typeface="Manrope"/>
                <a:ea typeface="Manrope"/>
                <a:cs typeface="Manrope"/>
              </a:defRPr>
            </a:lvl6pPr>
            <a:lvl7pPr>
              <a:defRPr sz="1200" b="0">
                <a:solidFill>
                  <a:srgbClr val="61717A"/>
                </a:solidFill>
                <a:latin typeface="Manrope"/>
                <a:ea typeface="Manrope"/>
                <a:cs typeface="Manrope"/>
              </a:defRPr>
            </a:lvl7pPr>
            <a:lvl8pPr>
              <a:defRPr sz="1200" b="0">
                <a:solidFill>
                  <a:srgbClr val="61717A"/>
                </a:solidFill>
                <a:latin typeface="Manrope"/>
                <a:ea typeface="Manrope"/>
                <a:cs typeface="Manrope"/>
              </a:defRPr>
            </a:lvl8pPr>
            <a:lvl9pPr>
              <a:defRPr sz="1200" b="0">
                <a:solidFill>
                  <a:srgbClr val="61717A"/>
                </a:solidFill>
                <a:latin typeface="Manrope"/>
                <a:ea typeface="Manrope"/>
                <a:cs typeface="Manrope"/>
              </a:defRPr>
            </a:lvl9pPr>
          </a:lstStyle>
          <a:p>
            <a:pPr>
              <a:defRPr sz="1200" b="0">
                <a:solidFill>
                  <a:srgbClr val="61717A"/>
                </a:solidFill>
                <a:latin typeface="Manrope"/>
                <a:ea typeface="Manrope"/>
                <a:cs typeface="Manrope"/>
              </a:defRPr>
            </a:pPr>
            <a:r>
              <a:rPr sz="1200" b="0">
                <a:solidFill>
                  <a:srgbClr val="61717A"/>
                </a:solidFill>
                <a:latin typeface="Manrope"/>
                <a:ea typeface="Manrope"/>
                <a:cs typeface="Manrope"/>
              </a:rPr>
              <a:t>SHA-256 también coincide. Argon2id también difiere. Se muestran fragmentos.</a:t>
            </a:r>
          </a:p>
        </p:txBody>
      </p:sp>
    </p:spTree>
    <p:extLst>
      <p:ext uri="{BB962C8B-B14F-4D97-AF65-F5344CB8AC3E}">
        <p14:creationId xmlns:p14="http://schemas.microsoft.com/office/powerpoint/2010/main" val="1781171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1A24"/>
        </a:solidFill>
        <a:effectLst/>
      </p:bgPr>
    </p:bg>
    <p:spTree>
      <p:nvGrpSpPr>
        <p:cNvPr id="1" name=""/>
        <p:cNvGrpSpPr/>
        <p:nvPr/>
      </p:nvGrpSpPr>
      <p:grpSpPr>
        <a:xfrm>
          <a:off x="0" y="0"/>
          <a:ext cx="0" cy="0"/>
          <a:chOff x="0" y="0"/>
          <a:chExt cx="0" cy="0"/>
        </a:xfrm>
      </p:grpSpPr>
      <p:sp>
        <p:nvSpPr>
          <p:cNvPr id="3" name="text-185">
            <a:extLst>
              <a:ext uri="{FF2B5EF4-FFF2-40B4-BE49-F238E27FC236}">
                <a16:creationId xmlns:a16="http://schemas.microsoft.com/office/drawing/2014/main" id="{421A365B-D134-44BE-8D37-ED8E20A47A8C}"/>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FCFBF8"/>
                </a:solidFill>
                <a:latin typeface="Manrope"/>
                <a:ea typeface="Manrope"/>
                <a:cs typeface="Manrope"/>
              </a:defRPr>
            </a:defPPr>
            <a:lvl1pPr>
              <a:defRPr sz="3900" b="1">
                <a:solidFill>
                  <a:srgbClr val="FCFBF8"/>
                </a:solidFill>
                <a:latin typeface="Manrope"/>
                <a:ea typeface="Manrope"/>
                <a:cs typeface="Manrope"/>
              </a:defRPr>
            </a:lvl1pPr>
            <a:lvl2pPr>
              <a:defRPr sz="3900" b="1">
                <a:solidFill>
                  <a:srgbClr val="FCFBF8"/>
                </a:solidFill>
                <a:latin typeface="Manrope"/>
                <a:ea typeface="Manrope"/>
                <a:cs typeface="Manrope"/>
              </a:defRPr>
            </a:lvl2pPr>
            <a:lvl3pPr>
              <a:defRPr sz="3900" b="1">
                <a:solidFill>
                  <a:srgbClr val="FCFBF8"/>
                </a:solidFill>
                <a:latin typeface="Manrope"/>
                <a:ea typeface="Manrope"/>
                <a:cs typeface="Manrope"/>
              </a:defRPr>
            </a:lvl3pPr>
            <a:lvl4pPr>
              <a:defRPr sz="3900" b="1">
                <a:solidFill>
                  <a:srgbClr val="FCFBF8"/>
                </a:solidFill>
                <a:latin typeface="Manrope"/>
                <a:ea typeface="Manrope"/>
                <a:cs typeface="Manrope"/>
              </a:defRPr>
            </a:lvl4pPr>
            <a:lvl5pPr>
              <a:defRPr sz="3900" b="1">
                <a:solidFill>
                  <a:srgbClr val="FCFBF8"/>
                </a:solidFill>
                <a:latin typeface="Manrope"/>
                <a:ea typeface="Manrope"/>
                <a:cs typeface="Manrope"/>
              </a:defRPr>
            </a:lvl5pPr>
            <a:lvl6pPr>
              <a:defRPr sz="3900" b="1">
                <a:solidFill>
                  <a:srgbClr val="FCFBF8"/>
                </a:solidFill>
                <a:latin typeface="Manrope"/>
                <a:ea typeface="Manrope"/>
                <a:cs typeface="Manrope"/>
              </a:defRPr>
            </a:lvl6pPr>
            <a:lvl7pPr>
              <a:defRPr sz="3900" b="1">
                <a:solidFill>
                  <a:srgbClr val="FCFBF8"/>
                </a:solidFill>
                <a:latin typeface="Manrope"/>
                <a:ea typeface="Manrope"/>
                <a:cs typeface="Manrope"/>
              </a:defRPr>
            </a:lvl7pPr>
            <a:lvl8pPr>
              <a:defRPr sz="3900" b="1">
                <a:solidFill>
                  <a:srgbClr val="FCFBF8"/>
                </a:solidFill>
                <a:latin typeface="Manrope"/>
                <a:ea typeface="Manrope"/>
                <a:cs typeface="Manrope"/>
              </a:defRPr>
            </a:lvl8pPr>
            <a:lvl9pPr>
              <a:defRPr sz="3900" b="1">
                <a:solidFill>
                  <a:srgbClr val="FCFBF8"/>
                </a:solidFill>
                <a:latin typeface="Manrope"/>
                <a:ea typeface="Manrope"/>
                <a:cs typeface="Manrope"/>
              </a:defRPr>
            </a:lvl9pPr>
          </a:lstStyle>
          <a:p>
            <a:pPr>
              <a:defRPr sz="3900" b="1">
                <a:solidFill>
                  <a:srgbClr val="FCFBF8"/>
                </a:solidFill>
                <a:latin typeface="Manrope"/>
                <a:ea typeface="Manrope"/>
                <a:cs typeface="Manrope"/>
              </a:defRPr>
            </a:pPr>
            <a:r>
              <a:rPr sz="3900" b="1">
                <a:solidFill>
                  <a:srgbClr val="FCFBF8"/>
                </a:solidFill>
                <a:latin typeface="Manrope"/>
                <a:ea typeface="Manrope"/>
                <a:cs typeface="Manrope"/>
              </a:rPr>
              <a:t>Un carácter cambia media huella</a:t>
            </a:r>
          </a:p>
        </p:txBody>
      </p:sp>
      <p:sp>
        <p:nvSpPr>
          <p:cNvPr id="4" name="text-186">
            <a:extLst>
              <a:ext uri="{FF2B5EF4-FFF2-40B4-BE49-F238E27FC236}">
                <a16:creationId xmlns:a16="http://schemas.microsoft.com/office/drawing/2014/main" id="{0F054315-B242-43A9-896C-A20AF3781C10}"/>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9AC5CC"/>
                </a:solidFill>
                <a:latin typeface="Manrope"/>
                <a:ea typeface="Manrope"/>
                <a:cs typeface="Manrope"/>
              </a:defRPr>
            </a:defPPr>
            <a:lvl1pPr>
              <a:defRPr sz="1050" b="0">
                <a:solidFill>
                  <a:srgbClr val="9AC5CC"/>
                </a:solidFill>
                <a:latin typeface="Manrope"/>
                <a:ea typeface="Manrope"/>
                <a:cs typeface="Manrope"/>
              </a:defRPr>
            </a:lvl1pPr>
            <a:lvl2pPr>
              <a:defRPr sz="1050" b="0">
                <a:solidFill>
                  <a:srgbClr val="9AC5CC"/>
                </a:solidFill>
                <a:latin typeface="Manrope"/>
                <a:ea typeface="Manrope"/>
                <a:cs typeface="Manrope"/>
              </a:defRPr>
            </a:lvl2pPr>
            <a:lvl3pPr>
              <a:defRPr sz="1050" b="0">
                <a:solidFill>
                  <a:srgbClr val="9AC5CC"/>
                </a:solidFill>
                <a:latin typeface="Manrope"/>
                <a:ea typeface="Manrope"/>
                <a:cs typeface="Manrope"/>
              </a:defRPr>
            </a:lvl3pPr>
            <a:lvl4pPr>
              <a:defRPr sz="1050" b="0">
                <a:solidFill>
                  <a:srgbClr val="9AC5CC"/>
                </a:solidFill>
                <a:latin typeface="Manrope"/>
                <a:ea typeface="Manrope"/>
                <a:cs typeface="Manrope"/>
              </a:defRPr>
            </a:lvl4pPr>
            <a:lvl5pPr>
              <a:defRPr sz="1050" b="0">
                <a:solidFill>
                  <a:srgbClr val="9AC5CC"/>
                </a:solidFill>
                <a:latin typeface="Manrope"/>
                <a:ea typeface="Manrope"/>
                <a:cs typeface="Manrope"/>
              </a:defRPr>
            </a:lvl5pPr>
            <a:lvl6pPr>
              <a:defRPr sz="1050" b="0">
                <a:solidFill>
                  <a:srgbClr val="9AC5CC"/>
                </a:solidFill>
                <a:latin typeface="Manrope"/>
                <a:ea typeface="Manrope"/>
                <a:cs typeface="Manrope"/>
              </a:defRPr>
            </a:lvl6pPr>
            <a:lvl7pPr>
              <a:defRPr sz="1050" b="0">
                <a:solidFill>
                  <a:srgbClr val="9AC5CC"/>
                </a:solidFill>
                <a:latin typeface="Manrope"/>
                <a:ea typeface="Manrope"/>
                <a:cs typeface="Manrope"/>
              </a:defRPr>
            </a:lvl7pPr>
            <a:lvl8pPr>
              <a:defRPr sz="1050" b="0">
                <a:solidFill>
                  <a:srgbClr val="9AC5CC"/>
                </a:solidFill>
                <a:latin typeface="Manrope"/>
                <a:ea typeface="Manrope"/>
                <a:cs typeface="Manrope"/>
              </a:defRPr>
            </a:lvl8pPr>
            <a:lvl9pPr>
              <a:defRPr sz="1050" b="0">
                <a:solidFill>
                  <a:srgbClr val="9AC5CC"/>
                </a:solidFill>
                <a:latin typeface="Manrope"/>
                <a:ea typeface="Manrope"/>
                <a:cs typeface="Manrope"/>
              </a:defRPr>
            </a:lvl9pPr>
          </a:lstStyle>
          <a:p>
            <a:pPr>
              <a:defRPr sz="1050" b="0">
                <a:solidFill>
                  <a:srgbClr val="9AC5CC"/>
                </a:solidFill>
                <a:latin typeface="Manrope"/>
                <a:ea typeface="Manrope"/>
                <a:cs typeface="Manrope"/>
              </a:defRPr>
            </a:pPr>
            <a:r>
              <a:rPr sz="1050" b="0">
                <a:solidFill>
                  <a:srgbClr val="9AC5CC"/>
                </a:solidFill>
                <a:latin typeface="Manrope"/>
                <a:ea typeface="Manrope"/>
                <a:cs typeface="Manrope"/>
              </a:rPr>
              <a:t>ITI-922  /  GRUPO 6</a:t>
            </a:r>
          </a:p>
        </p:txBody>
      </p:sp>
      <p:sp>
        <p:nvSpPr>
          <p:cNvPr id="5" name="text-187">
            <a:extLst>
              <a:ext uri="{FF2B5EF4-FFF2-40B4-BE49-F238E27FC236}">
                <a16:creationId xmlns:a16="http://schemas.microsoft.com/office/drawing/2014/main" id="{0DBCD86E-DEF6-4C83-9FEC-1845DAACC014}"/>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9AC5CC"/>
                </a:solidFill>
                <a:latin typeface="Manrope"/>
                <a:ea typeface="Manrope"/>
                <a:cs typeface="Manrope"/>
              </a:defRPr>
            </a:defPPr>
            <a:lvl1pPr algn="r">
              <a:defRPr sz="1425" b="0">
                <a:solidFill>
                  <a:srgbClr val="9AC5CC"/>
                </a:solidFill>
                <a:latin typeface="Manrope"/>
                <a:ea typeface="Manrope"/>
                <a:cs typeface="Manrope"/>
              </a:defRPr>
            </a:lvl1pPr>
            <a:lvl2pPr algn="r">
              <a:defRPr sz="1425" b="0">
                <a:solidFill>
                  <a:srgbClr val="9AC5CC"/>
                </a:solidFill>
                <a:latin typeface="Manrope"/>
                <a:ea typeface="Manrope"/>
                <a:cs typeface="Manrope"/>
              </a:defRPr>
            </a:lvl2pPr>
            <a:lvl3pPr algn="r">
              <a:defRPr sz="1425" b="0">
                <a:solidFill>
                  <a:srgbClr val="9AC5CC"/>
                </a:solidFill>
                <a:latin typeface="Manrope"/>
                <a:ea typeface="Manrope"/>
                <a:cs typeface="Manrope"/>
              </a:defRPr>
            </a:lvl3pPr>
            <a:lvl4pPr algn="r">
              <a:defRPr sz="1425" b="0">
                <a:solidFill>
                  <a:srgbClr val="9AC5CC"/>
                </a:solidFill>
                <a:latin typeface="Manrope"/>
                <a:ea typeface="Manrope"/>
                <a:cs typeface="Manrope"/>
              </a:defRPr>
            </a:lvl4pPr>
            <a:lvl5pPr algn="r">
              <a:defRPr sz="1425" b="0">
                <a:solidFill>
                  <a:srgbClr val="9AC5CC"/>
                </a:solidFill>
                <a:latin typeface="Manrope"/>
                <a:ea typeface="Manrope"/>
                <a:cs typeface="Manrope"/>
              </a:defRPr>
            </a:lvl5pPr>
            <a:lvl6pPr algn="r">
              <a:defRPr sz="1425" b="0">
                <a:solidFill>
                  <a:srgbClr val="9AC5CC"/>
                </a:solidFill>
                <a:latin typeface="Manrope"/>
                <a:ea typeface="Manrope"/>
                <a:cs typeface="Manrope"/>
              </a:defRPr>
            </a:lvl6pPr>
            <a:lvl7pPr algn="r">
              <a:defRPr sz="1425" b="0">
                <a:solidFill>
                  <a:srgbClr val="9AC5CC"/>
                </a:solidFill>
                <a:latin typeface="Manrope"/>
                <a:ea typeface="Manrope"/>
                <a:cs typeface="Manrope"/>
              </a:defRPr>
            </a:lvl7pPr>
            <a:lvl8pPr algn="r">
              <a:defRPr sz="1425" b="0">
                <a:solidFill>
                  <a:srgbClr val="9AC5CC"/>
                </a:solidFill>
                <a:latin typeface="Manrope"/>
                <a:ea typeface="Manrope"/>
                <a:cs typeface="Manrope"/>
              </a:defRPr>
            </a:lvl8pPr>
            <a:lvl9pPr algn="r">
              <a:defRPr sz="1425" b="0">
                <a:solidFill>
                  <a:srgbClr val="9AC5CC"/>
                </a:solidFill>
                <a:latin typeface="Manrope"/>
                <a:ea typeface="Manrope"/>
                <a:cs typeface="Manrope"/>
              </a:defRPr>
            </a:lvl9pPr>
          </a:lstStyle>
          <a:p>
            <a:pPr algn="r">
              <a:defRPr sz="1425" b="0">
                <a:solidFill>
                  <a:srgbClr val="9AC5CC"/>
                </a:solidFill>
                <a:latin typeface="Manrope"/>
                <a:ea typeface="Manrope"/>
                <a:cs typeface="Manrope"/>
              </a:defRPr>
            </a:pPr>
            <a:r>
              <a:rPr sz="1425" b="0">
                <a:solidFill>
                  <a:srgbClr val="9AC5CC"/>
                </a:solidFill>
                <a:latin typeface="Manrope"/>
                <a:ea typeface="Manrope"/>
                <a:cs typeface="Manrope"/>
              </a:rPr>
              <a:t>15</a:t>
            </a:r>
          </a:p>
        </p:txBody>
      </p:sp>
      <p:sp>
        <p:nvSpPr>
          <p:cNvPr id="6" name="text-188">
            <a:extLst>
              <a:ext uri="{FF2B5EF4-FFF2-40B4-BE49-F238E27FC236}">
                <a16:creationId xmlns:a16="http://schemas.microsoft.com/office/drawing/2014/main" id="{1BFCDEC0-971A-43B4-891F-4F2278668515}"/>
              </a:ext>
            </a:extLst>
          </p:cNvPr>
          <p:cNvSpPr>
            <a:spLocks noGrp="1"/>
          </p:cNvSpPr>
          <p:nvPr/>
        </p:nvSpPr>
        <p:spPr>
          <a:xfrm>
            <a:off x="609600" y="2000250"/>
            <a:ext cx="6267450" cy="1524000"/>
          </a:xfrm>
          <a:prstGeom prst="rect">
            <a:avLst/>
          </a:prstGeom>
          <a:noFill/>
          <a:ln w="0">
            <a:noFill/>
            <a:prstDash val="solid"/>
          </a:ln>
        </p:spPr>
        <p:txBody>
          <a:bodyPr wrap="square" lIns="0" tIns="0" rIns="0" bIns="0" anchor="t">
            <a:noAutofit/>
          </a:bodyPr>
          <a:lstStyle>
            <a:defPPr>
              <a:defRPr sz="8625" b="1">
                <a:solidFill>
                  <a:srgbClr val="FCFBF8"/>
                </a:solidFill>
                <a:latin typeface="Manrope"/>
                <a:ea typeface="Manrope"/>
                <a:cs typeface="Manrope"/>
              </a:defRPr>
            </a:defPPr>
            <a:lvl1pPr>
              <a:defRPr sz="8625" b="1">
                <a:solidFill>
                  <a:srgbClr val="FCFBF8"/>
                </a:solidFill>
                <a:latin typeface="Manrope"/>
                <a:ea typeface="Manrope"/>
                <a:cs typeface="Manrope"/>
              </a:defRPr>
            </a:lvl1pPr>
            <a:lvl2pPr>
              <a:defRPr sz="8625" b="1">
                <a:solidFill>
                  <a:srgbClr val="FCFBF8"/>
                </a:solidFill>
                <a:latin typeface="Manrope"/>
                <a:ea typeface="Manrope"/>
                <a:cs typeface="Manrope"/>
              </a:defRPr>
            </a:lvl2pPr>
            <a:lvl3pPr>
              <a:defRPr sz="8625" b="1">
                <a:solidFill>
                  <a:srgbClr val="FCFBF8"/>
                </a:solidFill>
                <a:latin typeface="Manrope"/>
                <a:ea typeface="Manrope"/>
                <a:cs typeface="Manrope"/>
              </a:defRPr>
            </a:lvl3pPr>
            <a:lvl4pPr>
              <a:defRPr sz="8625" b="1">
                <a:solidFill>
                  <a:srgbClr val="FCFBF8"/>
                </a:solidFill>
                <a:latin typeface="Manrope"/>
                <a:ea typeface="Manrope"/>
                <a:cs typeface="Manrope"/>
              </a:defRPr>
            </a:lvl4pPr>
            <a:lvl5pPr>
              <a:defRPr sz="8625" b="1">
                <a:solidFill>
                  <a:srgbClr val="FCFBF8"/>
                </a:solidFill>
                <a:latin typeface="Manrope"/>
                <a:ea typeface="Manrope"/>
                <a:cs typeface="Manrope"/>
              </a:defRPr>
            </a:lvl5pPr>
            <a:lvl6pPr>
              <a:defRPr sz="8625" b="1">
                <a:solidFill>
                  <a:srgbClr val="FCFBF8"/>
                </a:solidFill>
                <a:latin typeface="Manrope"/>
                <a:ea typeface="Manrope"/>
                <a:cs typeface="Manrope"/>
              </a:defRPr>
            </a:lvl6pPr>
            <a:lvl7pPr>
              <a:defRPr sz="8625" b="1">
                <a:solidFill>
                  <a:srgbClr val="FCFBF8"/>
                </a:solidFill>
                <a:latin typeface="Manrope"/>
                <a:ea typeface="Manrope"/>
                <a:cs typeface="Manrope"/>
              </a:defRPr>
            </a:lvl7pPr>
            <a:lvl8pPr>
              <a:defRPr sz="8625" b="1">
                <a:solidFill>
                  <a:srgbClr val="FCFBF8"/>
                </a:solidFill>
                <a:latin typeface="Manrope"/>
                <a:ea typeface="Manrope"/>
                <a:cs typeface="Manrope"/>
              </a:defRPr>
            </a:lvl8pPr>
            <a:lvl9pPr>
              <a:defRPr sz="8625" b="1">
                <a:solidFill>
                  <a:srgbClr val="FCFBF8"/>
                </a:solidFill>
                <a:latin typeface="Manrope"/>
                <a:ea typeface="Manrope"/>
                <a:cs typeface="Manrope"/>
              </a:defRPr>
            </a:lvl9pPr>
          </a:lstStyle>
          <a:p>
            <a:pPr>
              <a:defRPr sz="8625" b="1">
                <a:solidFill>
                  <a:srgbClr val="FCFBF8"/>
                </a:solidFill>
                <a:latin typeface="Manrope"/>
                <a:ea typeface="Manrope"/>
                <a:cs typeface="Manrope"/>
              </a:defRPr>
            </a:pPr>
            <a:r>
              <a:rPr sz="8625" b="1">
                <a:solidFill>
                  <a:srgbClr val="FCFBF8"/>
                </a:solidFill>
                <a:latin typeface="Manrope"/>
                <a:ea typeface="Manrope"/>
                <a:cs typeface="Manrope"/>
              </a:rPr>
              <a:t>50,4 %</a:t>
            </a:r>
          </a:p>
        </p:txBody>
      </p:sp>
      <p:sp>
        <p:nvSpPr>
          <p:cNvPr id="7" name="text-189">
            <a:extLst>
              <a:ext uri="{FF2B5EF4-FFF2-40B4-BE49-F238E27FC236}">
                <a16:creationId xmlns:a16="http://schemas.microsoft.com/office/drawing/2014/main" id="{2070954B-34DA-4517-95A5-779EDD63647E}"/>
              </a:ext>
            </a:extLst>
          </p:cNvPr>
          <p:cNvSpPr>
            <a:spLocks noGrp="1"/>
          </p:cNvSpPr>
          <p:nvPr/>
        </p:nvSpPr>
        <p:spPr>
          <a:xfrm>
            <a:off x="647700" y="3781425"/>
            <a:ext cx="6029325" cy="876300"/>
          </a:xfrm>
          <a:prstGeom prst="rect">
            <a:avLst/>
          </a:prstGeom>
          <a:noFill/>
          <a:ln w="0">
            <a:noFill/>
            <a:prstDash val="solid"/>
          </a:ln>
        </p:spPr>
        <p:txBody>
          <a:bodyPr wrap="square" lIns="0" tIns="0" rIns="0" bIns="0" anchor="t">
            <a:noAutofit/>
          </a:bodyPr>
          <a:lstStyle>
            <a:defPPr>
              <a:defRPr sz="2400" b="1">
                <a:solidFill>
                  <a:srgbClr val="E4B084"/>
                </a:solidFill>
                <a:latin typeface="Manrope"/>
                <a:ea typeface="Manrope"/>
                <a:cs typeface="Manrope"/>
              </a:defRPr>
            </a:defPPr>
            <a:lvl1pPr>
              <a:defRPr sz="2400" b="1">
                <a:solidFill>
                  <a:srgbClr val="E4B084"/>
                </a:solidFill>
                <a:latin typeface="Manrope"/>
                <a:ea typeface="Manrope"/>
                <a:cs typeface="Manrope"/>
              </a:defRPr>
            </a:lvl1pPr>
            <a:lvl2pPr>
              <a:defRPr sz="2400" b="1">
                <a:solidFill>
                  <a:srgbClr val="E4B084"/>
                </a:solidFill>
                <a:latin typeface="Manrope"/>
                <a:ea typeface="Manrope"/>
                <a:cs typeface="Manrope"/>
              </a:defRPr>
            </a:lvl2pPr>
            <a:lvl3pPr>
              <a:defRPr sz="2400" b="1">
                <a:solidFill>
                  <a:srgbClr val="E4B084"/>
                </a:solidFill>
                <a:latin typeface="Manrope"/>
                <a:ea typeface="Manrope"/>
                <a:cs typeface="Manrope"/>
              </a:defRPr>
            </a:lvl3pPr>
            <a:lvl4pPr>
              <a:defRPr sz="2400" b="1">
                <a:solidFill>
                  <a:srgbClr val="E4B084"/>
                </a:solidFill>
                <a:latin typeface="Manrope"/>
                <a:ea typeface="Manrope"/>
                <a:cs typeface="Manrope"/>
              </a:defRPr>
            </a:lvl4pPr>
            <a:lvl5pPr>
              <a:defRPr sz="2400" b="1">
                <a:solidFill>
                  <a:srgbClr val="E4B084"/>
                </a:solidFill>
                <a:latin typeface="Manrope"/>
                <a:ea typeface="Manrope"/>
                <a:cs typeface="Manrope"/>
              </a:defRPr>
            </a:lvl5pPr>
            <a:lvl6pPr>
              <a:defRPr sz="2400" b="1">
                <a:solidFill>
                  <a:srgbClr val="E4B084"/>
                </a:solidFill>
                <a:latin typeface="Manrope"/>
                <a:ea typeface="Manrope"/>
                <a:cs typeface="Manrope"/>
              </a:defRPr>
            </a:lvl6pPr>
            <a:lvl7pPr>
              <a:defRPr sz="2400" b="1">
                <a:solidFill>
                  <a:srgbClr val="E4B084"/>
                </a:solidFill>
                <a:latin typeface="Manrope"/>
                <a:ea typeface="Manrope"/>
                <a:cs typeface="Manrope"/>
              </a:defRPr>
            </a:lvl7pPr>
            <a:lvl8pPr>
              <a:defRPr sz="2400" b="1">
                <a:solidFill>
                  <a:srgbClr val="E4B084"/>
                </a:solidFill>
                <a:latin typeface="Manrope"/>
                <a:ea typeface="Manrope"/>
                <a:cs typeface="Manrope"/>
              </a:defRPr>
            </a:lvl8pPr>
            <a:lvl9pPr>
              <a:defRPr sz="2400" b="1">
                <a:solidFill>
                  <a:srgbClr val="E4B084"/>
                </a:solidFill>
                <a:latin typeface="Manrope"/>
                <a:ea typeface="Manrope"/>
                <a:cs typeface="Manrope"/>
              </a:defRPr>
            </a:lvl9pPr>
          </a:lstStyle>
          <a:p>
            <a:pPr>
              <a:defRPr sz="2400" b="1">
                <a:solidFill>
                  <a:srgbClr val="E4B084"/>
                </a:solidFill>
                <a:latin typeface="Manrope"/>
                <a:ea typeface="Manrope"/>
                <a:cs typeface="Manrope"/>
              </a:defRPr>
            </a:pPr>
            <a:r>
              <a:rPr sz="2400" b="1">
                <a:solidFill>
                  <a:srgbClr val="E4B084"/>
                </a:solidFill>
                <a:latin typeface="Manrope"/>
                <a:ea typeface="Manrope"/>
                <a:cs typeface="Manrope"/>
              </a:rPr>
              <a:t>129 de 256 bits distintos en SHA-256</a:t>
            </a:r>
          </a:p>
        </p:txBody>
      </p:sp>
      <p:sp>
        <p:nvSpPr>
          <p:cNvPr id="8" name="text-190">
            <a:extLst>
              <a:ext uri="{FF2B5EF4-FFF2-40B4-BE49-F238E27FC236}">
                <a16:creationId xmlns:a16="http://schemas.microsoft.com/office/drawing/2014/main" id="{45FE7103-A47F-47F6-8ED0-1946EB64050D}"/>
              </a:ext>
            </a:extLst>
          </p:cNvPr>
          <p:cNvSpPr>
            <a:spLocks noGrp="1"/>
          </p:cNvSpPr>
          <p:nvPr/>
        </p:nvSpPr>
        <p:spPr>
          <a:xfrm>
            <a:off x="647700" y="4895850"/>
            <a:ext cx="6029325" cy="857250"/>
          </a:xfrm>
          <a:prstGeom prst="rect">
            <a:avLst/>
          </a:prstGeom>
          <a:noFill/>
          <a:ln w="0">
            <a:noFill/>
            <a:prstDash val="solid"/>
          </a:ln>
        </p:spPr>
        <p:txBody>
          <a:bodyPr wrap="square" lIns="0" tIns="0" rIns="0" bIns="0" anchor="t">
            <a:noAutofit/>
          </a:bodyPr>
          <a:lstStyle>
            <a:defPPr>
              <a:defRPr sz="2475" b="0">
                <a:solidFill>
                  <a:srgbClr val="9AC5CC"/>
                </a:solidFill>
                <a:latin typeface="DejaVu Sans Mono"/>
                <a:ea typeface="DejaVu Sans Mono"/>
                <a:cs typeface="DejaVu Sans Mono"/>
              </a:defRPr>
            </a:defPPr>
            <a:lvl1pPr>
              <a:defRPr sz="2475" b="0">
                <a:solidFill>
                  <a:srgbClr val="9AC5CC"/>
                </a:solidFill>
                <a:latin typeface="DejaVu Sans Mono"/>
                <a:ea typeface="DejaVu Sans Mono"/>
                <a:cs typeface="DejaVu Sans Mono"/>
              </a:defRPr>
            </a:lvl1pPr>
            <a:lvl2pPr>
              <a:defRPr sz="2475" b="0">
                <a:solidFill>
                  <a:srgbClr val="9AC5CC"/>
                </a:solidFill>
                <a:latin typeface="DejaVu Sans Mono"/>
                <a:ea typeface="DejaVu Sans Mono"/>
                <a:cs typeface="DejaVu Sans Mono"/>
              </a:defRPr>
            </a:lvl2pPr>
            <a:lvl3pPr>
              <a:defRPr sz="2475" b="0">
                <a:solidFill>
                  <a:srgbClr val="9AC5CC"/>
                </a:solidFill>
                <a:latin typeface="DejaVu Sans Mono"/>
                <a:ea typeface="DejaVu Sans Mono"/>
                <a:cs typeface="DejaVu Sans Mono"/>
              </a:defRPr>
            </a:lvl3pPr>
            <a:lvl4pPr>
              <a:defRPr sz="2475" b="0">
                <a:solidFill>
                  <a:srgbClr val="9AC5CC"/>
                </a:solidFill>
                <a:latin typeface="DejaVu Sans Mono"/>
                <a:ea typeface="DejaVu Sans Mono"/>
                <a:cs typeface="DejaVu Sans Mono"/>
              </a:defRPr>
            </a:lvl4pPr>
            <a:lvl5pPr>
              <a:defRPr sz="2475" b="0">
                <a:solidFill>
                  <a:srgbClr val="9AC5CC"/>
                </a:solidFill>
                <a:latin typeface="DejaVu Sans Mono"/>
                <a:ea typeface="DejaVu Sans Mono"/>
                <a:cs typeface="DejaVu Sans Mono"/>
              </a:defRPr>
            </a:lvl5pPr>
            <a:lvl6pPr>
              <a:defRPr sz="2475" b="0">
                <a:solidFill>
                  <a:srgbClr val="9AC5CC"/>
                </a:solidFill>
                <a:latin typeface="DejaVu Sans Mono"/>
                <a:ea typeface="DejaVu Sans Mono"/>
                <a:cs typeface="DejaVu Sans Mono"/>
              </a:defRPr>
            </a:lvl6pPr>
            <a:lvl7pPr>
              <a:defRPr sz="2475" b="0">
                <a:solidFill>
                  <a:srgbClr val="9AC5CC"/>
                </a:solidFill>
                <a:latin typeface="DejaVu Sans Mono"/>
                <a:ea typeface="DejaVu Sans Mono"/>
                <a:cs typeface="DejaVu Sans Mono"/>
              </a:defRPr>
            </a:lvl7pPr>
            <a:lvl8pPr>
              <a:defRPr sz="2475" b="0">
                <a:solidFill>
                  <a:srgbClr val="9AC5CC"/>
                </a:solidFill>
                <a:latin typeface="DejaVu Sans Mono"/>
                <a:ea typeface="DejaVu Sans Mono"/>
                <a:cs typeface="DejaVu Sans Mono"/>
              </a:defRPr>
            </a:lvl8pPr>
            <a:lvl9pPr>
              <a:defRPr sz="2475" b="0">
                <a:solidFill>
                  <a:srgbClr val="9AC5CC"/>
                </a:solidFill>
                <a:latin typeface="DejaVu Sans Mono"/>
                <a:ea typeface="DejaVu Sans Mono"/>
                <a:cs typeface="DejaVu Sans Mono"/>
              </a:defRPr>
            </a:lvl9pPr>
          </a:lstStyle>
          <a:p>
            <a:pPr>
              <a:defRPr sz="2475" b="0">
                <a:solidFill>
                  <a:srgbClr val="9AC5CC"/>
                </a:solidFill>
                <a:latin typeface="DejaVu Sans Mono"/>
                <a:ea typeface="DejaVu Sans Mono"/>
                <a:cs typeface="DejaVu Sans Mono"/>
              </a:defRPr>
            </a:pPr>
            <a:r>
              <a:rPr lang="es-MX" dirty="0"/>
              <a:t>c</a:t>
            </a:r>
            <a:r>
              <a:rPr sz="2475" b="0" dirty="0" err="1">
                <a:solidFill>
                  <a:srgbClr val="9AC5CC"/>
                </a:solidFill>
                <a:latin typeface="DejaVu Sans Mono"/>
                <a:ea typeface="DejaVu Sans Mono"/>
                <a:cs typeface="DejaVu Sans Mono"/>
              </a:rPr>
              <a:t>osta</a:t>
            </a:r>
            <a:r>
              <a:rPr lang="es-MX" sz="2475" b="0" dirty="0">
                <a:solidFill>
                  <a:srgbClr val="9AC5CC"/>
                </a:solidFill>
                <a:latin typeface="DejaVu Sans Mono"/>
                <a:ea typeface="DejaVu Sans Mono"/>
                <a:cs typeface="DejaVu Sans Mono"/>
              </a:rPr>
              <a:t>r</a:t>
            </a:r>
            <a:r>
              <a:rPr sz="2475" b="0" dirty="0">
                <a:solidFill>
                  <a:srgbClr val="9AC5CC"/>
                </a:solidFill>
                <a:latin typeface="DejaVu Sans Mono"/>
                <a:ea typeface="DejaVu Sans Mono"/>
                <a:cs typeface="DejaVu Sans Mono"/>
              </a:rPr>
              <a:t>ica1</a:t>
            </a:r>
          </a:p>
          <a:p>
            <a:pPr>
              <a:defRPr sz="2475" b="0">
                <a:solidFill>
                  <a:srgbClr val="9AC5CC"/>
                </a:solidFill>
                <a:latin typeface="DejaVu Sans Mono"/>
                <a:ea typeface="DejaVu Sans Mono"/>
                <a:cs typeface="DejaVu Sans Mono"/>
              </a:defRPr>
            </a:pPr>
            <a:r>
              <a:rPr lang="es-419" dirty="0"/>
              <a:t>c</a:t>
            </a:r>
            <a:r>
              <a:rPr sz="2475" b="0" dirty="0" err="1">
                <a:solidFill>
                  <a:srgbClr val="9AC5CC"/>
                </a:solidFill>
                <a:latin typeface="DejaVu Sans Mono"/>
                <a:ea typeface="DejaVu Sans Mono"/>
                <a:cs typeface="DejaVu Sans Mono"/>
              </a:rPr>
              <a:t>osta</a:t>
            </a:r>
            <a:r>
              <a:rPr lang="es-MX" dirty="0"/>
              <a:t>r</a:t>
            </a:r>
            <a:r>
              <a:rPr sz="2475" b="0" dirty="0">
                <a:solidFill>
                  <a:srgbClr val="9AC5CC"/>
                </a:solidFill>
                <a:latin typeface="DejaVu Sans Mono"/>
                <a:ea typeface="DejaVu Sans Mono"/>
                <a:cs typeface="DejaVu Sans Mono"/>
              </a:rPr>
              <a:t>ica2</a:t>
            </a:r>
          </a:p>
        </p:txBody>
      </p:sp>
      <p:sp>
        <p:nvSpPr>
          <p:cNvPr id="9" name="sha256-xor-bit-0-0">
            <a:extLst>
              <a:ext uri="{FF2B5EF4-FFF2-40B4-BE49-F238E27FC236}">
                <a16:creationId xmlns:a16="http://schemas.microsoft.com/office/drawing/2014/main" id="{2EF374B5-13EB-44BB-B0A8-39E8FE01DEC1}"/>
              </a:ext>
            </a:extLst>
          </p:cNvPr>
          <p:cNvSpPr>
            <a:spLocks noGrp="1"/>
          </p:cNvSpPr>
          <p:nvPr/>
        </p:nvSpPr>
        <p:spPr>
          <a:xfrm>
            <a:off x="7867650" y="2085975"/>
            <a:ext cx="152400" cy="152400"/>
          </a:xfrm>
          <a:prstGeom prst="rect">
            <a:avLst/>
          </a:prstGeom>
          <a:solidFill>
            <a:srgbClr val="415864"/>
          </a:solidFill>
          <a:ln w="0">
            <a:noFill/>
            <a:prstDash val="solid"/>
          </a:ln>
        </p:spPr>
        <p:txBody>
          <a:bodyPr/>
          <a:lstStyle/>
          <a:p>
            <a:endParaRPr lang="es-419"/>
          </a:p>
        </p:txBody>
      </p:sp>
      <p:sp>
        <p:nvSpPr>
          <p:cNvPr id="10" name="sha256-xor-bit-1-1">
            <a:extLst>
              <a:ext uri="{FF2B5EF4-FFF2-40B4-BE49-F238E27FC236}">
                <a16:creationId xmlns:a16="http://schemas.microsoft.com/office/drawing/2014/main" id="{7DE3969A-A8C9-4307-96AF-B31284DB0500}"/>
              </a:ext>
            </a:extLst>
          </p:cNvPr>
          <p:cNvSpPr>
            <a:spLocks noGrp="1"/>
          </p:cNvSpPr>
          <p:nvPr/>
        </p:nvSpPr>
        <p:spPr>
          <a:xfrm>
            <a:off x="8067675" y="2085975"/>
            <a:ext cx="152400" cy="152400"/>
          </a:xfrm>
          <a:prstGeom prst="rect">
            <a:avLst/>
          </a:prstGeom>
          <a:solidFill>
            <a:srgbClr val="E4B084"/>
          </a:solidFill>
          <a:ln w="0">
            <a:noFill/>
            <a:prstDash val="solid"/>
          </a:ln>
        </p:spPr>
        <p:txBody>
          <a:bodyPr/>
          <a:lstStyle/>
          <a:p>
            <a:endParaRPr lang="es-419"/>
          </a:p>
        </p:txBody>
      </p:sp>
      <p:sp>
        <p:nvSpPr>
          <p:cNvPr id="11" name="sha256-xor-bit-2-1">
            <a:extLst>
              <a:ext uri="{FF2B5EF4-FFF2-40B4-BE49-F238E27FC236}">
                <a16:creationId xmlns:a16="http://schemas.microsoft.com/office/drawing/2014/main" id="{0EE48618-2463-48C8-9A52-E1F7B484CDC4}"/>
              </a:ext>
            </a:extLst>
          </p:cNvPr>
          <p:cNvSpPr>
            <a:spLocks noGrp="1"/>
          </p:cNvSpPr>
          <p:nvPr/>
        </p:nvSpPr>
        <p:spPr>
          <a:xfrm>
            <a:off x="8267700" y="2085975"/>
            <a:ext cx="152400" cy="152400"/>
          </a:xfrm>
          <a:prstGeom prst="rect">
            <a:avLst/>
          </a:prstGeom>
          <a:solidFill>
            <a:srgbClr val="E4B084"/>
          </a:solidFill>
          <a:ln w="0">
            <a:noFill/>
            <a:prstDash val="solid"/>
          </a:ln>
        </p:spPr>
        <p:txBody>
          <a:bodyPr/>
          <a:lstStyle/>
          <a:p>
            <a:endParaRPr lang="es-419"/>
          </a:p>
        </p:txBody>
      </p:sp>
      <p:sp>
        <p:nvSpPr>
          <p:cNvPr id="12" name="sha256-xor-bit-3-1">
            <a:extLst>
              <a:ext uri="{FF2B5EF4-FFF2-40B4-BE49-F238E27FC236}">
                <a16:creationId xmlns:a16="http://schemas.microsoft.com/office/drawing/2014/main" id="{8C2A3573-78F7-414D-8CE0-59821058712E}"/>
              </a:ext>
            </a:extLst>
          </p:cNvPr>
          <p:cNvSpPr>
            <a:spLocks noGrp="1"/>
          </p:cNvSpPr>
          <p:nvPr/>
        </p:nvSpPr>
        <p:spPr>
          <a:xfrm>
            <a:off x="8467725" y="2085975"/>
            <a:ext cx="152400" cy="152400"/>
          </a:xfrm>
          <a:prstGeom prst="rect">
            <a:avLst/>
          </a:prstGeom>
          <a:solidFill>
            <a:srgbClr val="E4B084"/>
          </a:solidFill>
          <a:ln w="0">
            <a:noFill/>
            <a:prstDash val="solid"/>
          </a:ln>
        </p:spPr>
        <p:txBody>
          <a:bodyPr/>
          <a:lstStyle/>
          <a:p>
            <a:endParaRPr lang="es-419"/>
          </a:p>
        </p:txBody>
      </p:sp>
      <p:sp>
        <p:nvSpPr>
          <p:cNvPr id="13" name="sha256-xor-bit-4-1">
            <a:extLst>
              <a:ext uri="{FF2B5EF4-FFF2-40B4-BE49-F238E27FC236}">
                <a16:creationId xmlns:a16="http://schemas.microsoft.com/office/drawing/2014/main" id="{B4C0D262-9970-4961-8F7D-CD8E164A0430}"/>
              </a:ext>
            </a:extLst>
          </p:cNvPr>
          <p:cNvSpPr>
            <a:spLocks noGrp="1"/>
          </p:cNvSpPr>
          <p:nvPr/>
        </p:nvSpPr>
        <p:spPr>
          <a:xfrm>
            <a:off x="8667750" y="2085975"/>
            <a:ext cx="152400" cy="152400"/>
          </a:xfrm>
          <a:prstGeom prst="rect">
            <a:avLst/>
          </a:prstGeom>
          <a:solidFill>
            <a:srgbClr val="E4B084"/>
          </a:solidFill>
          <a:ln w="0">
            <a:noFill/>
            <a:prstDash val="solid"/>
          </a:ln>
        </p:spPr>
        <p:txBody>
          <a:bodyPr/>
          <a:lstStyle/>
          <a:p>
            <a:endParaRPr lang="es-419"/>
          </a:p>
        </p:txBody>
      </p:sp>
      <p:sp>
        <p:nvSpPr>
          <p:cNvPr id="14" name="sha256-xor-bit-5-0">
            <a:extLst>
              <a:ext uri="{FF2B5EF4-FFF2-40B4-BE49-F238E27FC236}">
                <a16:creationId xmlns:a16="http://schemas.microsoft.com/office/drawing/2014/main" id="{8BDD36FA-A3DE-4F6A-8098-CB2C14DE668E}"/>
              </a:ext>
            </a:extLst>
          </p:cNvPr>
          <p:cNvSpPr>
            <a:spLocks noGrp="1"/>
          </p:cNvSpPr>
          <p:nvPr/>
        </p:nvSpPr>
        <p:spPr>
          <a:xfrm>
            <a:off x="8867775" y="2085975"/>
            <a:ext cx="152400" cy="152400"/>
          </a:xfrm>
          <a:prstGeom prst="rect">
            <a:avLst/>
          </a:prstGeom>
          <a:solidFill>
            <a:srgbClr val="415864"/>
          </a:solidFill>
          <a:ln w="0">
            <a:noFill/>
            <a:prstDash val="solid"/>
          </a:ln>
        </p:spPr>
        <p:txBody>
          <a:bodyPr/>
          <a:lstStyle/>
          <a:p>
            <a:endParaRPr lang="es-419"/>
          </a:p>
        </p:txBody>
      </p:sp>
      <p:sp>
        <p:nvSpPr>
          <p:cNvPr id="15" name="sha256-xor-bit-6-0">
            <a:extLst>
              <a:ext uri="{FF2B5EF4-FFF2-40B4-BE49-F238E27FC236}">
                <a16:creationId xmlns:a16="http://schemas.microsoft.com/office/drawing/2014/main" id="{FF20DDD4-0FE6-41C3-93B0-1FA3C19C376D}"/>
              </a:ext>
            </a:extLst>
          </p:cNvPr>
          <p:cNvSpPr>
            <a:spLocks noGrp="1"/>
          </p:cNvSpPr>
          <p:nvPr/>
        </p:nvSpPr>
        <p:spPr>
          <a:xfrm>
            <a:off x="9067800" y="2085975"/>
            <a:ext cx="152400" cy="152400"/>
          </a:xfrm>
          <a:prstGeom prst="rect">
            <a:avLst/>
          </a:prstGeom>
          <a:solidFill>
            <a:srgbClr val="415864"/>
          </a:solidFill>
          <a:ln w="0">
            <a:noFill/>
            <a:prstDash val="solid"/>
          </a:ln>
        </p:spPr>
        <p:txBody>
          <a:bodyPr/>
          <a:lstStyle/>
          <a:p>
            <a:endParaRPr lang="es-419"/>
          </a:p>
        </p:txBody>
      </p:sp>
      <p:sp>
        <p:nvSpPr>
          <p:cNvPr id="16" name="sha256-xor-bit-7-1">
            <a:extLst>
              <a:ext uri="{FF2B5EF4-FFF2-40B4-BE49-F238E27FC236}">
                <a16:creationId xmlns:a16="http://schemas.microsoft.com/office/drawing/2014/main" id="{674DC286-E5A8-4CFF-9A4F-7E7E247313FB}"/>
              </a:ext>
            </a:extLst>
          </p:cNvPr>
          <p:cNvSpPr>
            <a:spLocks noGrp="1"/>
          </p:cNvSpPr>
          <p:nvPr/>
        </p:nvSpPr>
        <p:spPr>
          <a:xfrm>
            <a:off x="9267825" y="2085975"/>
            <a:ext cx="152400" cy="152400"/>
          </a:xfrm>
          <a:prstGeom prst="rect">
            <a:avLst/>
          </a:prstGeom>
          <a:solidFill>
            <a:srgbClr val="E4B084"/>
          </a:solidFill>
          <a:ln w="0">
            <a:noFill/>
            <a:prstDash val="solid"/>
          </a:ln>
        </p:spPr>
        <p:txBody>
          <a:bodyPr/>
          <a:lstStyle/>
          <a:p>
            <a:endParaRPr lang="es-419"/>
          </a:p>
        </p:txBody>
      </p:sp>
      <p:sp>
        <p:nvSpPr>
          <p:cNvPr id="17" name="sha256-xor-bit-8-0">
            <a:extLst>
              <a:ext uri="{FF2B5EF4-FFF2-40B4-BE49-F238E27FC236}">
                <a16:creationId xmlns:a16="http://schemas.microsoft.com/office/drawing/2014/main" id="{9E48ED7B-E209-48D3-A07B-78776BF6B0A6}"/>
              </a:ext>
            </a:extLst>
          </p:cNvPr>
          <p:cNvSpPr>
            <a:spLocks noGrp="1"/>
          </p:cNvSpPr>
          <p:nvPr/>
        </p:nvSpPr>
        <p:spPr>
          <a:xfrm>
            <a:off x="9467850" y="2085975"/>
            <a:ext cx="152400" cy="152400"/>
          </a:xfrm>
          <a:prstGeom prst="rect">
            <a:avLst/>
          </a:prstGeom>
          <a:solidFill>
            <a:srgbClr val="415864"/>
          </a:solidFill>
          <a:ln w="0">
            <a:noFill/>
            <a:prstDash val="solid"/>
          </a:ln>
        </p:spPr>
        <p:txBody>
          <a:bodyPr/>
          <a:lstStyle/>
          <a:p>
            <a:endParaRPr lang="es-419"/>
          </a:p>
        </p:txBody>
      </p:sp>
      <p:sp>
        <p:nvSpPr>
          <p:cNvPr id="18" name="sha256-xor-bit-9-0">
            <a:extLst>
              <a:ext uri="{FF2B5EF4-FFF2-40B4-BE49-F238E27FC236}">
                <a16:creationId xmlns:a16="http://schemas.microsoft.com/office/drawing/2014/main" id="{38BBBF87-DE68-46F2-8831-4FA84D382074}"/>
              </a:ext>
            </a:extLst>
          </p:cNvPr>
          <p:cNvSpPr>
            <a:spLocks noGrp="1"/>
          </p:cNvSpPr>
          <p:nvPr/>
        </p:nvSpPr>
        <p:spPr>
          <a:xfrm>
            <a:off x="9667875" y="2085975"/>
            <a:ext cx="152400" cy="152400"/>
          </a:xfrm>
          <a:prstGeom prst="rect">
            <a:avLst/>
          </a:prstGeom>
          <a:solidFill>
            <a:srgbClr val="415864"/>
          </a:solidFill>
          <a:ln w="0">
            <a:noFill/>
            <a:prstDash val="solid"/>
          </a:ln>
        </p:spPr>
        <p:txBody>
          <a:bodyPr/>
          <a:lstStyle/>
          <a:p>
            <a:endParaRPr lang="es-419"/>
          </a:p>
        </p:txBody>
      </p:sp>
      <p:sp>
        <p:nvSpPr>
          <p:cNvPr id="19" name="sha256-xor-bit-10-1">
            <a:extLst>
              <a:ext uri="{FF2B5EF4-FFF2-40B4-BE49-F238E27FC236}">
                <a16:creationId xmlns:a16="http://schemas.microsoft.com/office/drawing/2014/main" id="{ECB799C6-981A-48F9-B8A0-211C8D33C899}"/>
              </a:ext>
            </a:extLst>
          </p:cNvPr>
          <p:cNvSpPr>
            <a:spLocks noGrp="1"/>
          </p:cNvSpPr>
          <p:nvPr/>
        </p:nvSpPr>
        <p:spPr>
          <a:xfrm>
            <a:off x="9867900" y="2085975"/>
            <a:ext cx="152400" cy="152400"/>
          </a:xfrm>
          <a:prstGeom prst="rect">
            <a:avLst/>
          </a:prstGeom>
          <a:solidFill>
            <a:srgbClr val="E4B084"/>
          </a:solidFill>
          <a:ln w="0">
            <a:noFill/>
            <a:prstDash val="solid"/>
          </a:ln>
        </p:spPr>
        <p:txBody>
          <a:bodyPr/>
          <a:lstStyle/>
          <a:p>
            <a:endParaRPr lang="es-419"/>
          </a:p>
        </p:txBody>
      </p:sp>
      <p:sp>
        <p:nvSpPr>
          <p:cNvPr id="20" name="sha256-xor-bit-11-0">
            <a:extLst>
              <a:ext uri="{FF2B5EF4-FFF2-40B4-BE49-F238E27FC236}">
                <a16:creationId xmlns:a16="http://schemas.microsoft.com/office/drawing/2014/main" id="{BEB4CF58-C71E-47F2-9220-CD2B1E62AA12}"/>
              </a:ext>
            </a:extLst>
          </p:cNvPr>
          <p:cNvSpPr>
            <a:spLocks noGrp="1"/>
          </p:cNvSpPr>
          <p:nvPr/>
        </p:nvSpPr>
        <p:spPr>
          <a:xfrm>
            <a:off x="10067925" y="2085975"/>
            <a:ext cx="152400" cy="152400"/>
          </a:xfrm>
          <a:prstGeom prst="rect">
            <a:avLst/>
          </a:prstGeom>
          <a:solidFill>
            <a:srgbClr val="415864"/>
          </a:solidFill>
          <a:ln w="0">
            <a:noFill/>
            <a:prstDash val="solid"/>
          </a:ln>
        </p:spPr>
        <p:txBody>
          <a:bodyPr/>
          <a:lstStyle/>
          <a:p>
            <a:endParaRPr lang="es-419"/>
          </a:p>
        </p:txBody>
      </p:sp>
      <p:sp>
        <p:nvSpPr>
          <p:cNvPr id="21" name="sha256-xor-bit-12-0">
            <a:extLst>
              <a:ext uri="{FF2B5EF4-FFF2-40B4-BE49-F238E27FC236}">
                <a16:creationId xmlns:a16="http://schemas.microsoft.com/office/drawing/2014/main" id="{896E6FC5-DB8D-4990-AD89-11EB1202844C}"/>
              </a:ext>
            </a:extLst>
          </p:cNvPr>
          <p:cNvSpPr>
            <a:spLocks noGrp="1"/>
          </p:cNvSpPr>
          <p:nvPr/>
        </p:nvSpPr>
        <p:spPr>
          <a:xfrm>
            <a:off x="10267950" y="2085975"/>
            <a:ext cx="152400" cy="152400"/>
          </a:xfrm>
          <a:prstGeom prst="rect">
            <a:avLst/>
          </a:prstGeom>
          <a:solidFill>
            <a:srgbClr val="415864"/>
          </a:solidFill>
          <a:ln w="0">
            <a:noFill/>
            <a:prstDash val="solid"/>
          </a:ln>
        </p:spPr>
        <p:txBody>
          <a:bodyPr/>
          <a:lstStyle/>
          <a:p>
            <a:endParaRPr lang="es-419"/>
          </a:p>
        </p:txBody>
      </p:sp>
      <p:sp>
        <p:nvSpPr>
          <p:cNvPr id="22" name="sha256-xor-bit-13-0">
            <a:extLst>
              <a:ext uri="{FF2B5EF4-FFF2-40B4-BE49-F238E27FC236}">
                <a16:creationId xmlns:a16="http://schemas.microsoft.com/office/drawing/2014/main" id="{03F5114B-D3DE-450C-AA9A-02E1A1DEBE4C}"/>
              </a:ext>
            </a:extLst>
          </p:cNvPr>
          <p:cNvSpPr>
            <a:spLocks noGrp="1"/>
          </p:cNvSpPr>
          <p:nvPr/>
        </p:nvSpPr>
        <p:spPr>
          <a:xfrm>
            <a:off x="10467975" y="2085975"/>
            <a:ext cx="152400" cy="152400"/>
          </a:xfrm>
          <a:prstGeom prst="rect">
            <a:avLst/>
          </a:prstGeom>
          <a:solidFill>
            <a:srgbClr val="415864"/>
          </a:solidFill>
          <a:ln w="0">
            <a:noFill/>
            <a:prstDash val="solid"/>
          </a:ln>
        </p:spPr>
        <p:txBody>
          <a:bodyPr/>
          <a:lstStyle/>
          <a:p>
            <a:endParaRPr lang="es-419"/>
          </a:p>
        </p:txBody>
      </p:sp>
      <p:sp>
        <p:nvSpPr>
          <p:cNvPr id="23" name="sha256-xor-bit-14-1">
            <a:extLst>
              <a:ext uri="{FF2B5EF4-FFF2-40B4-BE49-F238E27FC236}">
                <a16:creationId xmlns:a16="http://schemas.microsoft.com/office/drawing/2014/main" id="{6BBB8056-8D4C-4121-B4EC-680E3C490425}"/>
              </a:ext>
            </a:extLst>
          </p:cNvPr>
          <p:cNvSpPr>
            <a:spLocks noGrp="1"/>
          </p:cNvSpPr>
          <p:nvPr/>
        </p:nvSpPr>
        <p:spPr>
          <a:xfrm>
            <a:off x="10668000" y="2085975"/>
            <a:ext cx="152400" cy="152400"/>
          </a:xfrm>
          <a:prstGeom prst="rect">
            <a:avLst/>
          </a:prstGeom>
          <a:solidFill>
            <a:srgbClr val="E4B084"/>
          </a:solidFill>
          <a:ln w="0">
            <a:noFill/>
            <a:prstDash val="solid"/>
          </a:ln>
        </p:spPr>
        <p:txBody>
          <a:bodyPr/>
          <a:lstStyle/>
          <a:p>
            <a:endParaRPr lang="es-419"/>
          </a:p>
        </p:txBody>
      </p:sp>
      <p:sp>
        <p:nvSpPr>
          <p:cNvPr id="24" name="sha256-xor-bit-15-0">
            <a:extLst>
              <a:ext uri="{FF2B5EF4-FFF2-40B4-BE49-F238E27FC236}">
                <a16:creationId xmlns:a16="http://schemas.microsoft.com/office/drawing/2014/main" id="{0F5AA399-FB39-4BEB-942F-F9744ADC5607}"/>
              </a:ext>
            </a:extLst>
          </p:cNvPr>
          <p:cNvSpPr>
            <a:spLocks noGrp="1"/>
          </p:cNvSpPr>
          <p:nvPr/>
        </p:nvSpPr>
        <p:spPr>
          <a:xfrm>
            <a:off x="10868025" y="2085975"/>
            <a:ext cx="152400" cy="152400"/>
          </a:xfrm>
          <a:prstGeom prst="rect">
            <a:avLst/>
          </a:prstGeom>
          <a:solidFill>
            <a:srgbClr val="415864"/>
          </a:solidFill>
          <a:ln w="0">
            <a:noFill/>
            <a:prstDash val="solid"/>
          </a:ln>
        </p:spPr>
        <p:txBody>
          <a:bodyPr/>
          <a:lstStyle/>
          <a:p>
            <a:endParaRPr lang="es-419"/>
          </a:p>
        </p:txBody>
      </p:sp>
      <p:sp>
        <p:nvSpPr>
          <p:cNvPr id="25" name="sha256-xor-bit-16-1">
            <a:extLst>
              <a:ext uri="{FF2B5EF4-FFF2-40B4-BE49-F238E27FC236}">
                <a16:creationId xmlns:a16="http://schemas.microsoft.com/office/drawing/2014/main" id="{90EB432F-6DB7-407D-B1A8-4EACDCE2B271}"/>
              </a:ext>
            </a:extLst>
          </p:cNvPr>
          <p:cNvSpPr>
            <a:spLocks noGrp="1"/>
          </p:cNvSpPr>
          <p:nvPr/>
        </p:nvSpPr>
        <p:spPr>
          <a:xfrm>
            <a:off x="7867650" y="2286000"/>
            <a:ext cx="152400" cy="152400"/>
          </a:xfrm>
          <a:prstGeom prst="rect">
            <a:avLst/>
          </a:prstGeom>
          <a:solidFill>
            <a:srgbClr val="E4B084"/>
          </a:solidFill>
          <a:ln w="0">
            <a:noFill/>
            <a:prstDash val="solid"/>
          </a:ln>
        </p:spPr>
        <p:txBody>
          <a:bodyPr/>
          <a:lstStyle/>
          <a:p>
            <a:endParaRPr lang="es-419"/>
          </a:p>
        </p:txBody>
      </p:sp>
      <p:sp>
        <p:nvSpPr>
          <p:cNvPr id="26" name="sha256-xor-bit-17-1">
            <a:extLst>
              <a:ext uri="{FF2B5EF4-FFF2-40B4-BE49-F238E27FC236}">
                <a16:creationId xmlns:a16="http://schemas.microsoft.com/office/drawing/2014/main" id="{11D4DB0C-349C-4D34-BCB0-AA3ACAA97446}"/>
              </a:ext>
            </a:extLst>
          </p:cNvPr>
          <p:cNvSpPr>
            <a:spLocks noGrp="1"/>
          </p:cNvSpPr>
          <p:nvPr/>
        </p:nvSpPr>
        <p:spPr>
          <a:xfrm>
            <a:off x="8067675" y="2286000"/>
            <a:ext cx="152400" cy="152400"/>
          </a:xfrm>
          <a:prstGeom prst="rect">
            <a:avLst/>
          </a:prstGeom>
          <a:solidFill>
            <a:srgbClr val="E4B084"/>
          </a:solidFill>
          <a:ln w="0">
            <a:noFill/>
            <a:prstDash val="solid"/>
          </a:ln>
        </p:spPr>
        <p:txBody>
          <a:bodyPr/>
          <a:lstStyle/>
          <a:p>
            <a:endParaRPr lang="es-419"/>
          </a:p>
        </p:txBody>
      </p:sp>
      <p:sp>
        <p:nvSpPr>
          <p:cNvPr id="27" name="sha256-xor-bit-18-1">
            <a:extLst>
              <a:ext uri="{FF2B5EF4-FFF2-40B4-BE49-F238E27FC236}">
                <a16:creationId xmlns:a16="http://schemas.microsoft.com/office/drawing/2014/main" id="{EAF2D98F-7D2D-4AD3-98F9-5DB101A0E2B0}"/>
              </a:ext>
            </a:extLst>
          </p:cNvPr>
          <p:cNvSpPr>
            <a:spLocks noGrp="1"/>
          </p:cNvSpPr>
          <p:nvPr/>
        </p:nvSpPr>
        <p:spPr>
          <a:xfrm>
            <a:off x="8267700" y="2286000"/>
            <a:ext cx="152400" cy="152400"/>
          </a:xfrm>
          <a:prstGeom prst="rect">
            <a:avLst/>
          </a:prstGeom>
          <a:solidFill>
            <a:srgbClr val="E4B084"/>
          </a:solidFill>
          <a:ln w="0">
            <a:noFill/>
            <a:prstDash val="solid"/>
          </a:ln>
        </p:spPr>
        <p:txBody>
          <a:bodyPr/>
          <a:lstStyle/>
          <a:p>
            <a:endParaRPr lang="es-419"/>
          </a:p>
        </p:txBody>
      </p:sp>
      <p:sp>
        <p:nvSpPr>
          <p:cNvPr id="28" name="sha256-xor-bit-19-1">
            <a:extLst>
              <a:ext uri="{FF2B5EF4-FFF2-40B4-BE49-F238E27FC236}">
                <a16:creationId xmlns:a16="http://schemas.microsoft.com/office/drawing/2014/main" id="{4B65F138-BA77-42C0-9FAD-1D3C944C64F4}"/>
              </a:ext>
            </a:extLst>
          </p:cNvPr>
          <p:cNvSpPr>
            <a:spLocks noGrp="1"/>
          </p:cNvSpPr>
          <p:nvPr/>
        </p:nvSpPr>
        <p:spPr>
          <a:xfrm>
            <a:off x="8467725" y="2286000"/>
            <a:ext cx="152400" cy="152400"/>
          </a:xfrm>
          <a:prstGeom prst="rect">
            <a:avLst/>
          </a:prstGeom>
          <a:solidFill>
            <a:srgbClr val="E4B084"/>
          </a:solidFill>
          <a:ln w="0">
            <a:noFill/>
            <a:prstDash val="solid"/>
          </a:ln>
        </p:spPr>
        <p:txBody>
          <a:bodyPr/>
          <a:lstStyle/>
          <a:p>
            <a:endParaRPr lang="es-419"/>
          </a:p>
        </p:txBody>
      </p:sp>
      <p:sp>
        <p:nvSpPr>
          <p:cNvPr id="29" name="sha256-xor-bit-20-1">
            <a:extLst>
              <a:ext uri="{FF2B5EF4-FFF2-40B4-BE49-F238E27FC236}">
                <a16:creationId xmlns:a16="http://schemas.microsoft.com/office/drawing/2014/main" id="{C556D706-6E44-47A9-95AF-AD5360ADB04A}"/>
              </a:ext>
            </a:extLst>
          </p:cNvPr>
          <p:cNvSpPr>
            <a:spLocks noGrp="1"/>
          </p:cNvSpPr>
          <p:nvPr/>
        </p:nvSpPr>
        <p:spPr>
          <a:xfrm>
            <a:off x="8667750" y="2286000"/>
            <a:ext cx="152400" cy="152400"/>
          </a:xfrm>
          <a:prstGeom prst="rect">
            <a:avLst/>
          </a:prstGeom>
          <a:solidFill>
            <a:srgbClr val="E4B084"/>
          </a:solidFill>
          <a:ln w="0">
            <a:noFill/>
            <a:prstDash val="solid"/>
          </a:ln>
        </p:spPr>
        <p:txBody>
          <a:bodyPr/>
          <a:lstStyle/>
          <a:p>
            <a:endParaRPr lang="es-419"/>
          </a:p>
        </p:txBody>
      </p:sp>
      <p:sp>
        <p:nvSpPr>
          <p:cNvPr id="30" name="sha256-xor-bit-21-0">
            <a:extLst>
              <a:ext uri="{FF2B5EF4-FFF2-40B4-BE49-F238E27FC236}">
                <a16:creationId xmlns:a16="http://schemas.microsoft.com/office/drawing/2014/main" id="{5415ABE7-3238-4EEA-8B1C-5CA530CDB666}"/>
              </a:ext>
            </a:extLst>
          </p:cNvPr>
          <p:cNvSpPr>
            <a:spLocks noGrp="1"/>
          </p:cNvSpPr>
          <p:nvPr/>
        </p:nvSpPr>
        <p:spPr>
          <a:xfrm>
            <a:off x="8867775" y="2286000"/>
            <a:ext cx="152400" cy="152400"/>
          </a:xfrm>
          <a:prstGeom prst="rect">
            <a:avLst/>
          </a:prstGeom>
          <a:solidFill>
            <a:srgbClr val="415864"/>
          </a:solidFill>
          <a:ln w="0">
            <a:noFill/>
            <a:prstDash val="solid"/>
          </a:ln>
        </p:spPr>
        <p:txBody>
          <a:bodyPr/>
          <a:lstStyle/>
          <a:p>
            <a:endParaRPr lang="es-419"/>
          </a:p>
        </p:txBody>
      </p:sp>
      <p:sp>
        <p:nvSpPr>
          <p:cNvPr id="31" name="sha256-xor-bit-22-1">
            <a:extLst>
              <a:ext uri="{FF2B5EF4-FFF2-40B4-BE49-F238E27FC236}">
                <a16:creationId xmlns:a16="http://schemas.microsoft.com/office/drawing/2014/main" id="{ED3F687B-3846-4EB5-A620-B19359827321}"/>
              </a:ext>
            </a:extLst>
          </p:cNvPr>
          <p:cNvSpPr>
            <a:spLocks noGrp="1"/>
          </p:cNvSpPr>
          <p:nvPr/>
        </p:nvSpPr>
        <p:spPr>
          <a:xfrm>
            <a:off x="9067800" y="2286000"/>
            <a:ext cx="152400" cy="152400"/>
          </a:xfrm>
          <a:prstGeom prst="rect">
            <a:avLst/>
          </a:prstGeom>
          <a:solidFill>
            <a:srgbClr val="E4B084"/>
          </a:solidFill>
          <a:ln w="0">
            <a:noFill/>
            <a:prstDash val="solid"/>
          </a:ln>
        </p:spPr>
        <p:txBody>
          <a:bodyPr/>
          <a:lstStyle/>
          <a:p>
            <a:endParaRPr lang="es-419"/>
          </a:p>
        </p:txBody>
      </p:sp>
      <p:sp>
        <p:nvSpPr>
          <p:cNvPr id="32" name="sha256-xor-bit-23-1">
            <a:extLst>
              <a:ext uri="{FF2B5EF4-FFF2-40B4-BE49-F238E27FC236}">
                <a16:creationId xmlns:a16="http://schemas.microsoft.com/office/drawing/2014/main" id="{0A1B9CBA-10CB-4073-9471-5DDB9575AB86}"/>
              </a:ext>
            </a:extLst>
          </p:cNvPr>
          <p:cNvSpPr>
            <a:spLocks noGrp="1"/>
          </p:cNvSpPr>
          <p:nvPr/>
        </p:nvSpPr>
        <p:spPr>
          <a:xfrm>
            <a:off x="9267825" y="2286000"/>
            <a:ext cx="152400" cy="152400"/>
          </a:xfrm>
          <a:prstGeom prst="rect">
            <a:avLst/>
          </a:prstGeom>
          <a:solidFill>
            <a:srgbClr val="E4B084"/>
          </a:solidFill>
          <a:ln w="0">
            <a:noFill/>
            <a:prstDash val="solid"/>
          </a:ln>
        </p:spPr>
        <p:txBody>
          <a:bodyPr/>
          <a:lstStyle/>
          <a:p>
            <a:endParaRPr lang="es-419"/>
          </a:p>
        </p:txBody>
      </p:sp>
      <p:sp>
        <p:nvSpPr>
          <p:cNvPr id="33" name="sha256-xor-bit-24-0">
            <a:extLst>
              <a:ext uri="{FF2B5EF4-FFF2-40B4-BE49-F238E27FC236}">
                <a16:creationId xmlns:a16="http://schemas.microsoft.com/office/drawing/2014/main" id="{9D626803-60B4-4DB4-8940-B3CB3E0335FC}"/>
              </a:ext>
            </a:extLst>
          </p:cNvPr>
          <p:cNvSpPr>
            <a:spLocks noGrp="1"/>
          </p:cNvSpPr>
          <p:nvPr/>
        </p:nvSpPr>
        <p:spPr>
          <a:xfrm>
            <a:off x="9467850" y="2286000"/>
            <a:ext cx="152400" cy="152400"/>
          </a:xfrm>
          <a:prstGeom prst="rect">
            <a:avLst/>
          </a:prstGeom>
          <a:solidFill>
            <a:srgbClr val="415864"/>
          </a:solidFill>
          <a:ln w="0">
            <a:noFill/>
            <a:prstDash val="solid"/>
          </a:ln>
        </p:spPr>
        <p:txBody>
          <a:bodyPr/>
          <a:lstStyle/>
          <a:p>
            <a:endParaRPr lang="es-419"/>
          </a:p>
        </p:txBody>
      </p:sp>
      <p:sp>
        <p:nvSpPr>
          <p:cNvPr id="34" name="sha256-xor-bit-25-0">
            <a:extLst>
              <a:ext uri="{FF2B5EF4-FFF2-40B4-BE49-F238E27FC236}">
                <a16:creationId xmlns:a16="http://schemas.microsoft.com/office/drawing/2014/main" id="{762A3C30-0999-46C3-A98F-6DED112EC34A}"/>
              </a:ext>
            </a:extLst>
          </p:cNvPr>
          <p:cNvSpPr>
            <a:spLocks noGrp="1"/>
          </p:cNvSpPr>
          <p:nvPr/>
        </p:nvSpPr>
        <p:spPr>
          <a:xfrm>
            <a:off x="9667875" y="2286000"/>
            <a:ext cx="152400" cy="152400"/>
          </a:xfrm>
          <a:prstGeom prst="rect">
            <a:avLst/>
          </a:prstGeom>
          <a:solidFill>
            <a:srgbClr val="415864"/>
          </a:solidFill>
          <a:ln w="0">
            <a:noFill/>
            <a:prstDash val="solid"/>
          </a:ln>
        </p:spPr>
        <p:txBody>
          <a:bodyPr/>
          <a:lstStyle/>
          <a:p>
            <a:endParaRPr lang="es-419"/>
          </a:p>
        </p:txBody>
      </p:sp>
      <p:sp>
        <p:nvSpPr>
          <p:cNvPr id="35" name="sha256-xor-bit-26-1">
            <a:extLst>
              <a:ext uri="{FF2B5EF4-FFF2-40B4-BE49-F238E27FC236}">
                <a16:creationId xmlns:a16="http://schemas.microsoft.com/office/drawing/2014/main" id="{399850A0-FC2A-44B7-8BBF-D2277C2B55C2}"/>
              </a:ext>
            </a:extLst>
          </p:cNvPr>
          <p:cNvSpPr>
            <a:spLocks noGrp="1"/>
          </p:cNvSpPr>
          <p:nvPr/>
        </p:nvSpPr>
        <p:spPr>
          <a:xfrm>
            <a:off x="9867900" y="2286000"/>
            <a:ext cx="152400" cy="152400"/>
          </a:xfrm>
          <a:prstGeom prst="rect">
            <a:avLst/>
          </a:prstGeom>
          <a:solidFill>
            <a:srgbClr val="E4B084"/>
          </a:solidFill>
          <a:ln w="0">
            <a:noFill/>
            <a:prstDash val="solid"/>
          </a:ln>
        </p:spPr>
        <p:txBody>
          <a:bodyPr/>
          <a:lstStyle/>
          <a:p>
            <a:endParaRPr lang="es-419"/>
          </a:p>
        </p:txBody>
      </p:sp>
      <p:sp>
        <p:nvSpPr>
          <p:cNvPr id="36" name="sha256-xor-bit-27-0">
            <a:extLst>
              <a:ext uri="{FF2B5EF4-FFF2-40B4-BE49-F238E27FC236}">
                <a16:creationId xmlns:a16="http://schemas.microsoft.com/office/drawing/2014/main" id="{BE7573D3-8D6E-4F4A-B479-03118E990CD6}"/>
              </a:ext>
            </a:extLst>
          </p:cNvPr>
          <p:cNvSpPr>
            <a:spLocks noGrp="1"/>
          </p:cNvSpPr>
          <p:nvPr/>
        </p:nvSpPr>
        <p:spPr>
          <a:xfrm>
            <a:off x="10067925" y="2286000"/>
            <a:ext cx="152400" cy="152400"/>
          </a:xfrm>
          <a:prstGeom prst="rect">
            <a:avLst/>
          </a:prstGeom>
          <a:solidFill>
            <a:srgbClr val="415864"/>
          </a:solidFill>
          <a:ln w="0">
            <a:noFill/>
            <a:prstDash val="solid"/>
          </a:ln>
        </p:spPr>
        <p:txBody>
          <a:bodyPr/>
          <a:lstStyle/>
          <a:p>
            <a:endParaRPr lang="es-419"/>
          </a:p>
        </p:txBody>
      </p:sp>
      <p:sp>
        <p:nvSpPr>
          <p:cNvPr id="37" name="sha256-xor-bit-28-1">
            <a:extLst>
              <a:ext uri="{FF2B5EF4-FFF2-40B4-BE49-F238E27FC236}">
                <a16:creationId xmlns:a16="http://schemas.microsoft.com/office/drawing/2014/main" id="{881E4F5A-0F51-44BA-88BB-15D7A0E2DDF8}"/>
              </a:ext>
            </a:extLst>
          </p:cNvPr>
          <p:cNvSpPr>
            <a:spLocks noGrp="1"/>
          </p:cNvSpPr>
          <p:nvPr/>
        </p:nvSpPr>
        <p:spPr>
          <a:xfrm>
            <a:off x="10267950" y="2286000"/>
            <a:ext cx="152400" cy="152400"/>
          </a:xfrm>
          <a:prstGeom prst="rect">
            <a:avLst/>
          </a:prstGeom>
          <a:solidFill>
            <a:srgbClr val="E4B084"/>
          </a:solidFill>
          <a:ln w="0">
            <a:noFill/>
            <a:prstDash val="solid"/>
          </a:ln>
        </p:spPr>
        <p:txBody>
          <a:bodyPr/>
          <a:lstStyle/>
          <a:p>
            <a:endParaRPr lang="es-419"/>
          </a:p>
        </p:txBody>
      </p:sp>
      <p:sp>
        <p:nvSpPr>
          <p:cNvPr id="38" name="sha256-xor-bit-29-0">
            <a:extLst>
              <a:ext uri="{FF2B5EF4-FFF2-40B4-BE49-F238E27FC236}">
                <a16:creationId xmlns:a16="http://schemas.microsoft.com/office/drawing/2014/main" id="{A75BA869-B095-498E-8132-07EAE013D7A9}"/>
              </a:ext>
            </a:extLst>
          </p:cNvPr>
          <p:cNvSpPr>
            <a:spLocks noGrp="1"/>
          </p:cNvSpPr>
          <p:nvPr/>
        </p:nvSpPr>
        <p:spPr>
          <a:xfrm>
            <a:off x="10467975" y="2286000"/>
            <a:ext cx="152400" cy="152400"/>
          </a:xfrm>
          <a:prstGeom prst="rect">
            <a:avLst/>
          </a:prstGeom>
          <a:solidFill>
            <a:srgbClr val="415864"/>
          </a:solidFill>
          <a:ln w="0">
            <a:noFill/>
            <a:prstDash val="solid"/>
          </a:ln>
        </p:spPr>
        <p:txBody>
          <a:bodyPr/>
          <a:lstStyle/>
          <a:p>
            <a:endParaRPr lang="es-419"/>
          </a:p>
        </p:txBody>
      </p:sp>
      <p:sp>
        <p:nvSpPr>
          <p:cNvPr id="39" name="sha256-xor-bit-30-1">
            <a:extLst>
              <a:ext uri="{FF2B5EF4-FFF2-40B4-BE49-F238E27FC236}">
                <a16:creationId xmlns:a16="http://schemas.microsoft.com/office/drawing/2014/main" id="{8C0794A5-D7F2-4467-B3AA-9C9098C56C6B}"/>
              </a:ext>
            </a:extLst>
          </p:cNvPr>
          <p:cNvSpPr>
            <a:spLocks noGrp="1"/>
          </p:cNvSpPr>
          <p:nvPr/>
        </p:nvSpPr>
        <p:spPr>
          <a:xfrm>
            <a:off x="10668000" y="2286000"/>
            <a:ext cx="152400" cy="152400"/>
          </a:xfrm>
          <a:prstGeom prst="rect">
            <a:avLst/>
          </a:prstGeom>
          <a:solidFill>
            <a:srgbClr val="E4B084"/>
          </a:solidFill>
          <a:ln w="0">
            <a:noFill/>
            <a:prstDash val="solid"/>
          </a:ln>
        </p:spPr>
        <p:txBody>
          <a:bodyPr/>
          <a:lstStyle/>
          <a:p>
            <a:endParaRPr lang="es-419"/>
          </a:p>
        </p:txBody>
      </p:sp>
      <p:sp>
        <p:nvSpPr>
          <p:cNvPr id="40" name="sha256-xor-bit-31-0">
            <a:extLst>
              <a:ext uri="{FF2B5EF4-FFF2-40B4-BE49-F238E27FC236}">
                <a16:creationId xmlns:a16="http://schemas.microsoft.com/office/drawing/2014/main" id="{41CCB4CB-E96B-4548-BB77-6A7BBAB725D0}"/>
              </a:ext>
            </a:extLst>
          </p:cNvPr>
          <p:cNvSpPr>
            <a:spLocks noGrp="1"/>
          </p:cNvSpPr>
          <p:nvPr/>
        </p:nvSpPr>
        <p:spPr>
          <a:xfrm>
            <a:off x="10868025" y="2286000"/>
            <a:ext cx="152400" cy="152400"/>
          </a:xfrm>
          <a:prstGeom prst="rect">
            <a:avLst/>
          </a:prstGeom>
          <a:solidFill>
            <a:srgbClr val="415864"/>
          </a:solidFill>
          <a:ln w="0">
            <a:noFill/>
            <a:prstDash val="solid"/>
          </a:ln>
        </p:spPr>
        <p:txBody>
          <a:bodyPr/>
          <a:lstStyle/>
          <a:p>
            <a:endParaRPr lang="es-419"/>
          </a:p>
        </p:txBody>
      </p:sp>
      <p:sp>
        <p:nvSpPr>
          <p:cNvPr id="41" name="sha256-xor-bit-32-1">
            <a:extLst>
              <a:ext uri="{FF2B5EF4-FFF2-40B4-BE49-F238E27FC236}">
                <a16:creationId xmlns:a16="http://schemas.microsoft.com/office/drawing/2014/main" id="{28EE2C9B-6687-4570-922F-E8AA0AC55C23}"/>
              </a:ext>
            </a:extLst>
          </p:cNvPr>
          <p:cNvSpPr>
            <a:spLocks noGrp="1"/>
          </p:cNvSpPr>
          <p:nvPr/>
        </p:nvSpPr>
        <p:spPr>
          <a:xfrm>
            <a:off x="7867650" y="2486025"/>
            <a:ext cx="152400" cy="152400"/>
          </a:xfrm>
          <a:prstGeom prst="rect">
            <a:avLst/>
          </a:prstGeom>
          <a:solidFill>
            <a:srgbClr val="E4B084"/>
          </a:solidFill>
          <a:ln w="0">
            <a:noFill/>
            <a:prstDash val="solid"/>
          </a:ln>
        </p:spPr>
        <p:txBody>
          <a:bodyPr/>
          <a:lstStyle/>
          <a:p>
            <a:endParaRPr lang="es-419"/>
          </a:p>
        </p:txBody>
      </p:sp>
      <p:sp>
        <p:nvSpPr>
          <p:cNvPr id="42" name="sha256-xor-bit-33-1">
            <a:extLst>
              <a:ext uri="{FF2B5EF4-FFF2-40B4-BE49-F238E27FC236}">
                <a16:creationId xmlns:a16="http://schemas.microsoft.com/office/drawing/2014/main" id="{3D840C52-F482-4AA8-9B39-4CE4BBB81587}"/>
              </a:ext>
            </a:extLst>
          </p:cNvPr>
          <p:cNvSpPr>
            <a:spLocks noGrp="1"/>
          </p:cNvSpPr>
          <p:nvPr/>
        </p:nvSpPr>
        <p:spPr>
          <a:xfrm>
            <a:off x="8067675" y="2486025"/>
            <a:ext cx="152400" cy="152400"/>
          </a:xfrm>
          <a:prstGeom prst="rect">
            <a:avLst/>
          </a:prstGeom>
          <a:solidFill>
            <a:srgbClr val="E4B084"/>
          </a:solidFill>
          <a:ln w="0">
            <a:noFill/>
            <a:prstDash val="solid"/>
          </a:ln>
        </p:spPr>
        <p:txBody>
          <a:bodyPr/>
          <a:lstStyle/>
          <a:p>
            <a:endParaRPr lang="es-419"/>
          </a:p>
        </p:txBody>
      </p:sp>
      <p:sp>
        <p:nvSpPr>
          <p:cNvPr id="43" name="sha256-xor-bit-34-1">
            <a:extLst>
              <a:ext uri="{FF2B5EF4-FFF2-40B4-BE49-F238E27FC236}">
                <a16:creationId xmlns:a16="http://schemas.microsoft.com/office/drawing/2014/main" id="{0811415E-1D6A-4ECC-82E5-E8AB9DF5FAF5}"/>
              </a:ext>
            </a:extLst>
          </p:cNvPr>
          <p:cNvSpPr>
            <a:spLocks noGrp="1"/>
          </p:cNvSpPr>
          <p:nvPr/>
        </p:nvSpPr>
        <p:spPr>
          <a:xfrm>
            <a:off x="8267700" y="2486025"/>
            <a:ext cx="152400" cy="152400"/>
          </a:xfrm>
          <a:prstGeom prst="rect">
            <a:avLst/>
          </a:prstGeom>
          <a:solidFill>
            <a:srgbClr val="E4B084"/>
          </a:solidFill>
          <a:ln w="0">
            <a:noFill/>
            <a:prstDash val="solid"/>
          </a:ln>
        </p:spPr>
        <p:txBody>
          <a:bodyPr/>
          <a:lstStyle/>
          <a:p>
            <a:endParaRPr lang="es-419"/>
          </a:p>
        </p:txBody>
      </p:sp>
      <p:sp>
        <p:nvSpPr>
          <p:cNvPr id="44" name="sha256-xor-bit-35-0">
            <a:extLst>
              <a:ext uri="{FF2B5EF4-FFF2-40B4-BE49-F238E27FC236}">
                <a16:creationId xmlns:a16="http://schemas.microsoft.com/office/drawing/2014/main" id="{CA968DB0-A64C-4712-816C-2ACB2DB53497}"/>
              </a:ext>
            </a:extLst>
          </p:cNvPr>
          <p:cNvSpPr>
            <a:spLocks noGrp="1"/>
          </p:cNvSpPr>
          <p:nvPr/>
        </p:nvSpPr>
        <p:spPr>
          <a:xfrm>
            <a:off x="8467725" y="2486025"/>
            <a:ext cx="152400" cy="152400"/>
          </a:xfrm>
          <a:prstGeom prst="rect">
            <a:avLst/>
          </a:prstGeom>
          <a:solidFill>
            <a:srgbClr val="415864"/>
          </a:solidFill>
          <a:ln w="0">
            <a:noFill/>
            <a:prstDash val="solid"/>
          </a:ln>
        </p:spPr>
        <p:txBody>
          <a:bodyPr/>
          <a:lstStyle/>
          <a:p>
            <a:endParaRPr lang="es-419"/>
          </a:p>
        </p:txBody>
      </p:sp>
      <p:sp>
        <p:nvSpPr>
          <p:cNvPr id="45" name="sha256-xor-bit-36-1">
            <a:extLst>
              <a:ext uri="{FF2B5EF4-FFF2-40B4-BE49-F238E27FC236}">
                <a16:creationId xmlns:a16="http://schemas.microsoft.com/office/drawing/2014/main" id="{02D850DB-3674-41F8-95C6-F151A82326B1}"/>
              </a:ext>
            </a:extLst>
          </p:cNvPr>
          <p:cNvSpPr>
            <a:spLocks noGrp="1"/>
          </p:cNvSpPr>
          <p:nvPr/>
        </p:nvSpPr>
        <p:spPr>
          <a:xfrm>
            <a:off x="8667750" y="2486025"/>
            <a:ext cx="152400" cy="152400"/>
          </a:xfrm>
          <a:prstGeom prst="rect">
            <a:avLst/>
          </a:prstGeom>
          <a:solidFill>
            <a:srgbClr val="E4B084"/>
          </a:solidFill>
          <a:ln w="0">
            <a:noFill/>
            <a:prstDash val="solid"/>
          </a:ln>
        </p:spPr>
        <p:txBody>
          <a:bodyPr/>
          <a:lstStyle/>
          <a:p>
            <a:endParaRPr lang="es-419"/>
          </a:p>
        </p:txBody>
      </p:sp>
      <p:sp>
        <p:nvSpPr>
          <p:cNvPr id="46" name="sha256-xor-bit-37-0">
            <a:extLst>
              <a:ext uri="{FF2B5EF4-FFF2-40B4-BE49-F238E27FC236}">
                <a16:creationId xmlns:a16="http://schemas.microsoft.com/office/drawing/2014/main" id="{7602BC78-2092-4E8B-A95A-3315B39141B4}"/>
              </a:ext>
            </a:extLst>
          </p:cNvPr>
          <p:cNvSpPr>
            <a:spLocks noGrp="1"/>
          </p:cNvSpPr>
          <p:nvPr/>
        </p:nvSpPr>
        <p:spPr>
          <a:xfrm>
            <a:off x="8867775" y="2486025"/>
            <a:ext cx="152400" cy="152400"/>
          </a:xfrm>
          <a:prstGeom prst="rect">
            <a:avLst/>
          </a:prstGeom>
          <a:solidFill>
            <a:srgbClr val="415864"/>
          </a:solidFill>
          <a:ln w="0">
            <a:noFill/>
            <a:prstDash val="solid"/>
          </a:ln>
        </p:spPr>
        <p:txBody>
          <a:bodyPr/>
          <a:lstStyle/>
          <a:p>
            <a:endParaRPr lang="es-419"/>
          </a:p>
        </p:txBody>
      </p:sp>
      <p:sp>
        <p:nvSpPr>
          <p:cNvPr id="47" name="sha256-xor-bit-38-1">
            <a:extLst>
              <a:ext uri="{FF2B5EF4-FFF2-40B4-BE49-F238E27FC236}">
                <a16:creationId xmlns:a16="http://schemas.microsoft.com/office/drawing/2014/main" id="{730AED73-2E18-4A0F-9CB9-A156DAA57E07}"/>
              </a:ext>
            </a:extLst>
          </p:cNvPr>
          <p:cNvSpPr>
            <a:spLocks noGrp="1"/>
          </p:cNvSpPr>
          <p:nvPr/>
        </p:nvSpPr>
        <p:spPr>
          <a:xfrm>
            <a:off x="9067800" y="2486025"/>
            <a:ext cx="152400" cy="152400"/>
          </a:xfrm>
          <a:prstGeom prst="rect">
            <a:avLst/>
          </a:prstGeom>
          <a:solidFill>
            <a:srgbClr val="E4B084"/>
          </a:solidFill>
          <a:ln w="0">
            <a:noFill/>
            <a:prstDash val="solid"/>
          </a:ln>
        </p:spPr>
        <p:txBody>
          <a:bodyPr/>
          <a:lstStyle/>
          <a:p>
            <a:endParaRPr lang="es-419"/>
          </a:p>
        </p:txBody>
      </p:sp>
      <p:sp>
        <p:nvSpPr>
          <p:cNvPr id="48" name="sha256-xor-bit-39-1">
            <a:extLst>
              <a:ext uri="{FF2B5EF4-FFF2-40B4-BE49-F238E27FC236}">
                <a16:creationId xmlns:a16="http://schemas.microsoft.com/office/drawing/2014/main" id="{1D746CFD-3B72-4F5A-BCC6-625753F499B9}"/>
              </a:ext>
            </a:extLst>
          </p:cNvPr>
          <p:cNvSpPr>
            <a:spLocks noGrp="1"/>
          </p:cNvSpPr>
          <p:nvPr/>
        </p:nvSpPr>
        <p:spPr>
          <a:xfrm>
            <a:off x="9267825" y="2486025"/>
            <a:ext cx="152400" cy="152400"/>
          </a:xfrm>
          <a:prstGeom prst="rect">
            <a:avLst/>
          </a:prstGeom>
          <a:solidFill>
            <a:srgbClr val="E4B084"/>
          </a:solidFill>
          <a:ln w="0">
            <a:noFill/>
            <a:prstDash val="solid"/>
          </a:ln>
        </p:spPr>
        <p:txBody>
          <a:bodyPr/>
          <a:lstStyle/>
          <a:p>
            <a:endParaRPr lang="es-419"/>
          </a:p>
        </p:txBody>
      </p:sp>
      <p:sp>
        <p:nvSpPr>
          <p:cNvPr id="49" name="sha256-xor-bit-40-1">
            <a:extLst>
              <a:ext uri="{FF2B5EF4-FFF2-40B4-BE49-F238E27FC236}">
                <a16:creationId xmlns:a16="http://schemas.microsoft.com/office/drawing/2014/main" id="{AF6D6686-38B5-4584-AD8E-53738B0FAA55}"/>
              </a:ext>
            </a:extLst>
          </p:cNvPr>
          <p:cNvSpPr>
            <a:spLocks noGrp="1"/>
          </p:cNvSpPr>
          <p:nvPr/>
        </p:nvSpPr>
        <p:spPr>
          <a:xfrm>
            <a:off x="9467850" y="2486025"/>
            <a:ext cx="152400" cy="152400"/>
          </a:xfrm>
          <a:prstGeom prst="rect">
            <a:avLst/>
          </a:prstGeom>
          <a:solidFill>
            <a:srgbClr val="E4B084"/>
          </a:solidFill>
          <a:ln w="0">
            <a:noFill/>
            <a:prstDash val="solid"/>
          </a:ln>
        </p:spPr>
        <p:txBody>
          <a:bodyPr/>
          <a:lstStyle/>
          <a:p>
            <a:endParaRPr lang="es-419"/>
          </a:p>
        </p:txBody>
      </p:sp>
      <p:sp>
        <p:nvSpPr>
          <p:cNvPr id="50" name="sha256-xor-bit-41-1">
            <a:extLst>
              <a:ext uri="{FF2B5EF4-FFF2-40B4-BE49-F238E27FC236}">
                <a16:creationId xmlns:a16="http://schemas.microsoft.com/office/drawing/2014/main" id="{55BA3651-07AA-4F73-9168-93D5DAE7D08B}"/>
              </a:ext>
            </a:extLst>
          </p:cNvPr>
          <p:cNvSpPr>
            <a:spLocks noGrp="1"/>
          </p:cNvSpPr>
          <p:nvPr/>
        </p:nvSpPr>
        <p:spPr>
          <a:xfrm>
            <a:off x="9667875" y="2486025"/>
            <a:ext cx="152400" cy="152400"/>
          </a:xfrm>
          <a:prstGeom prst="rect">
            <a:avLst/>
          </a:prstGeom>
          <a:solidFill>
            <a:srgbClr val="E4B084"/>
          </a:solidFill>
          <a:ln w="0">
            <a:noFill/>
            <a:prstDash val="solid"/>
          </a:ln>
        </p:spPr>
        <p:txBody>
          <a:bodyPr/>
          <a:lstStyle/>
          <a:p>
            <a:endParaRPr lang="es-419"/>
          </a:p>
        </p:txBody>
      </p:sp>
      <p:sp>
        <p:nvSpPr>
          <p:cNvPr id="51" name="sha256-xor-bit-42-1">
            <a:extLst>
              <a:ext uri="{FF2B5EF4-FFF2-40B4-BE49-F238E27FC236}">
                <a16:creationId xmlns:a16="http://schemas.microsoft.com/office/drawing/2014/main" id="{55EF5C70-0DD8-43CE-834E-92A3CCEF193F}"/>
              </a:ext>
            </a:extLst>
          </p:cNvPr>
          <p:cNvSpPr>
            <a:spLocks noGrp="1"/>
          </p:cNvSpPr>
          <p:nvPr/>
        </p:nvSpPr>
        <p:spPr>
          <a:xfrm>
            <a:off x="9867900" y="2486025"/>
            <a:ext cx="152400" cy="152400"/>
          </a:xfrm>
          <a:prstGeom prst="rect">
            <a:avLst/>
          </a:prstGeom>
          <a:solidFill>
            <a:srgbClr val="E4B084"/>
          </a:solidFill>
          <a:ln w="0">
            <a:noFill/>
            <a:prstDash val="solid"/>
          </a:ln>
        </p:spPr>
        <p:txBody>
          <a:bodyPr/>
          <a:lstStyle/>
          <a:p>
            <a:endParaRPr lang="es-419"/>
          </a:p>
        </p:txBody>
      </p:sp>
      <p:sp>
        <p:nvSpPr>
          <p:cNvPr id="52" name="sha256-xor-bit-43-0">
            <a:extLst>
              <a:ext uri="{FF2B5EF4-FFF2-40B4-BE49-F238E27FC236}">
                <a16:creationId xmlns:a16="http://schemas.microsoft.com/office/drawing/2014/main" id="{2C932DC2-499A-414B-9CFD-61E2D3067BA9}"/>
              </a:ext>
            </a:extLst>
          </p:cNvPr>
          <p:cNvSpPr>
            <a:spLocks noGrp="1"/>
          </p:cNvSpPr>
          <p:nvPr/>
        </p:nvSpPr>
        <p:spPr>
          <a:xfrm>
            <a:off x="10067925" y="2486025"/>
            <a:ext cx="152400" cy="152400"/>
          </a:xfrm>
          <a:prstGeom prst="rect">
            <a:avLst/>
          </a:prstGeom>
          <a:solidFill>
            <a:srgbClr val="415864"/>
          </a:solidFill>
          <a:ln w="0">
            <a:noFill/>
            <a:prstDash val="solid"/>
          </a:ln>
        </p:spPr>
        <p:txBody>
          <a:bodyPr/>
          <a:lstStyle/>
          <a:p>
            <a:endParaRPr lang="es-419"/>
          </a:p>
        </p:txBody>
      </p:sp>
      <p:sp>
        <p:nvSpPr>
          <p:cNvPr id="53" name="sha256-xor-bit-44-0">
            <a:extLst>
              <a:ext uri="{FF2B5EF4-FFF2-40B4-BE49-F238E27FC236}">
                <a16:creationId xmlns:a16="http://schemas.microsoft.com/office/drawing/2014/main" id="{AF8ADD9A-F2A3-4086-948F-31D15AB55CBF}"/>
              </a:ext>
            </a:extLst>
          </p:cNvPr>
          <p:cNvSpPr>
            <a:spLocks noGrp="1"/>
          </p:cNvSpPr>
          <p:nvPr/>
        </p:nvSpPr>
        <p:spPr>
          <a:xfrm>
            <a:off x="10267950" y="2486025"/>
            <a:ext cx="152400" cy="152400"/>
          </a:xfrm>
          <a:prstGeom prst="rect">
            <a:avLst/>
          </a:prstGeom>
          <a:solidFill>
            <a:srgbClr val="415864"/>
          </a:solidFill>
          <a:ln w="0">
            <a:noFill/>
            <a:prstDash val="solid"/>
          </a:ln>
        </p:spPr>
        <p:txBody>
          <a:bodyPr/>
          <a:lstStyle/>
          <a:p>
            <a:endParaRPr lang="es-419"/>
          </a:p>
        </p:txBody>
      </p:sp>
      <p:sp>
        <p:nvSpPr>
          <p:cNvPr id="54" name="sha256-xor-bit-45-0">
            <a:extLst>
              <a:ext uri="{FF2B5EF4-FFF2-40B4-BE49-F238E27FC236}">
                <a16:creationId xmlns:a16="http://schemas.microsoft.com/office/drawing/2014/main" id="{9D191E80-EAD7-47D7-BF59-531C8280B4DB}"/>
              </a:ext>
            </a:extLst>
          </p:cNvPr>
          <p:cNvSpPr>
            <a:spLocks noGrp="1"/>
          </p:cNvSpPr>
          <p:nvPr/>
        </p:nvSpPr>
        <p:spPr>
          <a:xfrm>
            <a:off x="10467975" y="2486025"/>
            <a:ext cx="152400" cy="152400"/>
          </a:xfrm>
          <a:prstGeom prst="rect">
            <a:avLst/>
          </a:prstGeom>
          <a:solidFill>
            <a:srgbClr val="415864"/>
          </a:solidFill>
          <a:ln w="0">
            <a:noFill/>
            <a:prstDash val="solid"/>
          </a:ln>
        </p:spPr>
        <p:txBody>
          <a:bodyPr/>
          <a:lstStyle/>
          <a:p>
            <a:endParaRPr lang="es-419"/>
          </a:p>
        </p:txBody>
      </p:sp>
      <p:sp>
        <p:nvSpPr>
          <p:cNvPr id="55" name="sha256-xor-bit-46-0">
            <a:extLst>
              <a:ext uri="{FF2B5EF4-FFF2-40B4-BE49-F238E27FC236}">
                <a16:creationId xmlns:a16="http://schemas.microsoft.com/office/drawing/2014/main" id="{FA22141D-D45A-4DD5-915F-6904C60E76C1}"/>
              </a:ext>
            </a:extLst>
          </p:cNvPr>
          <p:cNvSpPr>
            <a:spLocks noGrp="1"/>
          </p:cNvSpPr>
          <p:nvPr/>
        </p:nvSpPr>
        <p:spPr>
          <a:xfrm>
            <a:off x="10668000" y="2486025"/>
            <a:ext cx="152400" cy="152400"/>
          </a:xfrm>
          <a:prstGeom prst="rect">
            <a:avLst/>
          </a:prstGeom>
          <a:solidFill>
            <a:srgbClr val="415864"/>
          </a:solidFill>
          <a:ln w="0">
            <a:noFill/>
            <a:prstDash val="solid"/>
          </a:ln>
        </p:spPr>
        <p:txBody>
          <a:bodyPr/>
          <a:lstStyle/>
          <a:p>
            <a:endParaRPr lang="es-419"/>
          </a:p>
        </p:txBody>
      </p:sp>
      <p:sp>
        <p:nvSpPr>
          <p:cNvPr id="56" name="sha256-xor-bit-47-0">
            <a:extLst>
              <a:ext uri="{FF2B5EF4-FFF2-40B4-BE49-F238E27FC236}">
                <a16:creationId xmlns:a16="http://schemas.microsoft.com/office/drawing/2014/main" id="{D725F8A3-13B4-4CE4-9DC0-4DE1ED4E2734}"/>
              </a:ext>
            </a:extLst>
          </p:cNvPr>
          <p:cNvSpPr>
            <a:spLocks noGrp="1"/>
          </p:cNvSpPr>
          <p:nvPr/>
        </p:nvSpPr>
        <p:spPr>
          <a:xfrm>
            <a:off x="10868025" y="2486025"/>
            <a:ext cx="152400" cy="152400"/>
          </a:xfrm>
          <a:prstGeom prst="rect">
            <a:avLst/>
          </a:prstGeom>
          <a:solidFill>
            <a:srgbClr val="415864"/>
          </a:solidFill>
          <a:ln w="0">
            <a:noFill/>
            <a:prstDash val="solid"/>
          </a:ln>
        </p:spPr>
        <p:txBody>
          <a:bodyPr/>
          <a:lstStyle/>
          <a:p>
            <a:endParaRPr lang="es-419"/>
          </a:p>
        </p:txBody>
      </p:sp>
      <p:sp>
        <p:nvSpPr>
          <p:cNvPr id="57" name="sha256-xor-bit-48-1">
            <a:extLst>
              <a:ext uri="{FF2B5EF4-FFF2-40B4-BE49-F238E27FC236}">
                <a16:creationId xmlns:a16="http://schemas.microsoft.com/office/drawing/2014/main" id="{532A971E-A332-4ABE-BAC9-6646B780057E}"/>
              </a:ext>
            </a:extLst>
          </p:cNvPr>
          <p:cNvSpPr>
            <a:spLocks noGrp="1"/>
          </p:cNvSpPr>
          <p:nvPr/>
        </p:nvSpPr>
        <p:spPr>
          <a:xfrm>
            <a:off x="7867650" y="2686050"/>
            <a:ext cx="152400" cy="152400"/>
          </a:xfrm>
          <a:prstGeom prst="rect">
            <a:avLst/>
          </a:prstGeom>
          <a:solidFill>
            <a:srgbClr val="E4B084"/>
          </a:solidFill>
          <a:ln w="0">
            <a:noFill/>
            <a:prstDash val="solid"/>
          </a:ln>
        </p:spPr>
        <p:txBody>
          <a:bodyPr/>
          <a:lstStyle/>
          <a:p>
            <a:endParaRPr lang="es-419"/>
          </a:p>
        </p:txBody>
      </p:sp>
      <p:sp>
        <p:nvSpPr>
          <p:cNvPr id="58" name="sha256-xor-bit-49-1">
            <a:extLst>
              <a:ext uri="{FF2B5EF4-FFF2-40B4-BE49-F238E27FC236}">
                <a16:creationId xmlns:a16="http://schemas.microsoft.com/office/drawing/2014/main" id="{F5512D84-E062-45B6-8647-6F5E297AB853}"/>
              </a:ext>
            </a:extLst>
          </p:cNvPr>
          <p:cNvSpPr>
            <a:spLocks noGrp="1"/>
          </p:cNvSpPr>
          <p:nvPr/>
        </p:nvSpPr>
        <p:spPr>
          <a:xfrm>
            <a:off x="8067675" y="2686050"/>
            <a:ext cx="152400" cy="152400"/>
          </a:xfrm>
          <a:prstGeom prst="rect">
            <a:avLst/>
          </a:prstGeom>
          <a:solidFill>
            <a:srgbClr val="E4B084"/>
          </a:solidFill>
          <a:ln w="0">
            <a:noFill/>
            <a:prstDash val="solid"/>
          </a:ln>
        </p:spPr>
        <p:txBody>
          <a:bodyPr/>
          <a:lstStyle/>
          <a:p>
            <a:endParaRPr lang="es-419"/>
          </a:p>
        </p:txBody>
      </p:sp>
      <p:sp>
        <p:nvSpPr>
          <p:cNvPr id="59" name="sha256-xor-bit-50-0">
            <a:extLst>
              <a:ext uri="{FF2B5EF4-FFF2-40B4-BE49-F238E27FC236}">
                <a16:creationId xmlns:a16="http://schemas.microsoft.com/office/drawing/2014/main" id="{BE4FE6F2-805D-420F-8A7D-9DE13AAAD6D9}"/>
              </a:ext>
            </a:extLst>
          </p:cNvPr>
          <p:cNvSpPr>
            <a:spLocks noGrp="1"/>
          </p:cNvSpPr>
          <p:nvPr/>
        </p:nvSpPr>
        <p:spPr>
          <a:xfrm>
            <a:off x="8267700" y="2686050"/>
            <a:ext cx="152400" cy="152400"/>
          </a:xfrm>
          <a:prstGeom prst="rect">
            <a:avLst/>
          </a:prstGeom>
          <a:solidFill>
            <a:srgbClr val="415864"/>
          </a:solidFill>
          <a:ln w="0">
            <a:noFill/>
            <a:prstDash val="solid"/>
          </a:ln>
        </p:spPr>
        <p:txBody>
          <a:bodyPr/>
          <a:lstStyle/>
          <a:p>
            <a:endParaRPr lang="es-419"/>
          </a:p>
        </p:txBody>
      </p:sp>
      <p:sp>
        <p:nvSpPr>
          <p:cNvPr id="60" name="sha256-xor-bit-51-1">
            <a:extLst>
              <a:ext uri="{FF2B5EF4-FFF2-40B4-BE49-F238E27FC236}">
                <a16:creationId xmlns:a16="http://schemas.microsoft.com/office/drawing/2014/main" id="{95B82D3F-FA2B-4028-A02F-D810CB4249A8}"/>
              </a:ext>
            </a:extLst>
          </p:cNvPr>
          <p:cNvSpPr>
            <a:spLocks noGrp="1"/>
          </p:cNvSpPr>
          <p:nvPr/>
        </p:nvSpPr>
        <p:spPr>
          <a:xfrm>
            <a:off x="8467725" y="2686050"/>
            <a:ext cx="152400" cy="152400"/>
          </a:xfrm>
          <a:prstGeom prst="rect">
            <a:avLst/>
          </a:prstGeom>
          <a:solidFill>
            <a:srgbClr val="E4B084"/>
          </a:solidFill>
          <a:ln w="0">
            <a:noFill/>
            <a:prstDash val="solid"/>
          </a:ln>
        </p:spPr>
        <p:txBody>
          <a:bodyPr/>
          <a:lstStyle/>
          <a:p>
            <a:endParaRPr lang="es-419"/>
          </a:p>
        </p:txBody>
      </p:sp>
      <p:sp>
        <p:nvSpPr>
          <p:cNvPr id="61" name="sha256-xor-bit-52-0">
            <a:extLst>
              <a:ext uri="{FF2B5EF4-FFF2-40B4-BE49-F238E27FC236}">
                <a16:creationId xmlns:a16="http://schemas.microsoft.com/office/drawing/2014/main" id="{F1F7DF98-408C-424F-B40C-44D808C208CA}"/>
              </a:ext>
            </a:extLst>
          </p:cNvPr>
          <p:cNvSpPr>
            <a:spLocks noGrp="1"/>
          </p:cNvSpPr>
          <p:nvPr/>
        </p:nvSpPr>
        <p:spPr>
          <a:xfrm>
            <a:off x="8667750" y="2686050"/>
            <a:ext cx="152400" cy="152400"/>
          </a:xfrm>
          <a:prstGeom prst="rect">
            <a:avLst/>
          </a:prstGeom>
          <a:solidFill>
            <a:srgbClr val="415864"/>
          </a:solidFill>
          <a:ln w="0">
            <a:noFill/>
            <a:prstDash val="solid"/>
          </a:ln>
        </p:spPr>
        <p:txBody>
          <a:bodyPr/>
          <a:lstStyle/>
          <a:p>
            <a:endParaRPr lang="es-419"/>
          </a:p>
        </p:txBody>
      </p:sp>
      <p:sp>
        <p:nvSpPr>
          <p:cNvPr id="62" name="sha256-xor-bit-53-0">
            <a:extLst>
              <a:ext uri="{FF2B5EF4-FFF2-40B4-BE49-F238E27FC236}">
                <a16:creationId xmlns:a16="http://schemas.microsoft.com/office/drawing/2014/main" id="{A1E2EA25-9CDE-45FD-9954-E1138A8A68FE}"/>
              </a:ext>
            </a:extLst>
          </p:cNvPr>
          <p:cNvSpPr>
            <a:spLocks noGrp="1"/>
          </p:cNvSpPr>
          <p:nvPr/>
        </p:nvSpPr>
        <p:spPr>
          <a:xfrm>
            <a:off x="8867775" y="2686050"/>
            <a:ext cx="152400" cy="152400"/>
          </a:xfrm>
          <a:prstGeom prst="rect">
            <a:avLst/>
          </a:prstGeom>
          <a:solidFill>
            <a:srgbClr val="415864"/>
          </a:solidFill>
          <a:ln w="0">
            <a:noFill/>
            <a:prstDash val="solid"/>
          </a:ln>
        </p:spPr>
        <p:txBody>
          <a:bodyPr/>
          <a:lstStyle/>
          <a:p>
            <a:endParaRPr lang="es-419"/>
          </a:p>
        </p:txBody>
      </p:sp>
      <p:sp>
        <p:nvSpPr>
          <p:cNvPr id="63" name="sha256-xor-bit-54-0">
            <a:extLst>
              <a:ext uri="{FF2B5EF4-FFF2-40B4-BE49-F238E27FC236}">
                <a16:creationId xmlns:a16="http://schemas.microsoft.com/office/drawing/2014/main" id="{2497FB74-0825-4336-933C-611C35AA2037}"/>
              </a:ext>
            </a:extLst>
          </p:cNvPr>
          <p:cNvSpPr>
            <a:spLocks noGrp="1"/>
          </p:cNvSpPr>
          <p:nvPr/>
        </p:nvSpPr>
        <p:spPr>
          <a:xfrm>
            <a:off x="9067800" y="2686050"/>
            <a:ext cx="152400" cy="152400"/>
          </a:xfrm>
          <a:prstGeom prst="rect">
            <a:avLst/>
          </a:prstGeom>
          <a:solidFill>
            <a:srgbClr val="415864"/>
          </a:solidFill>
          <a:ln w="0">
            <a:noFill/>
            <a:prstDash val="solid"/>
          </a:ln>
        </p:spPr>
        <p:txBody>
          <a:bodyPr/>
          <a:lstStyle/>
          <a:p>
            <a:endParaRPr lang="es-419"/>
          </a:p>
        </p:txBody>
      </p:sp>
      <p:sp>
        <p:nvSpPr>
          <p:cNvPr id="64" name="sha256-xor-bit-55-1">
            <a:extLst>
              <a:ext uri="{FF2B5EF4-FFF2-40B4-BE49-F238E27FC236}">
                <a16:creationId xmlns:a16="http://schemas.microsoft.com/office/drawing/2014/main" id="{4B867DE5-2E4E-4815-AA5F-1A908C9F991D}"/>
              </a:ext>
            </a:extLst>
          </p:cNvPr>
          <p:cNvSpPr>
            <a:spLocks noGrp="1"/>
          </p:cNvSpPr>
          <p:nvPr/>
        </p:nvSpPr>
        <p:spPr>
          <a:xfrm>
            <a:off x="9267825" y="2686050"/>
            <a:ext cx="152400" cy="152400"/>
          </a:xfrm>
          <a:prstGeom prst="rect">
            <a:avLst/>
          </a:prstGeom>
          <a:solidFill>
            <a:srgbClr val="E4B084"/>
          </a:solidFill>
          <a:ln w="0">
            <a:noFill/>
            <a:prstDash val="solid"/>
          </a:ln>
        </p:spPr>
        <p:txBody>
          <a:bodyPr/>
          <a:lstStyle/>
          <a:p>
            <a:endParaRPr lang="es-419"/>
          </a:p>
        </p:txBody>
      </p:sp>
      <p:sp>
        <p:nvSpPr>
          <p:cNvPr id="65" name="sha256-xor-bit-56-0">
            <a:extLst>
              <a:ext uri="{FF2B5EF4-FFF2-40B4-BE49-F238E27FC236}">
                <a16:creationId xmlns:a16="http://schemas.microsoft.com/office/drawing/2014/main" id="{F0C7ED68-8271-4944-841F-E92197B6BD8B}"/>
              </a:ext>
            </a:extLst>
          </p:cNvPr>
          <p:cNvSpPr>
            <a:spLocks noGrp="1"/>
          </p:cNvSpPr>
          <p:nvPr/>
        </p:nvSpPr>
        <p:spPr>
          <a:xfrm>
            <a:off x="9467850" y="2686050"/>
            <a:ext cx="152400" cy="152400"/>
          </a:xfrm>
          <a:prstGeom prst="rect">
            <a:avLst/>
          </a:prstGeom>
          <a:solidFill>
            <a:srgbClr val="415864"/>
          </a:solidFill>
          <a:ln w="0">
            <a:noFill/>
            <a:prstDash val="solid"/>
          </a:ln>
        </p:spPr>
        <p:txBody>
          <a:bodyPr/>
          <a:lstStyle/>
          <a:p>
            <a:endParaRPr lang="es-419"/>
          </a:p>
        </p:txBody>
      </p:sp>
      <p:sp>
        <p:nvSpPr>
          <p:cNvPr id="66" name="sha256-xor-bit-57-0">
            <a:extLst>
              <a:ext uri="{FF2B5EF4-FFF2-40B4-BE49-F238E27FC236}">
                <a16:creationId xmlns:a16="http://schemas.microsoft.com/office/drawing/2014/main" id="{254177DF-191D-4A20-A868-22AAC1D7F1BF}"/>
              </a:ext>
            </a:extLst>
          </p:cNvPr>
          <p:cNvSpPr>
            <a:spLocks noGrp="1"/>
          </p:cNvSpPr>
          <p:nvPr/>
        </p:nvSpPr>
        <p:spPr>
          <a:xfrm>
            <a:off x="9667875" y="2686050"/>
            <a:ext cx="152400" cy="152400"/>
          </a:xfrm>
          <a:prstGeom prst="rect">
            <a:avLst/>
          </a:prstGeom>
          <a:solidFill>
            <a:srgbClr val="415864"/>
          </a:solidFill>
          <a:ln w="0">
            <a:noFill/>
            <a:prstDash val="solid"/>
          </a:ln>
        </p:spPr>
        <p:txBody>
          <a:bodyPr/>
          <a:lstStyle/>
          <a:p>
            <a:endParaRPr lang="es-419"/>
          </a:p>
        </p:txBody>
      </p:sp>
      <p:sp>
        <p:nvSpPr>
          <p:cNvPr id="67" name="sha256-xor-bit-58-0">
            <a:extLst>
              <a:ext uri="{FF2B5EF4-FFF2-40B4-BE49-F238E27FC236}">
                <a16:creationId xmlns:a16="http://schemas.microsoft.com/office/drawing/2014/main" id="{933C010D-60E7-4AA2-9EDC-00BCE6A1774D}"/>
              </a:ext>
            </a:extLst>
          </p:cNvPr>
          <p:cNvSpPr>
            <a:spLocks noGrp="1"/>
          </p:cNvSpPr>
          <p:nvPr/>
        </p:nvSpPr>
        <p:spPr>
          <a:xfrm>
            <a:off x="9867900" y="2686050"/>
            <a:ext cx="152400" cy="152400"/>
          </a:xfrm>
          <a:prstGeom prst="rect">
            <a:avLst/>
          </a:prstGeom>
          <a:solidFill>
            <a:srgbClr val="415864"/>
          </a:solidFill>
          <a:ln w="0">
            <a:noFill/>
            <a:prstDash val="solid"/>
          </a:ln>
        </p:spPr>
        <p:txBody>
          <a:bodyPr/>
          <a:lstStyle/>
          <a:p>
            <a:endParaRPr lang="es-419"/>
          </a:p>
        </p:txBody>
      </p:sp>
      <p:sp>
        <p:nvSpPr>
          <p:cNvPr id="68" name="sha256-xor-bit-59-0">
            <a:extLst>
              <a:ext uri="{FF2B5EF4-FFF2-40B4-BE49-F238E27FC236}">
                <a16:creationId xmlns:a16="http://schemas.microsoft.com/office/drawing/2014/main" id="{A609CBC6-907F-43BC-A5F9-06CF7AEB7B1C}"/>
              </a:ext>
            </a:extLst>
          </p:cNvPr>
          <p:cNvSpPr>
            <a:spLocks noGrp="1"/>
          </p:cNvSpPr>
          <p:nvPr/>
        </p:nvSpPr>
        <p:spPr>
          <a:xfrm>
            <a:off x="10067925" y="2686050"/>
            <a:ext cx="152400" cy="152400"/>
          </a:xfrm>
          <a:prstGeom prst="rect">
            <a:avLst/>
          </a:prstGeom>
          <a:solidFill>
            <a:srgbClr val="415864"/>
          </a:solidFill>
          <a:ln w="0">
            <a:noFill/>
            <a:prstDash val="solid"/>
          </a:ln>
        </p:spPr>
        <p:txBody>
          <a:bodyPr/>
          <a:lstStyle/>
          <a:p>
            <a:endParaRPr lang="es-419"/>
          </a:p>
        </p:txBody>
      </p:sp>
      <p:sp>
        <p:nvSpPr>
          <p:cNvPr id="69" name="sha256-xor-bit-60-1">
            <a:extLst>
              <a:ext uri="{FF2B5EF4-FFF2-40B4-BE49-F238E27FC236}">
                <a16:creationId xmlns:a16="http://schemas.microsoft.com/office/drawing/2014/main" id="{3E090C63-3C41-4E6F-A88A-E4C95F6164CA}"/>
              </a:ext>
            </a:extLst>
          </p:cNvPr>
          <p:cNvSpPr>
            <a:spLocks noGrp="1"/>
          </p:cNvSpPr>
          <p:nvPr/>
        </p:nvSpPr>
        <p:spPr>
          <a:xfrm>
            <a:off x="10267950" y="2686050"/>
            <a:ext cx="152400" cy="152400"/>
          </a:xfrm>
          <a:prstGeom prst="rect">
            <a:avLst/>
          </a:prstGeom>
          <a:solidFill>
            <a:srgbClr val="E4B084"/>
          </a:solidFill>
          <a:ln w="0">
            <a:noFill/>
            <a:prstDash val="solid"/>
          </a:ln>
        </p:spPr>
        <p:txBody>
          <a:bodyPr/>
          <a:lstStyle/>
          <a:p>
            <a:endParaRPr lang="es-419"/>
          </a:p>
        </p:txBody>
      </p:sp>
      <p:sp>
        <p:nvSpPr>
          <p:cNvPr id="70" name="sha256-xor-bit-61-1">
            <a:extLst>
              <a:ext uri="{FF2B5EF4-FFF2-40B4-BE49-F238E27FC236}">
                <a16:creationId xmlns:a16="http://schemas.microsoft.com/office/drawing/2014/main" id="{C68664C7-8D19-4EED-86B2-B23CD9CD6F9D}"/>
              </a:ext>
            </a:extLst>
          </p:cNvPr>
          <p:cNvSpPr>
            <a:spLocks noGrp="1"/>
          </p:cNvSpPr>
          <p:nvPr/>
        </p:nvSpPr>
        <p:spPr>
          <a:xfrm>
            <a:off x="10467975" y="2686050"/>
            <a:ext cx="152400" cy="152400"/>
          </a:xfrm>
          <a:prstGeom prst="rect">
            <a:avLst/>
          </a:prstGeom>
          <a:solidFill>
            <a:srgbClr val="E4B084"/>
          </a:solidFill>
          <a:ln w="0">
            <a:noFill/>
            <a:prstDash val="solid"/>
          </a:ln>
        </p:spPr>
        <p:txBody>
          <a:bodyPr/>
          <a:lstStyle/>
          <a:p>
            <a:endParaRPr lang="es-419"/>
          </a:p>
        </p:txBody>
      </p:sp>
      <p:sp>
        <p:nvSpPr>
          <p:cNvPr id="71" name="sha256-xor-bit-62-0">
            <a:extLst>
              <a:ext uri="{FF2B5EF4-FFF2-40B4-BE49-F238E27FC236}">
                <a16:creationId xmlns:a16="http://schemas.microsoft.com/office/drawing/2014/main" id="{AF7004CB-2B3B-4E21-B69E-CB6B285875CF}"/>
              </a:ext>
            </a:extLst>
          </p:cNvPr>
          <p:cNvSpPr>
            <a:spLocks noGrp="1"/>
          </p:cNvSpPr>
          <p:nvPr/>
        </p:nvSpPr>
        <p:spPr>
          <a:xfrm>
            <a:off x="10668000" y="2686050"/>
            <a:ext cx="152400" cy="152400"/>
          </a:xfrm>
          <a:prstGeom prst="rect">
            <a:avLst/>
          </a:prstGeom>
          <a:solidFill>
            <a:srgbClr val="415864"/>
          </a:solidFill>
          <a:ln w="0">
            <a:noFill/>
            <a:prstDash val="solid"/>
          </a:ln>
        </p:spPr>
        <p:txBody>
          <a:bodyPr/>
          <a:lstStyle/>
          <a:p>
            <a:endParaRPr lang="es-419"/>
          </a:p>
        </p:txBody>
      </p:sp>
      <p:sp>
        <p:nvSpPr>
          <p:cNvPr id="72" name="sha256-xor-bit-63-0">
            <a:extLst>
              <a:ext uri="{FF2B5EF4-FFF2-40B4-BE49-F238E27FC236}">
                <a16:creationId xmlns:a16="http://schemas.microsoft.com/office/drawing/2014/main" id="{7B770671-5598-435A-AC34-73C20472FBDC}"/>
              </a:ext>
            </a:extLst>
          </p:cNvPr>
          <p:cNvSpPr>
            <a:spLocks noGrp="1"/>
          </p:cNvSpPr>
          <p:nvPr/>
        </p:nvSpPr>
        <p:spPr>
          <a:xfrm>
            <a:off x="10868025" y="2686050"/>
            <a:ext cx="152400" cy="152400"/>
          </a:xfrm>
          <a:prstGeom prst="rect">
            <a:avLst/>
          </a:prstGeom>
          <a:solidFill>
            <a:srgbClr val="415864"/>
          </a:solidFill>
          <a:ln w="0">
            <a:noFill/>
            <a:prstDash val="solid"/>
          </a:ln>
        </p:spPr>
        <p:txBody>
          <a:bodyPr/>
          <a:lstStyle/>
          <a:p>
            <a:endParaRPr lang="es-419"/>
          </a:p>
        </p:txBody>
      </p:sp>
      <p:sp>
        <p:nvSpPr>
          <p:cNvPr id="73" name="sha256-xor-bit-64-0">
            <a:extLst>
              <a:ext uri="{FF2B5EF4-FFF2-40B4-BE49-F238E27FC236}">
                <a16:creationId xmlns:a16="http://schemas.microsoft.com/office/drawing/2014/main" id="{06C927E2-521C-4A17-A852-ED59051711CF}"/>
              </a:ext>
            </a:extLst>
          </p:cNvPr>
          <p:cNvSpPr>
            <a:spLocks noGrp="1"/>
          </p:cNvSpPr>
          <p:nvPr/>
        </p:nvSpPr>
        <p:spPr>
          <a:xfrm>
            <a:off x="7867650" y="2886075"/>
            <a:ext cx="152400" cy="152400"/>
          </a:xfrm>
          <a:prstGeom prst="rect">
            <a:avLst/>
          </a:prstGeom>
          <a:solidFill>
            <a:srgbClr val="415864"/>
          </a:solidFill>
          <a:ln w="0">
            <a:noFill/>
            <a:prstDash val="solid"/>
          </a:ln>
        </p:spPr>
        <p:txBody>
          <a:bodyPr/>
          <a:lstStyle/>
          <a:p>
            <a:endParaRPr lang="es-419"/>
          </a:p>
        </p:txBody>
      </p:sp>
      <p:sp>
        <p:nvSpPr>
          <p:cNvPr id="74" name="sha256-xor-bit-65-1">
            <a:extLst>
              <a:ext uri="{FF2B5EF4-FFF2-40B4-BE49-F238E27FC236}">
                <a16:creationId xmlns:a16="http://schemas.microsoft.com/office/drawing/2014/main" id="{85DF98D8-3379-462F-BF17-82438D7A4E86}"/>
              </a:ext>
            </a:extLst>
          </p:cNvPr>
          <p:cNvSpPr>
            <a:spLocks noGrp="1"/>
          </p:cNvSpPr>
          <p:nvPr/>
        </p:nvSpPr>
        <p:spPr>
          <a:xfrm>
            <a:off x="8067675" y="2886075"/>
            <a:ext cx="152400" cy="152400"/>
          </a:xfrm>
          <a:prstGeom prst="rect">
            <a:avLst/>
          </a:prstGeom>
          <a:solidFill>
            <a:srgbClr val="E4B084"/>
          </a:solidFill>
          <a:ln w="0">
            <a:noFill/>
            <a:prstDash val="solid"/>
          </a:ln>
        </p:spPr>
        <p:txBody>
          <a:bodyPr/>
          <a:lstStyle/>
          <a:p>
            <a:endParaRPr lang="es-419"/>
          </a:p>
        </p:txBody>
      </p:sp>
      <p:sp>
        <p:nvSpPr>
          <p:cNvPr id="75" name="sha256-xor-bit-66-0">
            <a:extLst>
              <a:ext uri="{FF2B5EF4-FFF2-40B4-BE49-F238E27FC236}">
                <a16:creationId xmlns:a16="http://schemas.microsoft.com/office/drawing/2014/main" id="{E66DD3A4-07D3-44B3-AA67-B0AE501CBC42}"/>
              </a:ext>
            </a:extLst>
          </p:cNvPr>
          <p:cNvSpPr>
            <a:spLocks noGrp="1"/>
          </p:cNvSpPr>
          <p:nvPr/>
        </p:nvSpPr>
        <p:spPr>
          <a:xfrm>
            <a:off x="8267700" y="2886075"/>
            <a:ext cx="152400" cy="152400"/>
          </a:xfrm>
          <a:prstGeom prst="rect">
            <a:avLst/>
          </a:prstGeom>
          <a:solidFill>
            <a:srgbClr val="415864"/>
          </a:solidFill>
          <a:ln w="0">
            <a:noFill/>
            <a:prstDash val="solid"/>
          </a:ln>
        </p:spPr>
        <p:txBody>
          <a:bodyPr/>
          <a:lstStyle/>
          <a:p>
            <a:endParaRPr lang="es-419"/>
          </a:p>
        </p:txBody>
      </p:sp>
      <p:sp>
        <p:nvSpPr>
          <p:cNvPr id="76" name="sha256-xor-bit-67-1">
            <a:extLst>
              <a:ext uri="{FF2B5EF4-FFF2-40B4-BE49-F238E27FC236}">
                <a16:creationId xmlns:a16="http://schemas.microsoft.com/office/drawing/2014/main" id="{29249EAE-20A4-4E93-92FD-6985C2673A03}"/>
              </a:ext>
            </a:extLst>
          </p:cNvPr>
          <p:cNvSpPr>
            <a:spLocks noGrp="1"/>
          </p:cNvSpPr>
          <p:nvPr/>
        </p:nvSpPr>
        <p:spPr>
          <a:xfrm>
            <a:off x="8467725" y="2886075"/>
            <a:ext cx="152400" cy="152400"/>
          </a:xfrm>
          <a:prstGeom prst="rect">
            <a:avLst/>
          </a:prstGeom>
          <a:solidFill>
            <a:srgbClr val="E4B084"/>
          </a:solidFill>
          <a:ln w="0">
            <a:noFill/>
            <a:prstDash val="solid"/>
          </a:ln>
        </p:spPr>
        <p:txBody>
          <a:bodyPr/>
          <a:lstStyle/>
          <a:p>
            <a:endParaRPr lang="es-419"/>
          </a:p>
        </p:txBody>
      </p:sp>
      <p:sp>
        <p:nvSpPr>
          <p:cNvPr id="77" name="sha256-xor-bit-68-0">
            <a:extLst>
              <a:ext uri="{FF2B5EF4-FFF2-40B4-BE49-F238E27FC236}">
                <a16:creationId xmlns:a16="http://schemas.microsoft.com/office/drawing/2014/main" id="{2EF442C0-0FC6-4C88-8407-20EC5DF31966}"/>
              </a:ext>
            </a:extLst>
          </p:cNvPr>
          <p:cNvSpPr>
            <a:spLocks noGrp="1"/>
          </p:cNvSpPr>
          <p:nvPr/>
        </p:nvSpPr>
        <p:spPr>
          <a:xfrm>
            <a:off x="8667750" y="2886075"/>
            <a:ext cx="152400" cy="152400"/>
          </a:xfrm>
          <a:prstGeom prst="rect">
            <a:avLst/>
          </a:prstGeom>
          <a:solidFill>
            <a:srgbClr val="415864"/>
          </a:solidFill>
          <a:ln w="0">
            <a:noFill/>
            <a:prstDash val="solid"/>
          </a:ln>
        </p:spPr>
        <p:txBody>
          <a:bodyPr/>
          <a:lstStyle/>
          <a:p>
            <a:endParaRPr lang="es-419"/>
          </a:p>
        </p:txBody>
      </p:sp>
      <p:sp>
        <p:nvSpPr>
          <p:cNvPr id="78" name="sha256-xor-bit-69-0">
            <a:extLst>
              <a:ext uri="{FF2B5EF4-FFF2-40B4-BE49-F238E27FC236}">
                <a16:creationId xmlns:a16="http://schemas.microsoft.com/office/drawing/2014/main" id="{2551E041-1659-428A-86B8-9FA65BF85540}"/>
              </a:ext>
            </a:extLst>
          </p:cNvPr>
          <p:cNvSpPr>
            <a:spLocks noGrp="1"/>
          </p:cNvSpPr>
          <p:nvPr/>
        </p:nvSpPr>
        <p:spPr>
          <a:xfrm>
            <a:off x="8867775" y="2886075"/>
            <a:ext cx="152400" cy="152400"/>
          </a:xfrm>
          <a:prstGeom prst="rect">
            <a:avLst/>
          </a:prstGeom>
          <a:solidFill>
            <a:srgbClr val="415864"/>
          </a:solidFill>
          <a:ln w="0">
            <a:noFill/>
            <a:prstDash val="solid"/>
          </a:ln>
        </p:spPr>
        <p:txBody>
          <a:bodyPr/>
          <a:lstStyle/>
          <a:p>
            <a:endParaRPr lang="es-419"/>
          </a:p>
        </p:txBody>
      </p:sp>
      <p:sp>
        <p:nvSpPr>
          <p:cNvPr id="79" name="sha256-xor-bit-70-1">
            <a:extLst>
              <a:ext uri="{FF2B5EF4-FFF2-40B4-BE49-F238E27FC236}">
                <a16:creationId xmlns:a16="http://schemas.microsoft.com/office/drawing/2014/main" id="{F606642A-4BB2-469F-B4AC-FFD1CA19F900}"/>
              </a:ext>
            </a:extLst>
          </p:cNvPr>
          <p:cNvSpPr>
            <a:spLocks noGrp="1"/>
          </p:cNvSpPr>
          <p:nvPr/>
        </p:nvSpPr>
        <p:spPr>
          <a:xfrm>
            <a:off x="9067800" y="2886075"/>
            <a:ext cx="152400" cy="152400"/>
          </a:xfrm>
          <a:prstGeom prst="rect">
            <a:avLst/>
          </a:prstGeom>
          <a:solidFill>
            <a:srgbClr val="E4B084"/>
          </a:solidFill>
          <a:ln w="0">
            <a:noFill/>
            <a:prstDash val="solid"/>
          </a:ln>
        </p:spPr>
        <p:txBody>
          <a:bodyPr/>
          <a:lstStyle/>
          <a:p>
            <a:endParaRPr lang="es-419"/>
          </a:p>
        </p:txBody>
      </p:sp>
      <p:sp>
        <p:nvSpPr>
          <p:cNvPr id="80" name="sha256-xor-bit-71-1">
            <a:extLst>
              <a:ext uri="{FF2B5EF4-FFF2-40B4-BE49-F238E27FC236}">
                <a16:creationId xmlns:a16="http://schemas.microsoft.com/office/drawing/2014/main" id="{231976EE-86E5-438D-B39F-BBF3F98088F4}"/>
              </a:ext>
            </a:extLst>
          </p:cNvPr>
          <p:cNvSpPr>
            <a:spLocks noGrp="1"/>
          </p:cNvSpPr>
          <p:nvPr/>
        </p:nvSpPr>
        <p:spPr>
          <a:xfrm>
            <a:off x="9267825" y="2886075"/>
            <a:ext cx="152400" cy="152400"/>
          </a:xfrm>
          <a:prstGeom prst="rect">
            <a:avLst/>
          </a:prstGeom>
          <a:solidFill>
            <a:srgbClr val="E4B084"/>
          </a:solidFill>
          <a:ln w="0">
            <a:noFill/>
            <a:prstDash val="solid"/>
          </a:ln>
        </p:spPr>
        <p:txBody>
          <a:bodyPr/>
          <a:lstStyle/>
          <a:p>
            <a:endParaRPr lang="es-419"/>
          </a:p>
        </p:txBody>
      </p:sp>
      <p:sp>
        <p:nvSpPr>
          <p:cNvPr id="81" name="sha256-xor-bit-72-0">
            <a:extLst>
              <a:ext uri="{FF2B5EF4-FFF2-40B4-BE49-F238E27FC236}">
                <a16:creationId xmlns:a16="http://schemas.microsoft.com/office/drawing/2014/main" id="{0A3ACCF6-B50E-49F5-AD09-D0D717FAF70D}"/>
              </a:ext>
            </a:extLst>
          </p:cNvPr>
          <p:cNvSpPr>
            <a:spLocks noGrp="1"/>
          </p:cNvSpPr>
          <p:nvPr/>
        </p:nvSpPr>
        <p:spPr>
          <a:xfrm>
            <a:off x="9467850" y="2886075"/>
            <a:ext cx="152400" cy="152400"/>
          </a:xfrm>
          <a:prstGeom prst="rect">
            <a:avLst/>
          </a:prstGeom>
          <a:solidFill>
            <a:srgbClr val="415864"/>
          </a:solidFill>
          <a:ln w="0">
            <a:noFill/>
            <a:prstDash val="solid"/>
          </a:ln>
        </p:spPr>
        <p:txBody>
          <a:bodyPr/>
          <a:lstStyle/>
          <a:p>
            <a:endParaRPr lang="es-419"/>
          </a:p>
        </p:txBody>
      </p:sp>
      <p:sp>
        <p:nvSpPr>
          <p:cNvPr id="82" name="sha256-xor-bit-73-0">
            <a:extLst>
              <a:ext uri="{FF2B5EF4-FFF2-40B4-BE49-F238E27FC236}">
                <a16:creationId xmlns:a16="http://schemas.microsoft.com/office/drawing/2014/main" id="{0F0D0D99-C754-4664-8C2F-5B27225CFAE1}"/>
              </a:ext>
            </a:extLst>
          </p:cNvPr>
          <p:cNvSpPr>
            <a:spLocks noGrp="1"/>
          </p:cNvSpPr>
          <p:nvPr/>
        </p:nvSpPr>
        <p:spPr>
          <a:xfrm>
            <a:off x="9667875" y="2886075"/>
            <a:ext cx="152400" cy="152400"/>
          </a:xfrm>
          <a:prstGeom prst="rect">
            <a:avLst/>
          </a:prstGeom>
          <a:solidFill>
            <a:srgbClr val="415864"/>
          </a:solidFill>
          <a:ln w="0">
            <a:noFill/>
            <a:prstDash val="solid"/>
          </a:ln>
        </p:spPr>
        <p:txBody>
          <a:bodyPr/>
          <a:lstStyle/>
          <a:p>
            <a:endParaRPr lang="es-419"/>
          </a:p>
        </p:txBody>
      </p:sp>
      <p:sp>
        <p:nvSpPr>
          <p:cNvPr id="83" name="sha256-xor-bit-74-1">
            <a:extLst>
              <a:ext uri="{FF2B5EF4-FFF2-40B4-BE49-F238E27FC236}">
                <a16:creationId xmlns:a16="http://schemas.microsoft.com/office/drawing/2014/main" id="{CAE6D7F0-CE95-490E-9B00-090588B19B4B}"/>
              </a:ext>
            </a:extLst>
          </p:cNvPr>
          <p:cNvSpPr>
            <a:spLocks noGrp="1"/>
          </p:cNvSpPr>
          <p:nvPr/>
        </p:nvSpPr>
        <p:spPr>
          <a:xfrm>
            <a:off x="9867900" y="2886075"/>
            <a:ext cx="152400" cy="152400"/>
          </a:xfrm>
          <a:prstGeom prst="rect">
            <a:avLst/>
          </a:prstGeom>
          <a:solidFill>
            <a:srgbClr val="E4B084"/>
          </a:solidFill>
          <a:ln w="0">
            <a:noFill/>
            <a:prstDash val="solid"/>
          </a:ln>
        </p:spPr>
        <p:txBody>
          <a:bodyPr/>
          <a:lstStyle/>
          <a:p>
            <a:endParaRPr lang="es-419"/>
          </a:p>
        </p:txBody>
      </p:sp>
      <p:sp>
        <p:nvSpPr>
          <p:cNvPr id="84" name="sha256-xor-bit-75-0">
            <a:extLst>
              <a:ext uri="{FF2B5EF4-FFF2-40B4-BE49-F238E27FC236}">
                <a16:creationId xmlns:a16="http://schemas.microsoft.com/office/drawing/2014/main" id="{75DA1BAE-580B-43B1-ACCC-94F7AE463BF0}"/>
              </a:ext>
            </a:extLst>
          </p:cNvPr>
          <p:cNvSpPr>
            <a:spLocks noGrp="1"/>
          </p:cNvSpPr>
          <p:nvPr/>
        </p:nvSpPr>
        <p:spPr>
          <a:xfrm>
            <a:off x="10067925" y="2886075"/>
            <a:ext cx="152400" cy="152400"/>
          </a:xfrm>
          <a:prstGeom prst="rect">
            <a:avLst/>
          </a:prstGeom>
          <a:solidFill>
            <a:srgbClr val="415864"/>
          </a:solidFill>
          <a:ln w="0">
            <a:noFill/>
            <a:prstDash val="solid"/>
          </a:ln>
        </p:spPr>
        <p:txBody>
          <a:bodyPr/>
          <a:lstStyle/>
          <a:p>
            <a:endParaRPr lang="es-419"/>
          </a:p>
        </p:txBody>
      </p:sp>
      <p:sp>
        <p:nvSpPr>
          <p:cNvPr id="85" name="sha256-xor-bit-76-0">
            <a:extLst>
              <a:ext uri="{FF2B5EF4-FFF2-40B4-BE49-F238E27FC236}">
                <a16:creationId xmlns:a16="http://schemas.microsoft.com/office/drawing/2014/main" id="{4C70D49A-E35C-4AAF-9A54-3F075015A0CD}"/>
              </a:ext>
            </a:extLst>
          </p:cNvPr>
          <p:cNvSpPr>
            <a:spLocks noGrp="1"/>
          </p:cNvSpPr>
          <p:nvPr/>
        </p:nvSpPr>
        <p:spPr>
          <a:xfrm>
            <a:off x="10267950" y="2886075"/>
            <a:ext cx="152400" cy="152400"/>
          </a:xfrm>
          <a:prstGeom prst="rect">
            <a:avLst/>
          </a:prstGeom>
          <a:solidFill>
            <a:srgbClr val="415864"/>
          </a:solidFill>
          <a:ln w="0">
            <a:noFill/>
            <a:prstDash val="solid"/>
          </a:ln>
        </p:spPr>
        <p:txBody>
          <a:bodyPr/>
          <a:lstStyle/>
          <a:p>
            <a:endParaRPr lang="es-419"/>
          </a:p>
        </p:txBody>
      </p:sp>
      <p:sp>
        <p:nvSpPr>
          <p:cNvPr id="86" name="sha256-xor-bit-77-1">
            <a:extLst>
              <a:ext uri="{FF2B5EF4-FFF2-40B4-BE49-F238E27FC236}">
                <a16:creationId xmlns:a16="http://schemas.microsoft.com/office/drawing/2014/main" id="{8AA8F39E-EE4C-4EDD-BBBC-0326169701C8}"/>
              </a:ext>
            </a:extLst>
          </p:cNvPr>
          <p:cNvSpPr>
            <a:spLocks noGrp="1"/>
          </p:cNvSpPr>
          <p:nvPr/>
        </p:nvSpPr>
        <p:spPr>
          <a:xfrm>
            <a:off x="10467975" y="2886075"/>
            <a:ext cx="152400" cy="152400"/>
          </a:xfrm>
          <a:prstGeom prst="rect">
            <a:avLst/>
          </a:prstGeom>
          <a:solidFill>
            <a:srgbClr val="E4B084"/>
          </a:solidFill>
          <a:ln w="0">
            <a:noFill/>
            <a:prstDash val="solid"/>
          </a:ln>
        </p:spPr>
        <p:txBody>
          <a:bodyPr/>
          <a:lstStyle/>
          <a:p>
            <a:endParaRPr lang="es-419"/>
          </a:p>
        </p:txBody>
      </p:sp>
      <p:sp>
        <p:nvSpPr>
          <p:cNvPr id="87" name="sha256-xor-bit-78-1">
            <a:extLst>
              <a:ext uri="{FF2B5EF4-FFF2-40B4-BE49-F238E27FC236}">
                <a16:creationId xmlns:a16="http://schemas.microsoft.com/office/drawing/2014/main" id="{C3139F40-8C67-483D-9B61-877072A758EB}"/>
              </a:ext>
            </a:extLst>
          </p:cNvPr>
          <p:cNvSpPr>
            <a:spLocks noGrp="1"/>
          </p:cNvSpPr>
          <p:nvPr/>
        </p:nvSpPr>
        <p:spPr>
          <a:xfrm>
            <a:off x="10668000" y="2886075"/>
            <a:ext cx="152400" cy="152400"/>
          </a:xfrm>
          <a:prstGeom prst="rect">
            <a:avLst/>
          </a:prstGeom>
          <a:solidFill>
            <a:srgbClr val="E4B084"/>
          </a:solidFill>
          <a:ln w="0">
            <a:noFill/>
            <a:prstDash val="solid"/>
          </a:ln>
        </p:spPr>
        <p:txBody>
          <a:bodyPr/>
          <a:lstStyle/>
          <a:p>
            <a:endParaRPr lang="es-419"/>
          </a:p>
        </p:txBody>
      </p:sp>
      <p:sp>
        <p:nvSpPr>
          <p:cNvPr id="88" name="sha256-xor-bit-79-0">
            <a:extLst>
              <a:ext uri="{FF2B5EF4-FFF2-40B4-BE49-F238E27FC236}">
                <a16:creationId xmlns:a16="http://schemas.microsoft.com/office/drawing/2014/main" id="{6E63DA5E-3AF1-408F-9CA1-F68F1B9D7295}"/>
              </a:ext>
            </a:extLst>
          </p:cNvPr>
          <p:cNvSpPr>
            <a:spLocks noGrp="1"/>
          </p:cNvSpPr>
          <p:nvPr/>
        </p:nvSpPr>
        <p:spPr>
          <a:xfrm>
            <a:off x="10868025" y="2886075"/>
            <a:ext cx="152400" cy="152400"/>
          </a:xfrm>
          <a:prstGeom prst="rect">
            <a:avLst/>
          </a:prstGeom>
          <a:solidFill>
            <a:srgbClr val="415864"/>
          </a:solidFill>
          <a:ln w="0">
            <a:noFill/>
            <a:prstDash val="solid"/>
          </a:ln>
        </p:spPr>
        <p:txBody>
          <a:bodyPr/>
          <a:lstStyle/>
          <a:p>
            <a:endParaRPr lang="es-419"/>
          </a:p>
        </p:txBody>
      </p:sp>
      <p:sp>
        <p:nvSpPr>
          <p:cNvPr id="89" name="sha256-xor-bit-80-1">
            <a:extLst>
              <a:ext uri="{FF2B5EF4-FFF2-40B4-BE49-F238E27FC236}">
                <a16:creationId xmlns:a16="http://schemas.microsoft.com/office/drawing/2014/main" id="{67B4D76E-7444-4106-B1A1-360CC0032283}"/>
              </a:ext>
            </a:extLst>
          </p:cNvPr>
          <p:cNvSpPr>
            <a:spLocks noGrp="1"/>
          </p:cNvSpPr>
          <p:nvPr/>
        </p:nvSpPr>
        <p:spPr>
          <a:xfrm>
            <a:off x="7867650" y="3086100"/>
            <a:ext cx="152400" cy="152400"/>
          </a:xfrm>
          <a:prstGeom prst="rect">
            <a:avLst/>
          </a:prstGeom>
          <a:solidFill>
            <a:srgbClr val="E4B084"/>
          </a:solidFill>
          <a:ln w="0">
            <a:noFill/>
            <a:prstDash val="solid"/>
          </a:ln>
        </p:spPr>
        <p:txBody>
          <a:bodyPr/>
          <a:lstStyle/>
          <a:p>
            <a:endParaRPr lang="es-419"/>
          </a:p>
        </p:txBody>
      </p:sp>
      <p:sp>
        <p:nvSpPr>
          <p:cNvPr id="90" name="sha256-xor-bit-81-1">
            <a:extLst>
              <a:ext uri="{FF2B5EF4-FFF2-40B4-BE49-F238E27FC236}">
                <a16:creationId xmlns:a16="http://schemas.microsoft.com/office/drawing/2014/main" id="{626EE8F5-FC19-4EA3-A05C-89FAF50656F4}"/>
              </a:ext>
            </a:extLst>
          </p:cNvPr>
          <p:cNvSpPr>
            <a:spLocks noGrp="1"/>
          </p:cNvSpPr>
          <p:nvPr/>
        </p:nvSpPr>
        <p:spPr>
          <a:xfrm>
            <a:off x="8067675" y="3086100"/>
            <a:ext cx="152400" cy="152400"/>
          </a:xfrm>
          <a:prstGeom prst="rect">
            <a:avLst/>
          </a:prstGeom>
          <a:solidFill>
            <a:srgbClr val="E4B084"/>
          </a:solidFill>
          <a:ln w="0">
            <a:noFill/>
            <a:prstDash val="solid"/>
          </a:ln>
        </p:spPr>
        <p:txBody>
          <a:bodyPr/>
          <a:lstStyle/>
          <a:p>
            <a:endParaRPr lang="es-419"/>
          </a:p>
        </p:txBody>
      </p:sp>
      <p:sp>
        <p:nvSpPr>
          <p:cNvPr id="91" name="sha256-xor-bit-82-0">
            <a:extLst>
              <a:ext uri="{FF2B5EF4-FFF2-40B4-BE49-F238E27FC236}">
                <a16:creationId xmlns:a16="http://schemas.microsoft.com/office/drawing/2014/main" id="{6AB7D66D-B7FF-41DE-9E04-6B91134895FB}"/>
              </a:ext>
            </a:extLst>
          </p:cNvPr>
          <p:cNvSpPr>
            <a:spLocks noGrp="1"/>
          </p:cNvSpPr>
          <p:nvPr/>
        </p:nvSpPr>
        <p:spPr>
          <a:xfrm>
            <a:off x="8267700" y="3086100"/>
            <a:ext cx="152400" cy="152400"/>
          </a:xfrm>
          <a:prstGeom prst="rect">
            <a:avLst/>
          </a:prstGeom>
          <a:solidFill>
            <a:srgbClr val="415864"/>
          </a:solidFill>
          <a:ln w="0">
            <a:noFill/>
            <a:prstDash val="solid"/>
          </a:ln>
        </p:spPr>
        <p:txBody>
          <a:bodyPr/>
          <a:lstStyle/>
          <a:p>
            <a:endParaRPr lang="es-419"/>
          </a:p>
        </p:txBody>
      </p:sp>
      <p:sp>
        <p:nvSpPr>
          <p:cNvPr id="92" name="sha256-xor-bit-83-0">
            <a:extLst>
              <a:ext uri="{FF2B5EF4-FFF2-40B4-BE49-F238E27FC236}">
                <a16:creationId xmlns:a16="http://schemas.microsoft.com/office/drawing/2014/main" id="{C922FAC1-56E2-4CE9-839C-A38C9D7F96AE}"/>
              </a:ext>
            </a:extLst>
          </p:cNvPr>
          <p:cNvSpPr>
            <a:spLocks noGrp="1"/>
          </p:cNvSpPr>
          <p:nvPr/>
        </p:nvSpPr>
        <p:spPr>
          <a:xfrm>
            <a:off x="8467725" y="3086100"/>
            <a:ext cx="152400" cy="152400"/>
          </a:xfrm>
          <a:prstGeom prst="rect">
            <a:avLst/>
          </a:prstGeom>
          <a:solidFill>
            <a:srgbClr val="415864"/>
          </a:solidFill>
          <a:ln w="0">
            <a:noFill/>
            <a:prstDash val="solid"/>
          </a:ln>
        </p:spPr>
        <p:txBody>
          <a:bodyPr/>
          <a:lstStyle/>
          <a:p>
            <a:endParaRPr lang="es-419"/>
          </a:p>
        </p:txBody>
      </p:sp>
      <p:sp>
        <p:nvSpPr>
          <p:cNvPr id="93" name="sha256-xor-bit-84-0">
            <a:extLst>
              <a:ext uri="{FF2B5EF4-FFF2-40B4-BE49-F238E27FC236}">
                <a16:creationId xmlns:a16="http://schemas.microsoft.com/office/drawing/2014/main" id="{5799A478-E7F0-4B49-9193-FB2C95596B60}"/>
              </a:ext>
            </a:extLst>
          </p:cNvPr>
          <p:cNvSpPr>
            <a:spLocks noGrp="1"/>
          </p:cNvSpPr>
          <p:nvPr/>
        </p:nvSpPr>
        <p:spPr>
          <a:xfrm>
            <a:off x="8667750" y="3086100"/>
            <a:ext cx="152400" cy="152400"/>
          </a:xfrm>
          <a:prstGeom prst="rect">
            <a:avLst/>
          </a:prstGeom>
          <a:solidFill>
            <a:srgbClr val="415864"/>
          </a:solidFill>
          <a:ln w="0">
            <a:noFill/>
            <a:prstDash val="solid"/>
          </a:ln>
        </p:spPr>
        <p:txBody>
          <a:bodyPr/>
          <a:lstStyle/>
          <a:p>
            <a:endParaRPr lang="es-419"/>
          </a:p>
        </p:txBody>
      </p:sp>
      <p:sp>
        <p:nvSpPr>
          <p:cNvPr id="94" name="sha256-xor-bit-85-0">
            <a:extLst>
              <a:ext uri="{FF2B5EF4-FFF2-40B4-BE49-F238E27FC236}">
                <a16:creationId xmlns:a16="http://schemas.microsoft.com/office/drawing/2014/main" id="{AF99602B-E5FE-4232-AC9A-6C1C13387676}"/>
              </a:ext>
            </a:extLst>
          </p:cNvPr>
          <p:cNvSpPr>
            <a:spLocks noGrp="1"/>
          </p:cNvSpPr>
          <p:nvPr/>
        </p:nvSpPr>
        <p:spPr>
          <a:xfrm>
            <a:off x="8867775" y="3086100"/>
            <a:ext cx="152400" cy="152400"/>
          </a:xfrm>
          <a:prstGeom prst="rect">
            <a:avLst/>
          </a:prstGeom>
          <a:solidFill>
            <a:srgbClr val="415864"/>
          </a:solidFill>
          <a:ln w="0">
            <a:noFill/>
            <a:prstDash val="solid"/>
          </a:ln>
        </p:spPr>
        <p:txBody>
          <a:bodyPr/>
          <a:lstStyle/>
          <a:p>
            <a:endParaRPr lang="es-419"/>
          </a:p>
        </p:txBody>
      </p:sp>
      <p:sp>
        <p:nvSpPr>
          <p:cNvPr id="95" name="sha256-xor-bit-86-1">
            <a:extLst>
              <a:ext uri="{FF2B5EF4-FFF2-40B4-BE49-F238E27FC236}">
                <a16:creationId xmlns:a16="http://schemas.microsoft.com/office/drawing/2014/main" id="{7A8F4465-5C27-41AA-B166-B06A872DDE44}"/>
              </a:ext>
            </a:extLst>
          </p:cNvPr>
          <p:cNvSpPr>
            <a:spLocks noGrp="1"/>
          </p:cNvSpPr>
          <p:nvPr/>
        </p:nvSpPr>
        <p:spPr>
          <a:xfrm>
            <a:off x="9067800" y="3086100"/>
            <a:ext cx="152400" cy="152400"/>
          </a:xfrm>
          <a:prstGeom prst="rect">
            <a:avLst/>
          </a:prstGeom>
          <a:solidFill>
            <a:srgbClr val="E4B084"/>
          </a:solidFill>
          <a:ln w="0">
            <a:noFill/>
            <a:prstDash val="solid"/>
          </a:ln>
        </p:spPr>
        <p:txBody>
          <a:bodyPr/>
          <a:lstStyle/>
          <a:p>
            <a:endParaRPr lang="es-419"/>
          </a:p>
        </p:txBody>
      </p:sp>
      <p:sp>
        <p:nvSpPr>
          <p:cNvPr id="96" name="sha256-xor-bit-87-1">
            <a:extLst>
              <a:ext uri="{FF2B5EF4-FFF2-40B4-BE49-F238E27FC236}">
                <a16:creationId xmlns:a16="http://schemas.microsoft.com/office/drawing/2014/main" id="{6E991032-5D68-40DE-94BE-827D7D8F3D39}"/>
              </a:ext>
            </a:extLst>
          </p:cNvPr>
          <p:cNvSpPr>
            <a:spLocks noGrp="1"/>
          </p:cNvSpPr>
          <p:nvPr/>
        </p:nvSpPr>
        <p:spPr>
          <a:xfrm>
            <a:off x="9267825" y="3086100"/>
            <a:ext cx="152400" cy="152400"/>
          </a:xfrm>
          <a:prstGeom prst="rect">
            <a:avLst/>
          </a:prstGeom>
          <a:solidFill>
            <a:srgbClr val="E4B084"/>
          </a:solidFill>
          <a:ln w="0">
            <a:noFill/>
            <a:prstDash val="solid"/>
          </a:ln>
        </p:spPr>
        <p:txBody>
          <a:bodyPr/>
          <a:lstStyle/>
          <a:p>
            <a:endParaRPr lang="es-419"/>
          </a:p>
        </p:txBody>
      </p:sp>
      <p:sp>
        <p:nvSpPr>
          <p:cNvPr id="97" name="sha256-xor-bit-88-0">
            <a:extLst>
              <a:ext uri="{FF2B5EF4-FFF2-40B4-BE49-F238E27FC236}">
                <a16:creationId xmlns:a16="http://schemas.microsoft.com/office/drawing/2014/main" id="{8974E362-E448-46F2-87D5-AA02C03337CF}"/>
              </a:ext>
            </a:extLst>
          </p:cNvPr>
          <p:cNvSpPr>
            <a:spLocks noGrp="1"/>
          </p:cNvSpPr>
          <p:nvPr/>
        </p:nvSpPr>
        <p:spPr>
          <a:xfrm>
            <a:off x="9467850" y="3086100"/>
            <a:ext cx="152400" cy="152400"/>
          </a:xfrm>
          <a:prstGeom prst="rect">
            <a:avLst/>
          </a:prstGeom>
          <a:solidFill>
            <a:srgbClr val="415864"/>
          </a:solidFill>
          <a:ln w="0">
            <a:noFill/>
            <a:prstDash val="solid"/>
          </a:ln>
        </p:spPr>
        <p:txBody>
          <a:bodyPr/>
          <a:lstStyle/>
          <a:p>
            <a:endParaRPr lang="es-419"/>
          </a:p>
        </p:txBody>
      </p:sp>
      <p:sp>
        <p:nvSpPr>
          <p:cNvPr id="98" name="sha256-xor-bit-89-0">
            <a:extLst>
              <a:ext uri="{FF2B5EF4-FFF2-40B4-BE49-F238E27FC236}">
                <a16:creationId xmlns:a16="http://schemas.microsoft.com/office/drawing/2014/main" id="{9D24B746-AE97-439F-8BCC-1188C7BFEC4F}"/>
              </a:ext>
            </a:extLst>
          </p:cNvPr>
          <p:cNvSpPr>
            <a:spLocks noGrp="1"/>
          </p:cNvSpPr>
          <p:nvPr/>
        </p:nvSpPr>
        <p:spPr>
          <a:xfrm>
            <a:off x="9667875" y="3086100"/>
            <a:ext cx="152400" cy="152400"/>
          </a:xfrm>
          <a:prstGeom prst="rect">
            <a:avLst/>
          </a:prstGeom>
          <a:solidFill>
            <a:srgbClr val="415864"/>
          </a:solidFill>
          <a:ln w="0">
            <a:noFill/>
            <a:prstDash val="solid"/>
          </a:ln>
        </p:spPr>
        <p:txBody>
          <a:bodyPr/>
          <a:lstStyle/>
          <a:p>
            <a:endParaRPr lang="es-419"/>
          </a:p>
        </p:txBody>
      </p:sp>
      <p:sp>
        <p:nvSpPr>
          <p:cNvPr id="99" name="sha256-xor-bit-90-1">
            <a:extLst>
              <a:ext uri="{FF2B5EF4-FFF2-40B4-BE49-F238E27FC236}">
                <a16:creationId xmlns:a16="http://schemas.microsoft.com/office/drawing/2014/main" id="{BDBA447F-F239-4E00-ABC3-1B2612F34C72}"/>
              </a:ext>
            </a:extLst>
          </p:cNvPr>
          <p:cNvSpPr>
            <a:spLocks noGrp="1"/>
          </p:cNvSpPr>
          <p:nvPr/>
        </p:nvSpPr>
        <p:spPr>
          <a:xfrm>
            <a:off x="9867900" y="3086100"/>
            <a:ext cx="152400" cy="152400"/>
          </a:xfrm>
          <a:prstGeom prst="rect">
            <a:avLst/>
          </a:prstGeom>
          <a:solidFill>
            <a:srgbClr val="E4B084"/>
          </a:solidFill>
          <a:ln w="0">
            <a:noFill/>
            <a:prstDash val="solid"/>
          </a:ln>
        </p:spPr>
        <p:txBody>
          <a:bodyPr/>
          <a:lstStyle/>
          <a:p>
            <a:endParaRPr lang="es-419"/>
          </a:p>
        </p:txBody>
      </p:sp>
      <p:sp>
        <p:nvSpPr>
          <p:cNvPr id="100" name="sha256-xor-bit-91-1">
            <a:extLst>
              <a:ext uri="{FF2B5EF4-FFF2-40B4-BE49-F238E27FC236}">
                <a16:creationId xmlns:a16="http://schemas.microsoft.com/office/drawing/2014/main" id="{A6F8A463-3F6D-44AF-BDAC-D5DD50C392B6}"/>
              </a:ext>
            </a:extLst>
          </p:cNvPr>
          <p:cNvSpPr>
            <a:spLocks noGrp="1"/>
          </p:cNvSpPr>
          <p:nvPr/>
        </p:nvSpPr>
        <p:spPr>
          <a:xfrm>
            <a:off x="10067925" y="3086100"/>
            <a:ext cx="152400" cy="152400"/>
          </a:xfrm>
          <a:prstGeom prst="rect">
            <a:avLst/>
          </a:prstGeom>
          <a:solidFill>
            <a:srgbClr val="E4B084"/>
          </a:solidFill>
          <a:ln w="0">
            <a:noFill/>
            <a:prstDash val="solid"/>
          </a:ln>
        </p:spPr>
        <p:txBody>
          <a:bodyPr/>
          <a:lstStyle/>
          <a:p>
            <a:endParaRPr lang="es-419"/>
          </a:p>
        </p:txBody>
      </p:sp>
      <p:sp>
        <p:nvSpPr>
          <p:cNvPr id="101" name="sha256-xor-bit-92-1">
            <a:extLst>
              <a:ext uri="{FF2B5EF4-FFF2-40B4-BE49-F238E27FC236}">
                <a16:creationId xmlns:a16="http://schemas.microsoft.com/office/drawing/2014/main" id="{002A7DD1-34BE-42AE-A8B2-F2CEA20F8990}"/>
              </a:ext>
            </a:extLst>
          </p:cNvPr>
          <p:cNvSpPr>
            <a:spLocks noGrp="1"/>
          </p:cNvSpPr>
          <p:nvPr/>
        </p:nvSpPr>
        <p:spPr>
          <a:xfrm>
            <a:off x="10267950" y="3086100"/>
            <a:ext cx="152400" cy="152400"/>
          </a:xfrm>
          <a:prstGeom prst="rect">
            <a:avLst/>
          </a:prstGeom>
          <a:solidFill>
            <a:srgbClr val="E4B084"/>
          </a:solidFill>
          <a:ln w="0">
            <a:noFill/>
            <a:prstDash val="solid"/>
          </a:ln>
        </p:spPr>
        <p:txBody>
          <a:bodyPr/>
          <a:lstStyle/>
          <a:p>
            <a:endParaRPr lang="es-419"/>
          </a:p>
        </p:txBody>
      </p:sp>
      <p:sp>
        <p:nvSpPr>
          <p:cNvPr id="102" name="sha256-xor-bit-93-0">
            <a:extLst>
              <a:ext uri="{FF2B5EF4-FFF2-40B4-BE49-F238E27FC236}">
                <a16:creationId xmlns:a16="http://schemas.microsoft.com/office/drawing/2014/main" id="{67F92D69-FD8C-4A81-948E-82A725389C11}"/>
              </a:ext>
            </a:extLst>
          </p:cNvPr>
          <p:cNvSpPr>
            <a:spLocks noGrp="1"/>
          </p:cNvSpPr>
          <p:nvPr/>
        </p:nvSpPr>
        <p:spPr>
          <a:xfrm>
            <a:off x="10467975" y="3086100"/>
            <a:ext cx="152400" cy="152400"/>
          </a:xfrm>
          <a:prstGeom prst="rect">
            <a:avLst/>
          </a:prstGeom>
          <a:solidFill>
            <a:srgbClr val="415864"/>
          </a:solidFill>
          <a:ln w="0">
            <a:noFill/>
            <a:prstDash val="solid"/>
          </a:ln>
        </p:spPr>
        <p:txBody>
          <a:bodyPr/>
          <a:lstStyle/>
          <a:p>
            <a:endParaRPr lang="es-419"/>
          </a:p>
        </p:txBody>
      </p:sp>
      <p:sp>
        <p:nvSpPr>
          <p:cNvPr id="103" name="sha256-xor-bit-94-1">
            <a:extLst>
              <a:ext uri="{FF2B5EF4-FFF2-40B4-BE49-F238E27FC236}">
                <a16:creationId xmlns:a16="http://schemas.microsoft.com/office/drawing/2014/main" id="{BE3D2348-2F21-460D-B7A9-304DEE1C2360}"/>
              </a:ext>
            </a:extLst>
          </p:cNvPr>
          <p:cNvSpPr>
            <a:spLocks noGrp="1"/>
          </p:cNvSpPr>
          <p:nvPr/>
        </p:nvSpPr>
        <p:spPr>
          <a:xfrm>
            <a:off x="10668000" y="3086100"/>
            <a:ext cx="152400" cy="152400"/>
          </a:xfrm>
          <a:prstGeom prst="rect">
            <a:avLst/>
          </a:prstGeom>
          <a:solidFill>
            <a:srgbClr val="E4B084"/>
          </a:solidFill>
          <a:ln w="0">
            <a:noFill/>
            <a:prstDash val="solid"/>
          </a:ln>
        </p:spPr>
        <p:txBody>
          <a:bodyPr/>
          <a:lstStyle/>
          <a:p>
            <a:endParaRPr lang="es-419"/>
          </a:p>
        </p:txBody>
      </p:sp>
      <p:sp>
        <p:nvSpPr>
          <p:cNvPr id="104" name="sha256-xor-bit-95-0">
            <a:extLst>
              <a:ext uri="{FF2B5EF4-FFF2-40B4-BE49-F238E27FC236}">
                <a16:creationId xmlns:a16="http://schemas.microsoft.com/office/drawing/2014/main" id="{D63A793F-BF58-480F-B06F-BD4CD5123925}"/>
              </a:ext>
            </a:extLst>
          </p:cNvPr>
          <p:cNvSpPr>
            <a:spLocks noGrp="1"/>
          </p:cNvSpPr>
          <p:nvPr/>
        </p:nvSpPr>
        <p:spPr>
          <a:xfrm>
            <a:off x="10868025" y="3086100"/>
            <a:ext cx="152400" cy="152400"/>
          </a:xfrm>
          <a:prstGeom prst="rect">
            <a:avLst/>
          </a:prstGeom>
          <a:solidFill>
            <a:srgbClr val="415864"/>
          </a:solidFill>
          <a:ln w="0">
            <a:noFill/>
            <a:prstDash val="solid"/>
          </a:ln>
        </p:spPr>
        <p:txBody>
          <a:bodyPr/>
          <a:lstStyle/>
          <a:p>
            <a:endParaRPr lang="es-419"/>
          </a:p>
        </p:txBody>
      </p:sp>
      <p:sp>
        <p:nvSpPr>
          <p:cNvPr id="105" name="sha256-xor-bit-96-0">
            <a:extLst>
              <a:ext uri="{FF2B5EF4-FFF2-40B4-BE49-F238E27FC236}">
                <a16:creationId xmlns:a16="http://schemas.microsoft.com/office/drawing/2014/main" id="{37118675-2DEB-4135-9BDD-94FEF5EE95D2}"/>
              </a:ext>
            </a:extLst>
          </p:cNvPr>
          <p:cNvSpPr>
            <a:spLocks noGrp="1"/>
          </p:cNvSpPr>
          <p:nvPr/>
        </p:nvSpPr>
        <p:spPr>
          <a:xfrm>
            <a:off x="7867650" y="3286125"/>
            <a:ext cx="152400" cy="152400"/>
          </a:xfrm>
          <a:prstGeom prst="rect">
            <a:avLst/>
          </a:prstGeom>
          <a:solidFill>
            <a:srgbClr val="415864"/>
          </a:solidFill>
          <a:ln w="0">
            <a:noFill/>
            <a:prstDash val="solid"/>
          </a:ln>
        </p:spPr>
        <p:txBody>
          <a:bodyPr/>
          <a:lstStyle/>
          <a:p>
            <a:endParaRPr lang="es-419"/>
          </a:p>
        </p:txBody>
      </p:sp>
      <p:sp>
        <p:nvSpPr>
          <p:cNvPr id="106" name="sha256-xor-bit-97-0">
            <a:extLst>
              <a:ext uri="{FF2B5EF4-FFF2-40B4-BE49-F238E27FC236}">
                <a16:creationId xmlns:a16="http://schemas.microsoft.com/office/drawing/2014/main" id="{24F782A5-CE88-4E70-A1A0-04DB5807E847}"/>
              </a:ext>
            </a:extLst>
          </p:cNvPr>
          <p:cNvSpPr>
            <a:spLocks noGrp="1"/>
          </p:cNvSpPr>
          <p:nvPr/>
        </p:nvSpPr>
        <p:spPr>
          <a:xfrm>
            <a:off x="8067675" y="3286125"/>
            <a:ext cx="152400" cy="152400"/>
          </a:xfrm>
          <a:prstGeom prst="rect">
            <a:avLst/>
          </a:prstGeom>
          <a:solidFill>
            <a:srgbClr val="415864"/>
          </a:solidFill>
          <a:ln w="0">
            <a:noFill/>
            <a:prstDash val="solid"/>
          </a:ln>
        </p:spPr>
        <p:txBody>
          <a:bodyPr/>
          <a:lstStyle/>
          <a:p>
            <a:endParaRPr lang="es-419"/>
          </a:p>
        </p:txBody>
      </p:sp>
      <p:sp>
        <p:nvSpPr>
          <p:cNvPr id="107" name="sha256-xor-bit-98-1">
            <a:extLst>
              <a:ext uri="{FF2B5EF4-FFF2-40B4-BE49-F238E27FC236}">
                <a16:creationId xmlns:a16="http://schemas.microsoft.com/office/drawing/2014/main" id="{DF628408-843D-4156-B5A9-ECAEFC530173}"/>
              </a:ext>
            </a:extLst>
          </p:cNvPr>
          <p:cNvSpPr>
            <a:spLocks noGrp="1"/>
          </p:cNvSpPr>
          <p:nvPr/>
        </p:nvSpPr>
        <p:spPr>
          <a:xfrm>
            <a:off x="8267700" y="3286125"/>
            <a:ext cx="152400" cy="152400"/>
          </a:xfrm>
          <a:prstGeom prst="rect">
            <a:avLst/>
          </a:prstGeom>
          <a:solidFill>
            <a:srgbClr val="E4B084"/>
          </a:solidFill>
          <a:ln w="0">
            <a:noFill/>
            <a:prstDash val="solid"/>
          </a:ln>
        </p:spPr>
        <p:txBody>
          <a:bodyPr/>
          <a:lstStyle/>
          <a:p>
            <a:endParaRPr lang="es-419"/>
          </a:p>
        </p:txBody>
      </p:sp>
      <p:sp>
        <p:nvSpPr>
          <p:cNvPr id="108" name="sha256-xor-bit-99-1">
            <a:extLst>
              <a:ext uri="{FF2B5EF4-FFF2-40B4-BE49-F238E27FC236}">
                <a16:creationId xmlns:a16="http://schemas.microsoft.com/office/drawing/2014/main" id="{4A36602C-6C78-428D-883D-D0E6EA8F059B}"/>
              </a:ext>
            </a:extLst>
          </p:cNvPr>
          <p:cNvSpPr>
            <a:spLocks noGrp="1"/>
          </p:cNvSpPr>
          <p:nvPr/>
        </p:nvSpPr>
        <p:spPr>
          <a:xfrm>
            <a:off x="8467725" y="3286125"/>
            <a:ext cx="152400" cy="152400"/>
          </a:xfrm>
          <a:prstGeom prst="rect">
            <a:avLst/>
          </a:prstGeom>
          <a:solidFill>
            <a:srgbClr val="E4B084"/>
          </a:solidFill>
          <a:ln w="0">
            <a:noFill/>
            <a:prstDash val="solid"/>
          </a:ln>
        </p:spPr>
        <p:txBody>
          <a:bodyPr/>
          <a:lstStyle/>
          <a:p>
            <a:endParaRPr lang="es-419"/>
          </a:p>
        </p:txBody>
      </p:sp>
      <p:sp>
        <p:nvSpPr>
          <p:cNvPr id="109" name="sha256-xor-bit-100-1">
            <a:extLst>
              <a:ext uri="{FF2B5EF4-FFF2-40B4-BE49-F238E27FC236}">
                <a16:creationId xmlns:a16="http://schemas.microsoft.com/office/drawing/2014/main" id="{3FE73667-AF5B-41DB-99E4-1EA7B582C61C}"/>
              </a:ext>
            </a:extLst>
          </p:cNvPr>
          <p:cNvSpPr>
            <a:spLocks noGrp="1"/>
          </p:cNvSpPr>
          <p:nvPr/>
        </p:nvSpPr>
        <p:spPr>
          <a:xfrm>
            <a:off x="8667750" y="3286125"/>
            <a:ext cx="152400" cy="152400"/>
          </a:xfrm>
          <a:prstGeom prst="rect">
            <a:avLst/>
          </a:prstGeom>
          <a:solidFill>
            <a:srgbClr val="E4B084"/>
          </a:solidFill>
          <a:ln w="0">
            <a:noFill/>
            <a:prstDash val="solid"/>
          </a:ln>
        </p:spPr>
        <p:txBody>
          <a:bodyPr/>
          <a:lstStyle/>
          <a:p>
            <a:endParaRPr lang="es-419"/>
          </a:p>
        </p:txBody>
      </p:sp>
      <p:sp>
        <p:nvSpPr>
          <p:cNvPr id="110" name="sha256-xor-bit-101-1">
            <a:extLst>
              <a:ext uri="{FF2B5EF4-FFF2-40B4-BE49-F238E27FC236}">
                <a16:creationId xmlns:a16="http://schemas.microsoft.com/office/drawing/2014/main" id="{20CB03E4-31C9-4826-8656-FD8360847640}"/>
              </a:ext>
            </a:extLst>
          </p:cNvPr>
          <p:cNvSpPr>
            <a:spLocks noGrp="1"/>
          </p:cNvSpPr>
          <p:nvPr/>
        </p:nvSpPr>
        <p:spPr>
          <a:xfrm>
            <a:off x="8867775" y="3286125"/>
            <a:ext cx="152400" cy="152400"/>
          </a:xfrm>
          <a:prstGeom prst="rect">
            <a:avLst/>
          </a:prstGeom>
          <a:solidFill>
            <a:srgbClr val="E4B084"/>
          </a:solidFill>
          <a:ln w="0">
            <a:noFill/>
            <a:prstDash val="solid"/>
          </a:ln>
        </p:spPr>
        <p:txBody>
          <a:bodyPr/>
          <a:lstStyle/>
          <a:p>
            <a:endParaRPr lang="es-419"/>
          </a:p>
        </p:txBody>
      </p:sp>
      <p:sp>
        <p:nvSpPr>
          <p:cNvPr id="111" name="sha256-xor-bit-102-1">
            <a:extLst>
              <a:ext uri="{FF2B5EF4-FFF2-40B4-BE49-F238E27FC236}">
                <a16:creationId xmlns:a16="http://schemas.microsoft.com/office/drawing/2014/main" id="{9EBA8BD9-BEF3-4201-BECE-710BB331D6FF}"/>
              </a:ext>
            </a:extLst>
          </p:cNvPr>
          <p:cNvSpPr>
            <a:spLocks noGrp="1"/>
          </p:cNvSpPr>
          <p:nvPr/>
        </p:nvSpPr>
        <p:spPr>
          <a:xfrm>
            <a:off x="9067800" y="3286125"/>
            <a:ext cx="152400" cy="152400"/>
          </a:xfrm>
          <a:prstGeom prst="rect">
            <a:avLst/>
          </a:prstGeom>
          <a:solidFill>
            <a:srgbClr val="E4B084"/>
          </a:solidFill>
          <a:ln w="0">
            <a:noFill/>
            <a:prstDash val="solid"/>
          </a:ln>
        </p:spPr>
        <p:txBody>
          <a:bodyPr/>
          <a:lstStyle/>
          <a:p>
            <a:endParaRPr lang="es-419"/>
          </a:p>
        </p:txBody>
      </p:sp>
      <p:sp>
        <p:nvSpPr>
          <p:cNvPr id="112" name="sha256-xor-bit-103-0">
            <a:extLst>
              <a:ext uri="{FF2B5EF4-FFF2-40B4-BE49-F238E27FC236}">
                <a16:creationId xmlns:a16="http://schemas.microsoft.com/office/drawing/2014/main" id="{8A6A3ED5-708B-4A25-B80F-D70F2CF6F9F7}"/>
              </a:ext>
            </a:extLst>
          </p:cNvPr>
          <p:cNvSpPr>
            <a:spLocks noGrp="1"/>
          </p:cNvSpPr>
          <p:nvPr/>
        </p:nvSpPr>
        <p:spPr>
          <a:xfrm>
            <a:off x="9267825" y="3286125"/>
            <a:ext cx="152400" cy="152400"/>
          </a:xfrm>
          <a:prstGeom prst="rect">
            <a:avLst/>
          </a:prstGeom>
          <a:solidFill>
            <a:srgbClr val="415864"/>
          </a:solidFill>
          <a:ln w="0">
            <a:noFill/>
            <a:prstDash val="solid"/>
          </a:ln>
        </p:spPr>
        <p:txBody>
          <a:bodyPr/>
          <a:lstStyle/>
          <a:p>
            <a:endParaRPr lang="es-419"/>
          </a:p>
        </p:txBody>
      </p:sp>
      <p:sp>
        <p:nvSpPr>
          <p:cNvPr id="113" name="sha256-xor-bit-104-1">
            <a:extLst>
              <a:ext uri="{FF2B5EF4-FFF2-40B4-BE49-F238E27FC236}">
                <a16:creationId xmlns:a16="http://schemas.microsoft.com/office/drawing/2014/main" id="{1932DEC5-6F2B-45BA-BA2B-FA8515AE64BD}"/>
              </a:ext>
            </a:extLst>
          </p:cNvPr>
          <p:cNvSpPr>
            <a:spLocks noGrp="1"/>
          </p:cNvSpPr>
          <p:nvPr/>
        </p:nvSpPr>
        <p:spPr>
          <a:xfrm>
            <a:off x="9467850" y="3286125"/>
            <a:ext cx="152400" cy="152400"/>
          </a:xfrm>
          <a:prstGeom prst="rect">
            <a:avLst/>
          </a:prstGeom>
          <a:solidFill>
            <a:srgbClr val="E4B084"/>
          </a:solidFill>
          <a:ln w="0">
            <a:noFill/>
            <a:prstDash val="solid"/>
          </a:ln>
        </p:spPr>
        <p:txBody>
          <a:bodyPr/>
          <a:lstStyle/>
          <a:p>
            <a:endParaRPr lang="es-419"/>
          </a:p>
        </p:txBody>
      </p:sp>
      <p:sp>
        <p:nvSpPr>
          <p:cNvPr id="114" name="sha256-xor-bit-105-1">
            <a:extLst>
              <a:ext uri="{FF2B5EF4-FFF2-40B4-BE49-F238E27FC236}">
                <a16:creationId xmlns:a16="http://schemas.microsoft.com/office/drawing/2014/main" id="{DCAF9A2F-411C-4BBF-8997-FFB3B1A2D1F5}"/>
              </a:ext>
            </a:extLst>
          </p:cNvPr>
          <p:cNvSpPr>
            <a:spLocks noGrp="1"/>
          </p:cNvSpPr>
          <p:nvPr/>
        </p:nvSpPr>
        <p:spPr>
          <a:xfrm>
            <a:off x="9667875" y="3286125"/>
            <a:ext cx="152400" cy="152400"/>
          </a:xfrm>
          <a:prstGeom prst="rect">
            <a:avLst/>
          </a:prstGeom>
          <a:solidFill>
            <a:srgbClr val="E4B084"/>
          </a:solidFill>
          <a:ln w="0">
            <a:noFill/>
            <a:prstDash val="solid"/>
          </a:ln>
        </p:spPr>
        <p:txBody>
          <a:bodyPr/>
          <a:lstStyle/>
          <a:p>
            <a:endParaRPr lang="es-419"/>
          </a:p>
        </p:txBody>
      </p:sp>
      <p:sp>
        <p:nvSpPr>
          <p:cNvPr id="115" name="sha256-xor-bit-106-1">
            <a:extLst>
              <a:ext uri="{FF2B5EF4-FFF2-40B4-BE49-F238E27FC236}">
                <a16:creationId xmlns:a16="http://schemas.microsoft.com/office/drawing/2014/main" id="{044B6390-5A14-4F43-999F-68FE4A8A54FB}"/>
              </a:ext>
            </a:extLst>
          </p:cNvPr>
          <p:cNvSpPr>
            <a:spLocks noGrp="1"/>
          </p:cNvSpPr>
          <p:nvPr/>
        </p:nvSpPr>
        <p:spPr>
          <a:xfrm>
            <a:off x="9867900" y="3286125"/>
            <a:ext cx="152400" cy="152400"/>
          </a:xfrm>
          <a:prstGeom prst="rect">
            <a:avLst/>
          </a:prstGeom>
          <a:solidFill>
            <a:srgbClr val="E4B084"/>
          </a:solidFill>
          <a:ln w="0">
            <a:noFill/>
            <a:prstDash val="solid"/>
          </a:ln>
        </p:spPr>
        <p:txBody>
          <a:bodyPr/>
          <a:lstStyle/>
          <a:p>
            <a:endParaRPr lang="es-419"/>
          </a:p>
        </p:txBody>
      </p:sp>
      <p:sp>
        <p:nvSpPr>
          <p:cNvPr id="116" name="sha256-xor-bit-107-1">
            <a:extLst>
              <a:ext uri="{FF2B5EF4-FFF2-40B4-BE49-F238E27FC236}">
                <a16:creationId xmlns:a16="http://schemas.microsoft.com/office/drawing/2014/main" id="{941DE41B-E250-48DB-8F94-657C3094BDA8}"/>
              </a:ext>
            </a:extLst>
          </p:cNvPr>
          <p:cNvSpPr>
            <a:spLocks noGrp="1"/>
          </p:cNvSpPr>
          <p:nvPr/>
        </p:nvSpPr>
        <p:spPr>
          <a:xfrm>
            <a:off x="10067925" y="3286125"/>
            <a:ext cx="152400" cy="152400"/>
          </a:xfrm>
          <a:prstGeom prst="rect">
            <a:avLst/>
          </a:prstGeom>
          <a:solidFill>
            <a:srgbClr val="E4B084"/>
          </a:solidFill>
          <a:ln w="0">
            <a:noFill/>
            <a:prstDash val="solid"/>
          </a:ln>
        </p:spPr>
        <p:txBody>
          <a:bodyPr/>
          <a:lstStyle/>
          <a:p>
            <a:endParaRPr lang="es-419"/>
          </a:p>
        </p:txBody>
      </p:sp>
      <p:sp>
        <p:nvSpPr>
          <p:cNvPr id="117" name="sha256-xor-bit-108-1">
            <a:extLst>
              <a:ext uri="{FF2B5EF4-FFF2-40B4-BE49-F238E27FC236}">
                <a16:creationId xmlns:a16="http://schemas.microsoft.com/office/drawing/2014/main" id="{F393EF2E-684B-4A97-B9AA-B8C1DFBC9D08}"/>
              </a:ext>
            </a:extLst>
          </p:cNvPr>
          <p:cNvSpPr>
            <a:spLocks noGrp="1"/>
          </p:cNvSpPr>
          <p:nvPr/>
        </p:nvSpPr>
        <p:spPr>
          <a:xfrm>
            <a:off x="10267950" y="3286125"/>
            <a:ext cx="152400" cy="152400"/>
          </a:xfrm>
          <a:prstGeom prst="rect">
            <a:avLst/>
          </a:prstGeom>
          <a:solidFill>
            <a:srgbClr val="E4B084"/>
          </a:solidFill>
          <a:ln w="0">
            <a:noFill/>
            <a:prstDash val="solid"/>
          </a:ln>
        </p:spPr>
        <p:txBody>
          <a:bodyPr/>
          <a:lstStyle/>
          <a:p>
            <a:endParaRPr lang="es-419"/>
          </a:p>
        </p:txBody>
      </p:sp>
      <p:sp>
        <p:nvSpPr>
          <p:cNvPr id="118" name="sha256-xor-bit-109-0">
            <a:extLst>
              <a:ext uri="{FF2B5EF4-FFF2-40B4-BE49-F238E27FC236}">
                <a16:creationId xmlns:a16="http://schemas.microsoft.com/office/drawing/2014/main" id="{7928E99B-C7F5-4585-AE9F-86D8BE5F3244}"/>
              </a:ext>
            </a:extLst>
          </p:cNvPr>
          <p:cNvSpPr>
            <a:spLocks noGrp="1"/>
          </p:cNvSpPr>
          <p:nvPr/>
        </p:nvSpPr>
        <p:spPr>
          <a:xfrm>
            <a:off x="10467975" y="3286125"/>
            <a:ext cx="152400" cy="152400"/>
          </a:xfrm>
          <a:prstGeom prst="rect">
            <a:avLst/>
          </a:prstGeom>
          <a:solidFill>
            <a:srgbClr val="415864"/>
          </a:solidFill>
          <a:ln w="0">
            <a:noFill/>
            <a:prstDash val="solid"/>
          </a:ln>
        </p:spPr>
        <p:txBody>
          <a:bodyPr/>
          <a:lstStyle/>
          <a:p>
            <a:endParaRPr lang="es-419"/>
          </a:p>
        </p:txBody>
      </p:sp>
      <p:sp>
        <p:nvSpPr>
          <p:cNvPr id="119" name="sha256-xor-bit-110-0">
            <a:extLst>
              <a:ext uri="{FF2B5EF4-FFF2-40B4-BE49-F238E27FC236}">
                <a16:creationId xmlns:a16="http://schemas.microsoft.com/office/drawing/2014/main" id="{B4C57B41-D944-4875-8501-706ECED044A1}"/>
              </a:ext>
            </a:extLst>
          </p:cNvPr>
          <p:cNvSpPr>
            <a:spLocks noGrp="1"/>
          </p:cNvSpPr>
          <p:nvPr/>
        </p:nvSpPr>
        <p:spPr>
          <a:xfrm>
            <a:off x="10668000" y="3286125"/>
            <a:ext cx="152400" cy="152400"/>
          </a:xfrm>
          <a:prstGeom prst="rect">
            <a:avLst/>
          </a:prstGeom>
          <a:solidFill>
            <a:srgbClr val="415864"/>
          </a:solidFill>
          <a:ln w="0">
            <a:noFill/>
            <a:prstDash val="solid"/>
          </a:ln>
        </p:spPr>
        <p:txBody>
          <a:bodyPr/>
          <a:lstStyle/>
          <a:p>
            <a:endParaRPr lang="es-419"/>
          </a:p>
        </p:txBody>
      </p:sp>
      <p:sp>
        <p:nvSpPr>
          <p:cNvPr id="120" name="sha256-xor-bit-111-0">
            <a:extLst>
              <a:ext uri="{FF2B5EF4-FFF2-40B4-BE49-F238E27FC236}">
                <a16:creationId xmlns:a16="http://schemas.microsoft.com/office/drawing/2014/main" id="{517C600E-5ACA-4243-AB3F-079DADADCE65}"/>
              </a:ext>
            </a:extLst>
          </p:cNvPr>
          <p:cNvSpPr>
            <a:spLocks noGrp="1"/>
          </p:cNvSpPr>
          <p:nvPr/>
        </p:nvSpPr>
        <p:spPr>
          <a:xfrm>
            <a:off x="10868025" y="3286125"/>
            <a:ext cx="152400" cy="152400"/>
          </a:xfrm>
          <a:prstGeom prst="rect">
            <a:avLst/>
          </a:prstGeom>
          <a:solidFill>
            <a:srgbClr val="415864"/>
          </a:solidFill>
          <a:ln w="0">
            <a:noFill/>
            <a:prstDash val="solid"/>
          </a:ln>
        </p:spPr>
        <p:txBody>
          <a:bodyPr/>
          <a:lstStyle/>
          <a:p>
            <a:endParaRPr lang="es-419"/>
          </a:p>
        </p:txBody>
      </p:sp>
      <p:sp>
        <p:nvSpPr>
          <p:cNvPr id="121" name="sha256-xor-bit-112-1">
            <a:extLst>
              <a:ext uri="{FF2B5EF4-FFF2-40B4-BE49-F238E27FC236}">
                <a16:creationId xmlns:a16="http://schemas.microsoft.com/office/drawing/2014/main" id="{014851B1-322B-49F0-AF9E-67C2CC60E7D5}"/>
              </a:ext>
            </a:extLst>
          </p:cNvPr>
          <p:cNvSpPr>
            <a:spLocks noGrp="1"/>
          </p:cNvSpPr>
          <p:nvPr/>
        </p:nvSpPr>
        <p:spPr>
          <a:xfrm>
            <a:off x="7867650" y="3486150"/>
            <a:ext cx="152400" cy="152400"/>
          </a:xfrm>
          <a:prstGeom prst="rect">
            <a:avLst/>
          </a:prstGeom>
          <a:solidFill>
            <a:srgbClr val="E4B084"/>
          </a:solidFill>
          <a:ln w="0">
            <a:noFill/>
            <a:prstDash val="solid"/>
          </a:ln>
        </p:spPr>
        <p:txBody>
          <a:bodyPr/>
          <a:lstStyle/>
          <a:p>
            <a:endParaRPr lang="es-419"/>
          </a:p>
        </p:txBody>
      </p:sp>
      <p:sp>
        <p:nvSpPr>
          <p:cNvPr id="122" name="sha256-xor-bit-113-1">
            <a:extLst>
              <a:ext uri="{FF2B5EF4-FFF2-40B4-BE49-F238E27FC236}">
                <a16:creationId xmlns:a16="http://schemas.microsoft.com/office/drawing/2014/main" id="{811C7E13-DB74-42CD-AA0B-E2D5239EE845}"/>
              </a:ext>
            </a:extLst>
          </p:cNvPr>
          <p:cNvSpPr>
            <a:spLocks noGrp="1"/>
          </p:cNvSpPr>
          <p:nvPr/>
        </p:nvSpPr>
        <p:spPr>
          <a:xfrm>
            <a:off x="8067675" y="3486150"/>
            <a:ext cx="152400" cy="152400"/>
          </a:xfrm>
          <a:prstGeom prst="rect">
            <a:avLst/>
          </a:prstGeom>
          <a:solidFill>
            <a:srgbClr val="E4B084"/>
          </a:solidFill>
          <a:ln w="0">
            <a:noFill/>
            <a:prstDash val="solid"/>
          </a:ln>
        </p:spPr>
        <p:txBody>
          <a:bodyPr/>
          <a:lstStyle/>
          <a:p>
            <a:endParaRPr lang="es-419"/>
          </a:p>
        </p:txBody>
      </p:sp>
      <p:sp>
        <p:nvSpPr>
          <p:cNvPr id="123" name="sha256-xor-bit-114-1">
            <a:extLst>
              <a:ext uri="{FF2B5EF4-FFF2-40B4-BE49-F238E27FC236}">
                <a16:creationId xmlns:a16="http://schemas.microsoft.com/office/drawing/2014/main" id="{E8485F32-C0B4-4316-B9F7-6189B4C7DDED}"/>
              </a:ext>
            </a:extLst>
          </p:cNvPr>
          <p:cNvSpPr>
            <a:spLocks noGrp="1"/>
          </p:cNvSpPr>
          <p:nvPr/>
        </p:nvSpPr>
        <p:spPr>
          <a:xfrm>
            <a:off x="8267700" y="3486150"/>
            <a:ext cx="152400" cy="152400"/>
          </a:xfrm>
          <a:prstGeom prst="rect">
            <a:avLst/>
          </a:prstGeom>
          <a:solidFill>
            <a:srgbClr val="E4B084"/>
          </a:solidFill>
          <a:ln w="0">
            <a:noFill/>
            <a:prstDash val="solid"/>
          </a:ln>
        </p:spPr>
        <p:txBody>
          <a:bodyPr/>
          <a:lstStyle/>
          <a:p>
            <a:endParaRPr lang="es-419"/>
          </a:p>
        </p:txBody>
      </p:sp>
      <p:sp>
        <p:nvSpPr>
          <p:cNvPr id="124" name="sha256-xor-bit-115-1">
            <a:extLst>
              <a:ext uri="{FF2B5EF4-FFF2-40B4-BE49-F238E27FC236}">
                <a16:creationId xmlns:a16="http://schemas.microsoft.com/office/drawing/2014/main" id="{AECC461D-7C34-416F-813C-5AD255EF0E5E}"/>
              </a:ext>
            </a:extLst>
          </p:cNvPr>
          <p:cNvSpPr>
            <a:spLocks noGrp="1"/>
          </p:cNvSpPr>
          <p:nvPr/>
        </p:nvSpPr>
        <p:spPr>
          <a:xfrm>
            <a:off x="8467725" y="3486150"/>
            <a:ext cx="152400" cy="152400"/>
          </a:xfrm>
          <a:prstGeom prst="rect">
            <a:avLst/>
          </a:prstGeom>
          <a:solidFill>
            <a:srgbClr val="E4B084"/>
          </a:solidFill>
          <a:ln w="0">
            <a:noFill/>
            <a:prstDash val="solid"/>
          </a:ln>
        </p:spPr>
        <p:txBody>
          <a:bodyPr/>
          <a:lstStyle/>
          <a:p>
            <a:endParaRPr lang="es-419"/>
          </a:p>
        </p:txBody>
      </p:sp>
      <p:sp>
        <p:nvSpPr>
          <p:cNvPr id="125" name="sha256-xor-bit-116-0">
            <a:extLst>
              <a:ext uri="{FF2B5EF4-FFF2-40B4-BE49-F238E27FC236}">
                <a16:creationId xmlns:a16="http://schemas.microsoft.com/office/drawing/2014/main" id="{53646C05-330A-4956-9ED8-8833823175BA}"/>
              </a:ext>
            </a:extLst>
          </p:cNvPr>
          <p:cNvSpPr>
            <a:spLocks noGrp="1"/>
          </p:cNvSpPr>
          <p:nvPr/>
        </p:nvSpPr>
        <p:spPr>
          <a:xfrm>
            <a:off x="8667750" y="3486150"/>
            <a:ext cx="152400" cy="152400"/>
          </a:xfrm>
          <a:prstGeom prst="rect">
            <a:avLst/>
          </a:prstGeom>
          <a:solidFill>
            <a:srgbClr val="415864"/>
          </a:solidFill>
          <a:ln w="0">
            <a:noFill/>
            <a:prstDash val="solid"/>
          </a:ln>
        </p:spPr>
        <p:txBody>
          <a:bodyPr/>
          <a:lstStyle/>
          <a:p>
            <a:endParaRPr lang="es-419"/>
          </a:p>
        </p:txBody>
      </p:sp>
      <p:sp>
        <p:nvSpPr>
          <p:cNvPr id="126" name="sha256-xor-bit-117-0">
            <a:extLst>
              <a:ext uri="{FF2B5EF4-FFF2-40B4-BE49-F238E27FC236}">
                <a16:creationId xmlns:a16="http://schemas.microsoft.com/office/drawing/2014/main" id="{A66A8AA6-1E16-4525-97F2-0FE9B3876EC9}"/>
              </a:ext>
            </a:extLst>
          </p:cNvPr>
          <p:cNvSpPr>
            <a:spLocks noGrp="1"/>
          </p:cNvSpPr>
          <p:nvPr/>
        </p:nvSpPr>
        <p:spPr>
          <a:xfrm>
            <a:off x="8867775" y="3486150"/>
            <a:ext cx="152400" cy="152400"/>
          </a:xfrm>
          <a:prstGeom prst="rect">
            <a:avLst/>
          </a:prstGeom>
          <a:solidFill>
            <a:srgbClr val="415864"/>
          </a:solidFill>
          <a:ln w="0">
            <a:noFill/>
            <a:prstDash val="solid"/>
          </a:ln>
        </p:spPr>
        <p:txBody>
          <a:bodyPr/>
          <a:lstStyle/>
          <a:p>
            <a:endParaRPr lang="es-419"/>
          </a:p>
        </p:txBody>
      </p:sp>
      <p:sp>
        <p:nvSpPr>
          <p:cNvPr id="127" name="sha256-xor-bit-118-1">
            <a:extLst>
              <a:ext uri="{FF2B5EF4-FFF2-40B4-BE49-F238E27FC236}">
                <a16:creationId xmlns:a16="http://schemas.microsoft.com/office/drawing/2014/main" id="{C2CBD120-344A-4E40-8B9A-3B9B1F44FCDE}"/>
              </a:ext>
            </a:extLst>
          </p:cNvPr>
          <p:cNvSpPr>
            <a:spLocks noGrp="1"/>
          </p:cNvSpPr>
          <p:nvPr/>
        </p:nvSpPr>
        <p:spPr>
          <a:xfrm>
            <a:off x="9067800" y="3486150"/>
            <a:ext cx="152400" cy="152400"/>
          </a:xfrm>
          <a:prstGeom prst="rect">
            <a:avLst/>
          </a:prstGeom>
          <a:solidFill>
            <a:srgbClr val="E4B084"/>
          </a:solidFill>
          <a:ln w="0">
            <a:noFill/>
            <a:prstDash val="solid"/>
          </a:ln>
        </p:spPr>
        <p:txBody>
          <a:bodyPr/>
          <a:lstStyle/>
          <a:p>
            <a:endParaRPr lang="es-419"/>
          </a:p>
        </p:txBody>
      </p:sp>
      <p:sp>
        <p:nvSpPr>
          <p:cNvPr id="128" name="sha256-xor-bit-119-1">
            <a:extLst>
              <a:ext uri="{FF2B5EF4-FFF2-40B4-BE49-F238E27FC236}">
                <a16:creationId xmlns:a16="http://schemas.microsoft.com/office/drawing/2014/main" id="{DE21EB69-F2D4-4E58-B882-4E402BB78630}"/>
              </a:ext>
            </a:extLst>
          </p:cNvPr>
          <p:cNvSpPr>
            <a:spLocks noGrp="1"/>
          </p:cNvSpPr>
          <p:nvPr/>
        </p:nvSpPr>
        <p:spPr>
          <a:xfrm>
            <a:off x="9267825" y="3486150"/>
            <a:ext cx="152400" cy="152400"/>
          </a:xfrm>
          <a:prstGeom prst="rect">
            <a:avLst/>
          </a:prstGeom>
          <a:solidFill>
            <a:srgbClr val="E4B084"/>
          </a:solidFill>
          <a:ln w="0">
            <a:noFill/>
            <a:prstDash val="solid"/>
          </a:ln>
        </p:spPr>
        <p:txBody>
          <a:bodyPr/>
          <a:lstStyle/>
          <a:p>
            <a:endParaRPr lang="es-419"/>
          </a:p>
        </p:txBody>
      </p:sp>
      <p:sp>
        <p:nvSpPr>
          <p:cNvPr id="129" name="sha256-xor-bit-120-0">
            <a:extLst>
              <a:ext uri="{FF2B5EF4-FFF2-40B4-BE49-F238E27FC236}">
                <a16:creationId xmlns:a16="http://schemas.microsoft.com/office/drawing/2014/main" id="{BF2E0D17-D57F-45E2-993F-6A48062A5257}"/>
              </a:ext>
            </a:extLst>
          </p:cNvPr>
          <p:cNvSpPr>
            <a:spLocks noGrp="1"/>
          </p:cNvSpPr>
          <p:nvPr/>
        </p:nvSpPr>
        <p:spPr>
          <a:xfrm>
            <a:off x="9467850" y="3486150"/>
            <a:ext cx="152400" cy="152400"/>
          </a:xfrm>
          <a:prstGeom prst="rect">
            <a:avLst/>
          </a:prstGeom>
          <a:solidFill>
            <a:srgbClr val="415864"/>
          </a:solidFill>
          <a:ln w="0">
            <a:noFill/>
            <a:prstDash val="solid"/>
          </a:ln>
        </p:spPr>
        <p:txBody>
          <a:bodyPr/>
          <a:lstStyle/>
          <a:p>
            <a:endParaRPr lang="es-419"/>
          </a:p>
        </p:txBody>
      </p:sp>
      <p:sp>
        <p:nvSpPr>
          <p:cNvPr id="130" name="sha256-xor-bit-121-0">
            <a:extLst>
              <a:ext uri="{FF2B5EF4-FFF2-40B4-BE49-F238E27FC236}">
                <a16:creationId xmlns:a16="http://schemas.microsoft.com/office/drawing/2014/main" id="{BDCE3A45-73C4-476A-A022-829DAF660E6A}"/>
              </a:ext>
            </a:extLst>
          </p:cNvPr>
          <p:cNvSpPr>
            <a:spLocks noGrp="1"/>
          </p:cNvSpPr>
          <p:nvPr/>
        </p:nvSpPr>
        <p:spPr>
          <a:xfrm>
            <a:off x="9667875" y="3486150"/>
            <a:ext cx="152400" cy="152400"/>
          </a:xfrm>
          <a:prstGeom prst="rect">
            <a:avLst/>
          </a:prstGeom>
          <a:solidFill>
            <a:srgbClr val="415864"/>
          </a:solidFill>
          <a:ln w="0">
            <a:noFill/>
            <a:prstDash val="solid"/>
          </a:ln>
        </p:spPr>
        <p:txBody>
          <a:bodyPr/>
          <a:lstStyle/>
          <a:p>
            <a:endParaRPr lang="es-419"/>
          </a:p>
        </p:txBody>
      </p:sp>
      <p:sp>
        <p:nvSpPr>
          <p:cNvPr id="131" name="sha256-xor-bit-122-1">
            <a:extLst>
              <a:ext uri="{FF2B5EF4-FFF2-40B4-BE49-F238E27FC236}">
                <a16:creationId xmlns:a16="http://schemas.microsoft.com/office/drawing/2014/main" id="{025E8E98-5370-4D0D-9E12-C2DC68AA7602}"/>
              </a:ext>
            </a:extLst>
          </p:cNvPr>
          <p:cNvSpPr>
            <a:spLocks noGrp="1"/>
          </p:cNvSpPr>
          <p:nvPr/>
        </p:nvSpPr>
        <p:spPr>
          <a:xfrm>
            <a:off x="9867900" y="3486150"/>
            <a:ext cx="152400" cy="152400"/>
          </a:xfrm>
          <a:prstGeom prst="rect">
            <a:avLst/>
          </a:prstGeom>
          <a:solidFill>
            <a:srgbClr val="E4B084"/>
          </a:solidFill>
          <a:ln w="0">
            <a:noFill/>
            <a:prstDash val="solid"/>
          </a:ln>
        </p:spPr>
        <p:txBody>
          <a:bodyPr/>
          <a:lstStyle/>
          <a:p>
            <a:endParaRPr lang="es-419"/>
          </a:p>
        </p:txBody>
      </p:sp>
      <p:sp>
        <p:nvSpPr>
          <p:cNvPr id="132" name="sha256-xor-bit-123-0">
            <a:extLst>
              <a:ext uri="{FF2B5EF4-FFF2-40B4-BE49-F238E27FC236}">
                <a16:creationId xmlns:a16="http://schemas.microsoft.com/office/drawing/2014/main" id="{255A378C-2CED-4915-A354-945597799A36}"/>
              </a:ext>
            </a:extLst>
          </p:cNvPr>
          <p:cNvSpPr>
            <a:spLocks noGrp="1"/>
          </p:cNvSpPr>
          <p:nvPr/>
        </p:nvSpPr>
        <p:spPr>
          <a:xfrm>
            <a:off x="10067925" y="3486150"/>
            <a:ext cx="152400" cy="152400"/>
          </a:xfrm>
          <a:prstGeom prst="rect">
            <a:avLst/>
          </a:prstGeom>
          <a:solidFill>
            <a:srgbClr val="415864"/>
          </a:solidFill>
          <a:ln w="0">
            <a:noFill/>
            <a:prstDash val="solid"/>
          </a:ln>
        </p:spPr>
        <p:txBody>
          <a:bodyPr/>
          <a:lstStyle/>
          <a:p>
            <a:endParaRPr lang="es-419"/>
          </a:p>
        </p:txBody>
      </p:sp>
      <p:sp>
        <p:nvSpPr>
          <p:cNvPr id="133" name="sha256-xor-bit-124-1">
            <a:extLst>
              <a:ext uri="{FF2B5EF4-FFF2-40B4-BE49-F238E27FC236}">
                <a16:creationId xmlns:a16="http://schemas.microsoft.com/office/drawing/2014/main" id="{EA3B2481-C0F3-4E7A-89F7-BC25D3BCEE14}"/>
              </a:ext>
            </a:extLst>
          </p:cNvPr>
          <p:cNvSpPr>
            <a:spLocks noGrp="1"/>
          </p:cNvSpPr>
          <p:nvPr/>
        </p:nvSpPr>
        <p:spPr>
          <a:xfrm>
            <a:off x="10267950" y="3486150"/>
            <a:ext cx="152400" cy="152400"/>
          </a:xfrm>
          <a:prstGeom prst="rect">
            <a:avLst/>
          </a:prstGeom>
          <a:solidFill>
            <a:srgbClr val="E4B084"/>
          </a:solidFill>
          <a:ln w="0">
            <a:noFill/>
            <a:prstDash val="solid"/>
          </a:ln>
        </p:spPr>
        <p:txBody>
          <a:bodyPr/>
          <a:lstStyle/>
          <a:p>
            <a:endParaRPr lang="es-419"/>
          </a:p>
        </p:txBody>
      </p:sp>
      <p:sp>
        <p:nvSpPr>
          <p:cNvPr id="134" name="sha256-xor-bit-125-1">
            <a:extLst>
              <a:ext uri="{FF2B5EF4-FFF2-40B4-BE49-F238E27FC236}">
                <a16:creationId xmlns:a16="http://schemas.microsoft.com/office/drawing/2014/main" id="{EACDB366-84A0-47AE-A0BA-9C14DDA1AE40}"/>
              </a:ext>
            </a:extLst>
          </p:cNvPr>
          <p:cNvSpPr>
            <a:spLocks noGrp="1"/>
          </p:cNvSpPr>
          <p:nvPr/>
        </p:nvSpPr>
        <p:spPr>
          <a:xfrm>
            <a:off x="10467975" y="3486150"/>
            <a:ext cx="152400" cy="152400"/>
          </a:xfrm>
          <a:prstGeom prst="rect">
            <a:avLst/>
          </a:prstGeom>
          <a:solidFill>
            <a:srgbClr val="E4B084"/>
          </a:solidFill>
          <a:ln w="0">
            <a:noFill/>
            <a:prstDash val="solid"/>
          </a:ln>
        </p:spPr>
        <p:txBody>
          <a:bodyPr/>
          <a:lstStyle/>
          <a:p>
            <a:endParaRPr lang="es-419"/>
          </a:p>
        </p:txBody>
      </p:sp>
      <p:sp>
        <p:nvSpPr>
          <p:cNvPr id="135" name="sha256-xor-bit-126-0">
            <a:extLst>
              <a:ext uri="{FF2B5EF4-FFF2-40B4-BE49-F238E27FC236}">
                <a16:creationId xmlns:a16="http://schemas.microsoft.com/office/drawing/2014/main" id="{401453E6-185F-406A-A6C0-3F41D32CCD00}"/>
              </a:ext>
            </a:extLst>
          </p:cNvPr>
          <p:cNvSpPr>
            <a:spLocks noGrp="1"/>
          </p:cNvSpPr>
          <p:nvPr/>
        </p:nvSpPr>
        <p:spPr>
          <a:xfrm>
            <a:off x="10668000" y="3486150"/>
            <a:ext cx="152400" cy="152400"/>
          </a:xfrm>
          <a:prstGeom prst="rect">
            <a:avLst/>
          </a:prstGeom>
          <a:solidFill>
            <a:srgbClr val="415864"/>
          </a:solidFill>
          <a:ln w="0">
            <a:noFill/>
            <a:prstDash val="solid"/>
          </a:ln>
        </p:spPr>
        <p:txBody>
          <a:bodyPr/>
          <a:lstStyle/>
          <a:p>
            <a:endParaRPr lang="es-419"/>
          </a:p>
        </p:txBody>
      </p:sp>
      <p:sp>
        <p:nvSpPr>
          <p:cNvPr id="136" name="sha256-xor-bit-127-1">
            <a:extLst>
              <a:ext uri="{FF2B5EF4-FFF2-40B4-BE49-F238E27FC236}">
                <a16:creationId xmlns:a16="http://schemas.microsoft.com/office/drawing/2014/main" id="{1C9BCE8C-B1A8-4075-AA59-ED979C8F04DE}"/>
              </a:ext>
            </a:extLst>
          </p:cNvPr>
          <p:cNvSpPr>
            <a:spLocks noGrp="1"/>
          </p:cNvSpPr>
          <p:nvPr/>
        </p:nvSpPr>
        <p:spPr>
          <a:xfrm>
            <a:off x="10868025" y="3486150"/>
            <a:ext cx="152400" cy="152400"/>
          </a:xfrm>
          <a:prstGeom prst="rect">
            <a:avLst/>
          </a:prstGeom>
          <a:solidFill>
            <a:srgbClr val="E4B084"/>
          </a:solidFill>
          <a:ln w="0">
            <a:noFill/>
            <a:prstDash val="solid"/>
          </a:ln>
        </p:spPr>
        <p:txBody>
          <a:bodyPr/>
          <a:lstStyle/>
          <a:p>
            <a:endParaRPr lang="es-419"/>
          </a:p>
        </p:txBody>
      </p:sp>
      <p:sp>
        <p:nvSpPr>
          <p:cNvPr id="137" name="sha256-xor-bit-128-0">
            <a:extLst>
              <a:ext uri="{FF2B5EF4-FFF2-40B4-BE49-F238E27FC236}">
                <a16:creationId xmlns:a16="http://schemas.microsoft.com/office/drawing/2014/main" id="{85A34BA9-F5F1-448C-9B71-48163CCE063A}"/>
              </a:ext>
            </a:extLst>
          </p:cNvPr>
          <p:cNvSpPr>
            <a:spLocks noGrp="1"/>
          </p:cNvSpPr>
          <p:nvPr/>
        </p:nvSpPr>
        <p:spPr>
          <a:xfrm>
            <a:off x="7867650" y="3686175"/>
            <a:ext cx="152400" cy="152400"/>
          </a:xfrm>
          <a:prstGeom prst="rect">
            <a:avLst/>
          </a:prstGeom>
          <a:solidFill>
            <a:srgbClr val="415864"/>
          </a:solidFill>
          <a:ln w="0">
            <a:noFill/>
            <a:prstDash val="solid"/>
          </a:ln>
        </p:spPr>
        <p:txBody>
          <a:bodyPr/>
          <a:lstStyle/>
          <a:p>
            <a:endParaRPr lang="es-419"/>
          </a:p>
        </p:txBody>
      </p:sp>
      <p:sp>
        <p:nvSpPr>
          <p:cNvPr id="138" name="sha256-xor-bit-129-1">
            <a:extLst>
              <a:ext uri="{FF2B5EF4-FFF2-40B4-BE49-F238E27FC236}">
                <a16:creationId xmlns:a16="http://schemas.microsoft.com/office/drawing/2014/main" id="{B70A982F-696D-4720-839A-4BDA3ECC870D}"/>
              </a:ext>
            </a:extLst>
          </p:cNvPr>
          <p:cNvSpPr>
            <a:spLocks noGrp="1"/>
          </p:cNvSpPr>
          <p:nvPr/>
        </p:nvSpPr>
        <p:spPr>
          <a:xfrm>
            <a:off x="8067675" y="3686175"/>
            <a:ext cx="152400" cy="152400"/>
          </a:xfrm>
          <a:prstGeom prst="rect">
            <a:avLst/>
          </a:prstGeom>
          <a:solidFill>
            <a:srgbClr val="E4B084"/>
          </a:solidFill>
          <a:ln w="0">
            <a:noFill/>
            <a:prstDash val="solid"/>
          </a:ln>
        </p:spPr>
        <p:txBody>
          <a:bodyPr/>
          <a:lstStyle/>
          <a:p>
            <a:endParaRPr lang="es-419"/>
          </a:p>
        </p:txBody>
      </p:sp>
      <p:sp>
        <p:nvSpPr>
          <p:cNvPr id="139" name="sha256-xor-bit-130-0">
            <a:extLst>
              <a:ext uri="{FF2B5EF4-FFF2-40B4-BE49-F238E27FC236}">
                <a16:creationId xmlns:a16="http://schemas.microsoft.com/office/drawing/2014/main" id="{7AC8A5C2-37E4-4895-B9C9-330577EBE8E5}"/>
              </a:ext>
            </a:extLst>
          </p:cNvPr>
          <p:cNvSpPr>
            <a:spLocks noGrp="1"/>
          </p:cNvSpPr>
          <p:nvPr/>
        </p:nvSpPr>
        <p:spPr>
          <a:xfrm>
            <a:off x="8267700" y="3686175"/>
            <a:ext cx="152400" cy="152400"/>
          </a:xfrm>
          <a:prstGeom prst="rect">
            <a:avLst/>
          </a:prstGeom>
          <a:solidFill>
            <a:srgbClr val="415864"/>
          </a:solidFill>
          <a:ln w="0">
            <a:noFill/>
            <a:prstDash val="solid"/>
          </a:ln>
        </p:spPr>
        <p:txBody>
          <a:bodyPr/>
          <a:lstStyle/>
          <a:p>
            <a:endParaRPr lang="es-419"/>
          </a:p>
        </p:txBody>
      </p:sp>
      <p:sp>
        <p:nvSpPr>
          <p:cNvPr id="140" name="sha256-xor-bit-131-0">
            <a:extLst>
              <a:ext uri="{FF2B5EF4-FFF2-40B4-BE49-F238E27FC236}">
                <a16:creationId xmlns:a16="http://schemas.microsoft.com/office/drawing/2014/main" id="{BFA8A9CA-11C6-4AB3-AA4D-FB56DA38CD27}"/>
              </a:ext>
            </a:extLst>
          </p:cNvPr>
          <p:cNvSpPr>
            <a:spLocks noGrp="1"/>
          </p:cNvSpPr>
          <p:nvPr/>
        </p:nvSpPr>
        <p:spPr>
          <a:xfrm>
            <a:off x="8467725" y="3686175"/>
            <a:ext cx="152400" cy="152400"/>
          </a:xfrm>
          <a:prstGeom prst="rect">
            <a:avLst/>
          </a:prstGeom>
          <a:solidFill>
            <a:srgbClr val="415864"/>
          </a:solidFill>
          <a:ln w="0">
            <a:noFill/>
            <a:prstDash val="solid"/>
          </a:ln>
        </p:spPr>
        <p:txBody>
          <a:bodyPr/>
          <a:lstStyle/>
          <a:p>
            <a:endParaRPr lang="es-419"/>
          </a:p>
        </p:txBody>
      </p:sp>
      <p:sp>
        <p:nvSpPr>
          <p:cNvPr id="141" name="sha256-xor-bit-132-1">
            <a:extLst>
              <a:ext uri="{FF2B5EF4-FFF2-40B4-BE49-F238E27FC236}">
                <a16:creationId xmlns:a16="http://schemas.microsoft.com/office/drawing/2014/main" id="{5A438F1F-4CF5-4469-89BA-5785E6293E34}"/>
              </a:ext>
            </a:extLst>
          </p:cNvPr>
          <p:cNvSpPr>
            <a:spLocks noGrp="1"/>
          </p:cNvSpPr>
          <p:nvPr/>
        </p:nvSpPr>
        <p:spPr>
          <a:xfrm>
            <a:off x="8667750" y="3686175"/>
            <a:ext cx="152400" cy="152400"/>
          </a:xfrm>
          <a:prstGeom prst="rect">
            <a:avLst/>
          </a:prstGeom>
          <a:solidFill>
            <a:srgbClr val="E4B084"/>
          </a:solidFill>
          <a:ln w="0">
            <a:noFill/>
            <a:prstDash val="solid"/>
          </a:ln>
        </p:spPr>
        <p:txBody>
          <a:bodyPr/>
          <a:lstStyle/>
          <a:p>
            <a:endParaRPr lang="es-419"/>
          </a:p>
        </p:txBody>
      </p:sp>
      <p:sp>
        <p:nvSpPr>
          <p:cNvPr id="142" name="sha256-xor-bit-133-1">
            <a:extLst>
              <a:ext uri="{FF2B5EF4-FFF2-40B4-BE49-F238E27FC236}">
                <a16:creationId xmlns:a16="http://schemas.microsoft.com/office/drawing/2014/main" id="{87585A01-3630-4943-9B3C-8905E2193219}"/>
              </a:ext>
            </a:extLst>
          </p:cNvPr>
          <p:cNvSpPr>
            <a:spLocks noGrp="1"/>
          </p:cNvSpPr>
          <p:nvPr/>
        </p:nvSpPr>
        <p:spPr>
          <a:xfrm>
            <a:off x="8867775" y="3686175"/>
            <a:ext cx="152400" cy="152400"/>
          </a:xfrm>
          <a:prstGeom prst="rect">
            <a:avLst/>
          </a:prstGeom>
          <a:solidFill>
            <a:srgbClr val="E4B084"/>
          </a:solidFill>
          <a:ln w="0">
            <a:noFill/>
            <a:prstDash val="solid"/>
          </a:ln>
        </p:spPr>
        <p:txBody>
          <a:bodyPr/>
          <a:lstStyle/>
          <a:p>
            <a:endParaRPr lang="es-419"/>
          </a:p>
        </p:txBody>
      </p:sp>
      <p:sp>
        <p:nvSpPr>
          <p:cNvPr id="143" name="sha256-xor-bit-134-0">
            <a:extLst>
              <a:ext uri="{FF2B5EF4-FFF2-40B4-BE49-F238E27FC236}">
                <a16:creationId xmlns:a16="http://schemas.microsoft.com/office/drawing/2014/main" id="{196BB376-2025-4FD9-B6B2-4BF8C8245FE3}"/>
              </a:ext>
            </a:extLst>
          </p:cNvPr>
          <p:cNvSpPr>
            <a:spLocks noGrp="1"/>
          </p:cNvSpPr>
          <p:nvPr/>
        </p:nvSpPr>
        <p:spPr>
          <a:xfrm>
            <a:off x="9067800" y="3686175"/>
            <a:ext cx="152400" cy="152400"/>
          </a:xfrm>
          <a:prstGeom prst="rect">
            <a:avLst/>
          </a:prstGeom>
          <a:solidFill>
            <a:srgbClr val="415864"/>
          </a:solidFill>
          <a:ln w="0">
            <a:noFill/>
            <a:prstDash val="solid"/>
          </a:ln>
        </p:spPr>
        <p:txBody>
          <a:bodyPr/>
          <a:lstStyle/>
          <a:p>
            <a:endParaRPr lang="es-419"/>
          </a:p>
        </p:txBody>
      </p:sp>
      <p:sp>
        <p:nvSpPr>
          <p:cNvPr id="144" name="sha256-xor-bit-135-0">
            <a:extLst>
              <a:ext uri="{FF2B5EF4-FFF2-40B4-BE49-F238E27FC236}">
                <a16:creationId xmlns:a16="http://schemas.microsoft.com/office/drawing/2014/main" id="{77994B0A-FF9C-4478-8CDB-8FED8EB1327D}"/>
              </a:ext>
            </a:extLst>
          </p:cNvPr>
          <p:cNvSpPr>
            <a:spLocks noGrp="1"/>
          </p:cNvSpPr>
          <p:nvPr/>
        </p:nvSpPr>
        <p:spPr>
          <a:xfrm>
            <a:off x="9267825" y="3686175"/>
            <a:ext cx="152400" cy="152400"/>
          </a:xfrm>
          <a:prstGeom prst="rect">
            <a:avLst/>
          </a:prstGeom>
          <a:solidFill>
            <a:srgbClr val="415864"/>
          </a:solidFill>
          <a:ln w="0">
            <a:noFill/>
            <a:prstDash val="solid"/>
          </a:ln>
        </p:spPr>
        <p:txBody>
          <a:bodyPr/>
          <a:lstStyle/>
          <a:p>
            <a:endParaRPr lang="es-419"/>
          </a:p>
        </p:txBody>
      </p:sp>
      <p:sp>
        <p:nvSpPr>
          <p:cNvPr id="145" name="sha256-xor-bit-136-0">
            <a:extLst>
              <a:ext uri="{FF2B5EF4-FFF2-40B4-BE49-F238E27FC236}">
                <a16:creationId xmlns:a16="http://schemas.microsoft.com/office/drawing/2014/main" id="{B93AD0EF-B2CA-4C22-9524-701AE291944B}"/>
              </a:ext>
            </a:extLst>
          </p:cNvPr>
          <p:cNvSpPr>
            <a:spLocks noGrp="1"/>
          </p:cNvSpPr>
          <p:nvPr/>
        </p:nvSpPr>
        <p:spPr>
          <a:xfrm>
            <a:off x="9467850" y="3686175"/>
            <a:ext cx="152400" cy="152400"/>
          </a:xfrm>
          <a:prstGeom prst="rect">
            <a:avLst/>
          </a:prstGeom>
          <a:solidFill>
            <a:srgbClr val="415864"/>
          </a:solidFill>
          <a:ln w="0">
            <a:noFill/>
            <a:prstDash val="solid"/>
          </a:ln>
        </p:spPr>
        <p:txBody>
          <a:bodyPr/>
          <a:lstStyle/>
          <a:p>
            <a:endParaRPr lang="es-419"/>
          </a:p>
        </p:txBody>
      </p:sp>
      <p:sp>
        <p:nvSpPr>
          <p:cNvPr id="146" name="sha256-xor-bit-137-0">
            <a:extLst>
              <a:ext uri="{FF2B5EF4-FFF2-40B4-BE49-F238E27FC236}">
                <a16:creationId xmlns:a16="http://schemas.microsoft.com/office/drawing/2014/main" id="{A0B8DEEF-F90F-43B6-913A-7E5E553C4D05}"/>
              </a:ext>
            </a:extLst>
          </p:cNvPr>
          <p:cNvSpPr>
            <a:spLocks noGrp="1"/>
          </p:cNvSpPr>
          <p:nvPr/>
        </p:nvSpPr>
        <p:spPr>
          <a:xfrm>
            <a:off x="9667875" y="3686175"/>
            <a:ext cx="152400" cy="152400"/>
          </a:xfrm>
          <a:prstGeom prst="rect">
            <a:avLst/>
          </a:prstGeom>
          <a:solidFill>
            <a:srgbClr val="415864"/>
          </a:solidFill>
          <a:ln w="0">
            <a:noFill/>
            <a:prstDash val="solid"/>
          </a:ln>
        </p:spPr>
        <p:txBody>
          <a:bodyPr/>
          <a:lstStyle/>
          <a:p>
            <a:endParaRPr lang="es-419"/>
          </a:p>
        </p:txBody>
      </p:sp>
      <p:sp>
        <p:nvSpPr>
          <p:cNvPr id="147" name="sha256-xor-bit-138-1">
            <a:extLst>
              <a:ext uri="{FF2B5EF4-FFF2-40B4-BE49-F238E27FC236}">
                <a16:creationId xmlns:a16="http://schemas.microsoft.com/office/drawing/2014/main" id="{60252F70-5555-46C8-A2E5-8061EAFBC293}"/>
              </a:ext>
            </a:extLst>
          </p:cNvPr>
          <p:cNvSpPr>
            <a:spLocks noGrp="1"/>
          </p:cNvSpPr>
          <p:nvPr/>
        </p:nvSpPr>
        <p:spPr>
          <a:xfrm>
            <a:off x="9867900" y="3686175"/>
            <a:ext cx="152400" cy="152400"/>
          </a:xfrm>
          <a:prstGeom prst="rect">
            <a:avLst/>
          </a:prstGeom>
          <a:solidFill>
            <a:srgbClr val="E4B084"/>
          </a:solidFill>
          <a:ln w="0">
            <a:noFill/>
            <a:prstDash val="solid"/>
          </a:ln>
        </p:spPr>
        <p:txBody>
          <a:bodyPr/>
          <a:lstStyle/>
          <a:p>
            <a:endParaRPr lang="es-419"/>
          </a:p>
        </p:txBody>
      </p:sp>
      <p:sp>
        <p:nvSpPr>
          <p:cNvPr id="148" name="sha256-xor-bit-139-1">
            <a:extLst>
              <a:ext uri="{FF2B5EF4-FFF2-40B4-BE49-F238E27FC236}">
                <a16:creationId xmlns:a16="http://schemas.microsoft.com/office/drawing/2014/main" id="{0DBA7F96-B754-48A8-8730-DE57D2810AF8}"/>
              </a:ext>
            </a:extLst>
          </p:cNvPr>
          <p:cNvSpPr>
            <a:spLocks noGrp="1"/>
          </p:cNvSpPr>
          <p:nvPr/>
        </p:nvSpPr>
        <p:spPr>
          <a:xfrm>
            <a:off x="10067925" y="3686175"/>
            <a:ext cx="152400" cy="152400"/>
          </a:xfrm>
          <a:prstGeom prst="rect">
            <a:avLst/>
          </a:prstGeom>
          <a:solidFill>
            <a:srgbClr val="E4B084"/>
          </a:solidFill>
          <a:ln w="0">
            <a:noFill/>
            <a:prstDash val="solid"/>
          </a:ln>
        </p:spPr>
        <p:txBody>
          <a:bodyPr/>
          <a:lstStyle/>
          <a:p>
            <a:endParaRPr lang="es-419"/>
          </a:p>
        </p:txBody>
      </p:sp>
      <p:sp>
        <p:nvSpPr>
          <p:cNvPr id="149" name="sha256-xor-bit-140-0">
            <a:extLst>
              <a:ext uri="{FF2B5EF4-FFF2-40B4-BE49-F238E27FC236}">
                <a16:creationId xmlns:a16="http://schemas.microsoft.com/office/drawing/2014/main" id="{9ACD17B2-E641-44C2-A1F2-D81094903110}"/>
              </a:ext>
            </a:extLst>
          </p:cNvPr>
          <p:cNvSpPr>
            <a:spLocks noGrp="1"/>
          </p:cNvSpPr>
          <p:nvPr/>
        </p:nvSpPr>
        <p:spPr>
          <a:xfrm>
            <a:off x="10267950" y="3686175"/>
            <a:ext cx="152400" cy="152400"/>
          </a:xfrm>
          <a:prstGeom prst="rect">
            <a:avLst/>
          </a:prstGeom>
          <a:solidFill>
            <a:srgbClr val="415864"/>
          </a:solidFill>
          <a:ln w="0">
            <a:noFill/>
            <a:prstDash val="solid"/>
          </a:ln>
        </p:spPr>
        <p:txBody>
          <a:bodyPr/>
          <a:lstStyle/>
          <a:p>
            <a:endParaRPr lang="es-419"/>
          </a:p>
        </p:txBody>
      </p:sp>
      <p:sp>
        <p:nvSpPr>
          <p:cNvPr id="150" name="sha256-xor-bit-141-0">
            <a:extLst>
              <a:ext uri="{FF2B5EF4-FFF2-40B4-BE49-F238E27FC236}">
                <a16:creationId xmlns:a16="http://schemas.microsoft.com/office/drawing/2014/main" id="{C4891534-9665-4EB1-838C-C37DD4F887EC}"/>
              </a:ext>
            </a:extLst>
          </p:cNvPr>
          <p:cNvSpPr>
            <a:spLocks noGrp="1"/>
          </p:cNvSpPr>
          <p:nvPr/>
        </p:nvSpPr>
        <p:spPr>
          <a:xfrm>
            <a:off x="10467975" y="3686175"/>
            <a:ext cx="152400" cy="152400"/>
          </a:xfrm>
          <a:prstGeom prst="rect">
            <a:avLst/>
          </a:prstGeom>
          <a:solidFill>
            <a:srgbClr val="415864"/>
          </a:solidFill>
          <a:ln w="0">
            <a:noFill/>
            <a:prstDash val="solid"/>
          </a:ln>
        </p:spPr>
        <p:txBody>
          <a:bodyPr/>
          <a:lstStyle/>
          <a:p>
            <a:endParaRPr lang="es-419"/>
          </a:p>
        </p:txBody>
      </p:sp>
      <p:sp>
        <p:nvSpPr>
          <p:cNvPr id="151" name="sha256-xor-bit-142-0">
            <a:extLst>
              <a:ext uri="{FF2B5EF4-FFF2-40B4-BE49-F238E27FC236}">
                <a16:creationId xmlns:a16="http://schemas.microsoft.com/office/drawing/2014/main" id="{00869378-4D23-4593-9E2E-EDFB5CF1B9F2}"/>
              </a:ext>
            </a:extLst>
          </p:cNvPr>
          <p:cNvSpPr>
            <a:spLocks noGrp="1"/>
          </p:cNvSpPr>
          <p:nvPr/>
        </p:nvSpPr>
        <p:spPr>
          <a:xfrm>
            <a:off x="10668000" y="3686175"/>
            <a:ext cx="152400" cy="152400"/>
          </a:xfrm>
          <a:prstGeom prst="rect">
            <a:avLst/>
          </a:prstGeom>
          <a:solidFill>
            <a:srgbClr val="415864"/>
          </a:solidFill>
          <a:ln w="0">
            <a:noFill/>
            <a:prstDash val="solid"/>
          </a:ln>
        </p:spPr>
        <p:txBody>
          <a:bodyPr/>
          <a:lstStyle/>
          <a:p>
            <a:endParaRPr lang="es-419"/>
          </a:p>
        </p:txBody>
      </p:sp>
      <p:sp>
        <p:nvSpPr>
          <p:cNvPr id="152" name="sha256-xor-bit-143-1">
            <a:extLst>
              <a:ext uri="{FF2B5EF4-FFF2-40B4-BE49-F238E27FC236}">
                <a16:creationId xmlns:a16="http://schemas.microsoft.com/office/drawing/2014/main" id="{86FF5A00-F94C-497B-944A-7631393BA5D3}"/>
              </a:ext>
            </a:extLst>
          </p:cNvPr>
          <p:cNvSpPr>
            <a:spLocks noGrp="1"/>
          </p:cNvSpPr>
          <p:nvPr/>
        </p:nvSpPr>
        <p:spPr>
          <a:xfrm>
            <a:off x="10868025" y="3686175"/>
            <a:ext cx="152400" cy="152400"/>
          </a:xfrm>
          <a:prstGeom prst="rect">
            <a:avLst/>
          </a:prstGeom>
          <a:solidFill>
            <a:srgbClr val="E4B084"/>
          </a:solidFill>
          <a:ln w="0">
            <a:noFill/>
            <a:prstDash val="solid"/>
          </a:ln>
        </p:spPr>
        <p:txBody>
          <a:bodyPr/>
          <a:lstStyle/>
          <a:p>
            <a:endParaRPr lang="es-419"/>
          </a:p>
        </p:txBody>
      </p:sp>
      <p:sp>
        <p:nvSpPr>
          <p:cNvPr id="153" name="sha256-xor-bit-144-1">
            <a:extLst>
              <a:ext uri="{FF2B5EF4-FFF2-40B4-BE49-F238E27FC236}">
                <a16:creationId xmlns:a16="http://schemas.microsoft.com/office/drawing/2014/main" id="{FD5EA7C4-551E-4EB5-ADC0-A9B194D91A3E}"/>
              </a:ext>
            </a:extLst>
          </p:cNvPr>
          <p:cNvSpPr>
            <a:spLocks noGrp="1"/>
          </p:cNvSpPr>
          <p:nvPr/>
        </p:nvSpPr>
        <p:spPr>
          <a:xfrm>
            <a:off x="7867650" y="3886200"/>
            <a:ext cx="152400" cy="152400"/>
          </a:xfrm>
          <a:prstGeom prst="rect">
            <a:avLst/>
          </a:prstGeom>
          <a:solidFill>
            <a:srgbClr val="E4B084"/>
          </a:solidFill>
          <a:ln w="0">
            <a:noFill/>
            <a:prstDash val="solid"/>
          </a:ln>
        </p:spPr>
        <p:txBody>
          <a:bodyPr/>
          <a:lstStyle/>
          <a:p>
            <a:endParaRPr lang="es-419"/>
          </a:p>
        </p:txBody>
      </p:sp>
      <p:sp>
        <p:nvSpPr>
          <p:cNvPr id="154" name="sha256-xor-bit-145-0">
            <a:extLst>
              <a:ext uri="{FF2B5EF4-FFF2-40B4-BE49-F238E27FC236}">
                <a16:creationId xmlns:a16="http://schemas.microsoft.com/office/drawing/2014/main" id="{C0FE32F8-5B92-4A4F-9FB9-482BA1645C55}"/>
              </a:ext>
            </a:extLst>
          </p:cNvPr>
          <p:cNvSpPr>
            <a:spLocks noGrp="1"/>
          </p:cNvSpPr>
          <p:nvPr/>
        </p:nvSpPr>
        <p:spPr>
          <a:xfrm>
            <a:off x="8067675" y="3886200"/>
            <a:ext cx="152400" cy="152400"/>
          </a:xfrm>
          <a:prstGeom prst="rect">
            <a:avLst/>
          </a:prstGeom>
          <a:solidFill>
            <a:srgbClr val="415864"/>
          </a:solidFill>
          <a:ln w="0">
            <a:noFill/>
            <a:prstDash val="solid"/>
          </a:ln>
        </p:spPr>
        <p:txBody>
          <a:bodyPr/>
          <a:lstStyle/>
          <a:p>
            <a:endParaRPr lang="es-419"/>
          </a:p>
        </p:txBody>
      </p:sp>
      <p:sp>
        <p:nvSpPr>
          <p:cNvPr id="155" name="sha256-xor-bit-146-1">
            <a:extLst>
              <a:ext uri="{FF2B5EF4-FFF2-40B4-BE49-F238E27FC236}">
                <a16:creationId xmlns:a16="http://schemas.microsoft.com/office/drawing/2014/main" id="{56CD2D26-B741-48A3-9357-B310DA825A7C}"/>
              </a:ext>
            </a:extLst>
          </p:cNvPr>
          <p:cNvSpPr>
            <a:spLocks noGrp="1"/>
          </p:cNvSpPr>
          <p:nvPr/>
        </p:nvSpPr>
        <p:spPr>
          <a:xfrm>
            <a:off x="8267700" y="3886200"/>
            <a:ext cx="152400" cy="152400"/>
          </a:xfrm>
          <a:prstGeom prst="rect">
            <a:avLst/>
          </a:prstGeom>
          <a:solidFill>
            <a:srgbClr val="E4B084"/>
          </a:solidFill>
          <a:ln w="0">
            <a:noFill/>
            <a:prstDash val="solid"/>
          </a:ln>
        </p:spPr>
        <p:txBody>
          <a:bodyPr/>
          <a:lstStyle/>
          <a:p>
            <a:endParaRPr lang="es-419"/>
          </a:p>
        </p:txBody>
      </p:sp>
      <p:sp>
        <p:nvSpPr>
          <p:cNvPr id="156" name="sha256-xor-bit-147-1">
            <a:extLst>
              <a:ext uri="{FF2B5EF4-FFF2-40B4-BE49-F238E27FC236}">
                <a16:creationId xmlns:a16="http://schemas.microsoft.com/office/drawing/2014/main" id="{E7E566C3-871B-403B-B70C-3257B5F7ED81}"/>
              </a:ext>
            </a:extLst>
          </p:cNvPr>
          <p:cNvSpPr>
            <a:spLocks noGrp="1"/>
          </p:cNvSpPr>
          <p:nvPr/>
        </p:nvSpPr>
        <p:spPr>
          <a:xfrm>
            <a:off x="8467725" y="3886200"/>
            <a:ext cx="152400" cy="152400"/>
          </a:xfrm>
          <a:prstGeom prst="rect">
            <a:avLst/>
          </a:prstGeom>
          <a:solidFill>
            <a:srgbClr val="E4B084"/>
          </a:solidFill>
          <a:ln w="0">
            <a:noFill/>
            <a:prstDash val="solid"/>
          </a:ln>
        </p:spPr>
        <p:txBody>
          <a:bodyPr/>
          <a:lstStyle/>
          <a:p>
            <a:endParaRPr lang="es-419"/>
          </a:p>
        </p:txBody>
      </p:sp>
      <p:sp>
        <p:nvSpPr>
          <p:cNvPr id="157" name="sha256-xor-bit-148-1">
            <a:extLst>
              <a:ext uri="{FF2B5EF4-FFF2-40B4-BE49-F238E27FC236}">
                <a16:creationId xmlns:a16="http://schemas.microsoft.com/office/drawing/2014/main" id="{ADE90804-6EEE-4575-B644-30F1F38E3E40}"/>
              </a:ext>
            </a:extLst>
          </p:cNvPr>
          <p:cNvSpPr>
            <a:spLocks noGrp="1"/>
          </p:cNvSpPr>
          <p:nvPr/>
        </p:nvSpPr>
        <p:spPr>
          <a:xfrm>
            <a:off x="8667750" y="3886200"/>
            <a:ext cx="152400" cy="152400"/>
          </a:xfrm>
          <a:prstGeom prst="rect">
            <a:avLst/>
          </a:prstGeom>
          <a:solidFill>
            <a:srgbClr val="E4B084"/>
          </a:solidFill>
          <a:ln w="0">
            <a:noFill/>
            <a:prstDash val="solid"/>
          </a:ln>
        </p:spPr>
        <p:txBody>
          <a:bodyPr/>
          <a:lstStyle/>
          <a:p>
            <a:endParaRPr lang="es-419"/>
          </a:p>
        </p:txBody>
      </p:sp>
      <p:sp>
        <p:nvSpPr>
          <p:cNvPr id="158" name="sha256-xor-bit-149-0">
            <a:extLst>
              <a:ext uri="{FF2B5EF4-FFF2-40B4-BE49-F238E27FC236}">
                <a16:creationId xmlns:a16="http://schemas.microsoft.com/office/drawing/2014/main" id="{D8FC3383-6F3D-4B7A-83C5-19F8E1FD1419}"/>
              </a:ext>
            </a:extLst>
          </p:cNvPr>
          <p:cNvSpPr>
            <a:spLocks noGrp="1"/>
          </p:cNvSpPr>
          <p:nvPr/>
        </p:nvSpPr>
        <p:spPr>
          <a:xfrm>
            <a:off x="8867775" y="3886200"/>
            <a:ext cx="152400" cy="152400"/>
          </a:xfrm>
          <a:prstGeom prst="rect">
            <a:avLst/>
          </a:prstGeom>
          <a:solidFill>
            <a:srgbClr val="415864"/>
          </a:solidFill>
          <a:ln w="0">
            <a:noFill/>
            <a:prstDash val="solid"/>
          </a:ln>
        </p:spPr>
        <p:txBody>
          <a:bodyPr/>
          <a:lstStyle/>
          <a:p>
            <a:endParaRPr lang="es-419"/>
          </a:p>
        </p:txBody>
      </p:sp>
      <p:sp>
        <p:nvSpPr>
          <p:cNvPr id="159" name="sha256-xor-bit-150-1">
            <a:extLst>
              <a:ext uri="{FF2B5EF4-FFF2-40B4-BE49-F238E27FC236}">
                <a16:creationId xmlns:a16="http://schemas.microsoft.com/office/drawing/2014/main" id="{D95A98A4-D49B-49E0-9A96-1731821924F8}"/>
              </a:ext>
            </a:extLst>
          </p:cNvPr>
          <p:cNvSpPr>
            <a:spLocks noGrp="1"/>
          </p:cNvSpPr>
          <p:nvPr/>
        </p:nvSpPr>
        <p:spPr>
          <a:xfrm>
            <a:off x="9067800" y="3886200"/>
            <a:ext cx="152400" cy="152400"/>
          </a:xfrm>
          <a:prstGeom prst="rect">
            <a:avLst/>
          </a:prstGeom>
          <a:solidFill>
            <a:srgbClr val="E4B084"/>
          </a:solidFill>
          <a:ln w="0">
            <a:noFill/>
            <a:prstDash val="solid"/>
          </a:ln>
        </p:spPr>
        <p:txBody>
          <a:bodyPr/>
          <a:lstStyle/>
          <a:p>
            <a:endParaRPr lang="es-419"/>
          </a:p>
        </p:txBody>
      </p:sp>
      <p:sp>
        <p:nvSpPr>
          <p:cNvPr id="160" name="sha256-xor-bit-151-1">
            <a:extLst>
              <a:ext uri="{FF2B5EF4-FFF2-40B4-BE49-F238E27FC236}">
                <a16:creationId xmlns:a16="http://schemas.microsoft.com/office/drawing/2014/main" id="{A11F4B9A-6CE0-4E7C-988C-1D72F926FED9}"/>
              </a:ext>
            </a:extLst>
          </p:cNvPr>
          <p:cNvSpPr>
            <a:spLocks noGrp="1"/>
          </p:cNvSpPr>
          <p:nvPr/>
        </p:nvSpPr>
        <p:spPr>
          <a:xfrm>
            <a:off x="9267825" y="3886200"/>
            <a:ext cx="152400" cy="152400"/>
          </a:xfrm>
          <a:prstGeom prst="rect">
            <a:avLst/>
          </a:prstGeom>
          <a:solidFill>
            <a:srgbClr val="E4B084"/>
          </a:solidFill>
          <a:ln w="0">
            <a:noFill/>
            <a:prstDash val="solid"/>
          </a:ln>
        </p:spPr>
        <p:txBody>
          <a:bodyPr/>
          <a:lstStyle/>
          <a:p>
            <a:endParaRPr lang="es-419"/>
          </a:p>
        </p:txBody>
      </p:sp>
      <p:sp>
        <p:nvSpPr>
          <p:cNvPr id="161" name="sha256-xor-bit-152-1">
            <a:extLst>
              <a:ext uri="{FF2B5EF4-FFF2-40B4-BE49-F238E27FC236}">
                <a16:creationId xmlns:a16="http://schemas.microsoft.com/office/drawing/2014/main" id="{E36BE461-92C1-4AA6-8DF2-9CE858BA840E}"/>
              </a:ext>
            </a:extLst>
          </p:cNvPr>
          <p:cNvSpPr>
            <a:spLocks noGrp="1"/>
          </p:cNvSpPr>
          <p:nvPr/>
        </p:nvSpPr>
        <p:spPr>
          <a:xfrm>
            <a:off x="9467850" y="3886200"/>
            <a:ext cx="152400" cy="152400"/>
          </a:xfrm>
          <a:prstGeom prst="rect">
            <a:avLst/>
          </a:prstGeom>
          <a:solidFill>
            <a:srgbClr val="E4B084"/>
          </a:solidFill>
          <a:ln w="0">
            <a:noFill/>
            <a:prstDash val="solid"/>
          </a:ln>
        </p:spPr>
        <p:txBody>
          <a:bodyPr/>
          <a:lstStyle/>
          <a:p>
            <a:endParaRPr lang="es-419"/>
          </a:p>
        </p:txBody>
      </p:sp>
      <p:sp>
        <p:nvSpPr>
          <p:cNvPr id="162" name="sha256-xor-bit-153-1">
            <a:extLst>
              <a:ext uri="{FF2B5EF4-FFF2-40B4-BE49-F238E27FC236}">
                <a16:creationId xmlns:a16="http://schemas.microsoft.com/office/drawing/2014/main" id="{75D2326C-229C-4C98-AAEF-F38C5A54BDB0}"/>
              </a:ext>
            </a:extLst>
          </p:cNvPr>
          <p:cNvSpPr>
            <a:spLocks noGrp="1"/>
          </p:cNvSpPr>
          <p:nvPr/>
        </p:nvSpPr>
        <p:spPr>
          <a:xfrm>
            <a:off x="9667875" y="3886200"/>
            <a:ext cx="152400" cy="152400"/>
          </a:xfrm>
          <a:prstGeom prst="rect">
            <a:avLst/>
          </a:prstGeom>
          <a:solidFill>
            <a:srgbClr val="E4B084"/>
          </a:solidFill>
          <a:ln w="0">
            <a:noFill/>
            <a:prstDash val="solid"/>
          </a:ln>
        </p:spPr>
        <p:txBody>
          <a:bodyPr/>
          <a:lstStyle/>
          <a:p>
            <a:endParaRPr lang="es-419"/>
          </a:p>
        </p:txBody>
      </p:sp>
      <p:sp>
        <p:nvSpPr>
          <p:cNvPr id="163" name="sha256-xor-bit-154-1">
            <a:extLst>
              <a:ext uri="{FF2B5EF4-FFF2-40B4-BE49-F238E27FC236}">
                <a16:creationId xmlns:a16="http://schemas.microsoft.com/office/drawing/2014/main" id="{FFAD85AB-943D-4E00-9019-4331BEB97D25}"/>
              </a:ext>
            </a:extLst>
          </p:cNvPr>
          <p:cNvSpPr>
            <a:spLocks noGrp="1"/>
          </p:cNvSpPr>
          <p:nvPr/>
        </p:nvSpPr>
        <p:spPr>
          <a:xfrm>
            <a:off x="9867900" y="3886200"/>
            <a:ext cx="152400" cy="152400"/>
          </a:xfrm>
          <a:prstGeom prst="rect">
            <a:avLst/>
          </a:prstGeom>
          <a:solidFill>
            <a:srgbClr val="E4B084"/>
          </a:solidFill>
          <a:ln w="0">
            <a:noFill/>
            <a:prstDash val="solid"/>
          </a:ln>
        </p:spPr>
        <p:txBody>
          <a:bodyPr/>
          <a:lstStyle/>
          <a:p>
            <a:endParaRPr lang="es-419"/>
          </a:p>
        </p:txBody>
      </p:sp>
      <p:sp>
        <p:nvSpPr>
          <p:cNvPr id="164" name="sha256-xor-bit-155-1">
            <a:extLst>
              <a:ext uri="{FF2B5EF4-FFF2-40B4-BE49-F238E27FC236}">
                <a16:creationId xmlns:a16="http://schemas.microsoft.com/office/drawing/2014/main" id="{127C371B-3C48-4F3F-8CF2-EB26A9086B4E}"/>
              </a:ext>
            </a:extLst>
          </p:cNvPr>
          <p:cNvSpPr>
            <a:spLocks noGrp="1"/>
          </p:cNvSpPr>
          <p:nvPr/>
        </p:nvSpPr>
        <p:spPr>
          <a:xfrm>
            <a:off x="10067925" y="3886200"/>
            <a:ext cx="152400" cy="152400"/>
          </a:xfrm>
          <a:prstGeom prst="rect">
            <a:avLst/>
          </a:prstGeom>
          <a:solidFill>
            <a:srgbClr val="E4B084"/>
          </a:solidFill>
          <a:ln w="0">
            <a:noFill/>
            <a:prstDash val="solid"/>
          </a:ln>
        </p:spPr>
        <p:txBody>
          <a:bodyPr/>
          <a:lstStyle/>
          <a:p>
            <a:endParaRPr lang="es-419"/>
          </a:p>
        </p:txBody>
      </p:sp>
      <p:sp>
        <p:nvSpPr>
          <p:cNvPr id="165" name="sha256-xor-bit-156-0">
            <a:extLst>
              <a:ext uri="{FF2B5EF4-FFF2-40B4-BE49-F238E27FC236}">
                <a16:creationId xmlns:a16="http://schemas.microsoft.com/office/drawing/2014/main" id="{145DF785-F382-413D-8AC3-4FD0750C05BF}"/>
              </a:ext>
            </a:extLst>
          </p:cNvPr>
          <p:cNvSpPr>
            <a:spLocks noGrp="1"/>
          </p:cNvSpPr>
          <p:nvPr/>
        </p:nvSpPr>
        <p:spPr>
          <a:xfrm>
            <a:off x="10267950" y="3886200"/>
            <a:ext cx="152400" cy="152400"/>
          </a:xfrm>
          <a:prstGeom prst="rect">
            <a:avLst/>
          </a:prstGeom>
          <a:solidFill>
            <a:srgbClr val="415864"/>
          </a:solidFill>
          <a:ln w="0">
            <a:noFill/>
            <a:prstDash val="solid"/>
          </a:ln>
        </p:spPr>
        <p:txBody>
          <a:bodyPr/>
          <a:lstStyle/>
          <a:p>
            <a:endParaRPr lang="es-419"/>
          </a:p>
        </p:txBody>
      </p:sp>
      <p:sp>
        <p:nvSpPr>
          <p:cNvPr id="166" name="sha256-xor-bit-157-0">
            <a:extLst>
              <a:ext uri="{FF2B5EF4-FFF2-40B4-BE49-F238E27FC236}">
                <a16:creationId xmlns:a16="http://schemas.microsoft.com/office/drawing/2014/main" id="{415939A0-EB67-43EB-9F48-7D490A6E21A6}"/>
              </a:ext>
            </a:extLst>
          </p:cNvPr>
          <p:cNvSpPr>
            <a:spLocks noGrp="1"/>
          </p:cNvSpPr>
          <p:nvPr/>
        </p:nvSpPr>
        <p:spPr>
          <a:xfrm>
            <a:off x="10467975" y="3886200"/>
            <a:ext cx="152400" cy="152400"/>
          </a:xfrm>
          <a:prstGeom prst="rect">
            <a:avLst/>
          </a:prstGeom>
          <a:solidFill>
            <a:srgbClr val="415864"/>
          </a:solidFill>
          <a:ln w="0">
            <a:noFill/>
            <a:prstDash val="solid"/>
          </a:ln>
        </p:spPr>
        <p:txBody>
          <a:bodyPr/>
          <a:lstStyle/>
          <a:p>
            <a:endParaRPr lang="es-419"/>
          </a:p>
        </p:txBody>
      </p:sp>
      <p:sp>
        <p:nvSpPr>
          <p:cNvPr id="167" name="sha256-xor-bit-158-1">
            <a:extLst>
              <a:ext uri="{FF2B5EF4-FFF2-40B4-BE49-F238E27FC236}">
                <a16:creationId xmlns:a16="http://schemas.microsoft.com/office/drawing/2014/main" id="{89E20EC4-978F-4AED-8BCA-76EC5C2557A7}"/>
              </a:ext>
            </a:extLst>
          </p:cNvPr>
          <p:cNvSpPr>
            <a:spLocks noGrp="1"/>
          </p:cNvSpPr>
          <p:nvPr/>
        </p:nvSpPr>
        <p:spPr>
          <a:xfrm>
            <a:off x="10668000" y="3886200"/>
            <a:ext cx="152400" cy="152400"/>
          </a:xfrm>
          <a:prstGeom prst="rect">
            <a:avLst/>
          </a:prstGeom>
          <a:solidFill>
            <a:srgbClr val="E4B084"/>
          </a:solidFill>
          <a:ln w="0">
            <a:noFill/>
            <a:prstDash val="solid"/>
          </a:ln>
        </p:spPr>
        <p:txBody>
          <a:bodyPr/>
          <a:lstStyle/>
          <a:p>
            <a:endParaRPr lang="es-419"/>
          </a:p>
        </p:txBody>
      </p:sp>
      <p:sp>
        <p:nvSpPr>
          <p:cNvPr id="168" name="sha256-xor-bit-159-1">
            <a:extLst>
              <a:ext uri="{FF2B5EF4-FFF2-40B4-BE49-F238E27FC236}">
                <a16:creationId xmlns:a16="http://schemas.microsoft.com/office/drawing/2014/main" id="{DF7E1780-A9B7-4530-94A9-AF1E19FDBEEB}"/>
              </a:ext>
            </a:extLst>
          </p:cNvPr>
          <p:cNvSpPr>
            <a:spLocks noGrp="1"/>
          </p:cNvSpPr>
          <p:nvPr/>
        </p:nvSpPr>
        <p:spPr>
          <a:xfrm>
            <a:off x="10868025" y="3886200"/>
            <a:ext cx="152400" cy="152400"/>
          </a:xfrm>
          <a:prstGeom prst="rect">
            <a:avLst/>
          </a:prstGeom>
          <a:solidFill>
            <a:srgbClr val="E4B084"/>
          </a:solidFill>
          <a:ln w="0">
            <a:noFill/>
            <a:prstDash val="solid"/>
          </a:ln>
        </p:spPr>
        <p:txBody>
          <a:bodyPr/>
          <a:lstStyle/>
          <a:p>
            <a:endParaRPr lang="es-419"/>
          </a:p>
        </p:txBody>
      </p:sp>
      <p:sp>
        <p:nvSpPr>
          <p:cNvPr id="169" name="sha256-xor-bit-160-0">
            <a:extLst>
              <a:ext uri="{FF2B5EF4-FFF2-40B4-BE49-F238E27FC236}">
                <a16:creationId xmlns:a16="http://schemas.microsoft.com/office/drawing/2014/main" id="{CBE9356A-28B6-48D4-A6DD-AF56953DF76D}"/>
              </a:ext>
            </a:extLst>
          </p:cNvPr>
          <p:cNvSpPr>
            <a:spLocks noGrp="1"/>
          </p:cNvSpPr>
          <p:nvPr/>
        </p:nvSpPr>
        <p:spPr>
          <a:xfrm>
            <a:off x="7867650" y="4086225"/>
            <a:ext cx="152400" cy="152400"/>
          </a:xfrm>
          <a:prstGeom prst="rect">
            <a:avLst/>
          </a:prstGeom>
          <a:solidFill>
            <a:srgbClr val="415864"/>
          </a:solidFill>
          <a:ln w="0">
            <a:noFill/>
            <a:prstDash val="solid"/>
          </a:ln>
        </p:spPr>
        <p:txBody>
          <a:bodyPr/>
          <a:lstStyle/>
          <a:p>
            <a:endParaRPr lang="es-419"/>
          </a:p>
        </p:txBody>
      </p:sp>
      <p:sp>
        <p:nvSpPr>
          <p:cNvPr id="170" name="sha256-xor-bit-161-0">
            <a:extLst>
              <a:ext uri="{FF2B5EF4-FFF2-40B4-BE49-F238E27FC236}">
                <a16:creationId xmlns:a16="http://schemas.microsoft.com/office/drawing/2014/main" id="{14C47A45-341D-4729-B53C-13CC71809D95}"/>
              </a:ext>
            </a:extLst>
          </p:cNvPr>
          <p:cNvSpPr>
            <a:spLocks noGrp="1"/>
          </p:cNvSpPr>
          <p:nvPr/>
        </p:nvSpPr>
        <p:spPr>
          <a:xfrm>
            <a:off x="8067675" y="4086225"/>
            <a:ext cx="152400" cy="152400"/>
          </a:xfrm>
          <a:prstGeom prst="rect">
            <a:avLst/>
          </a:prstGeom>
          <a:solidFill>
            <a:srgbClr val="415864"/>
          </a:solidFill>
          <a:ln w="0">
            <a:noFill/>
            <a:prstDash val="solid"/>
          </a:ln>
        </p:spPr>
        <p:txBody>
          <a:bodyPr/>
          <a:lstStyle/>
          <a:p>
            <a:endParaRPr lang="es-419"/>
          </a:p>
        </p:txBody>
      </p:sp>
      <p:sp>
        <p:nvSpPr>
          <p:cNvPr id="171" name="sha256-xor-bit-162-0">
            <a:extLst>
              <a:ext uri="{FF2B5EF4-FFF2-40B4-BE49-F238E27FC236}">
                <a16:creationId xmlns:a16="http://schemas.microsoft.com/office/drawing/2014/main" id="{039F84FF-50A4-4775-AD05-E55AB804C307}"/>
              </a:ext>
            </a:extLst>
          </p:cNvPr>
          <p:cNvSpPr>
            <a:spLocks noGrp="1"/>
          </p:cNvSpPr>
          <p:nvPr/>
        </p:nvSpPr>
        <p:spPr>
          <a:xfrm>
            <a:off x="8267700" y="4086225"/>
            <a:ext cx="152400" cy="152400"/>
          </a:xfrm>
          <a:prstGeom prst="rect">
            <a:avLst/>
          </a:prstGeom>
          <a:solidFill>
            <a:srgbClr val="415864"/>
          </a:solidFill>
          <a:ln w="0">
            <a:noFill/>
            <a:prstDash val="solid"/>
          </a:ln>
        </p:spPr>
        <p:txBody>
          <a:bodyPr/>
          <a:lstStyle/>
          <a:p>
            <a:endParaRPr lang="es-419"/>
          </a:p>
        </p:txBody>
      </p:sp>
      <p:sp>
        <p:nvSpPr>
          <p:cNvPr id="172" name="sha256-xor-bit-163-1">
            <a:extLst>
              <a:ext uri="{FF2B5EF4-FFF2-40B4-BE49-F238E27FC236}">
                <a16:creationId xmlns:a16="http://schemas.microsoft.com/office/drawing/2014/main" id="{3CE6F0E3-7F32-493A-8B28-7A9F06F53E8A}"/>
              </a:ext>
            </a:extLst>
          </p:cNvPr>
          <p:cNvSpPr>
            <a:spLocks noGrp="1"/>
          </p:cNvSpPr>
          <p:nvPr/>
        </p:nvSpPr>
        <p:spPr>
          <a:xfrm>
            <a:off x="8467725" y="4086225"/>
            <a:ext cx="152400" cy="152400"/>
          </a:xfrm>
          <a:prstGeom prst="rect">
            <a:avLst/>
          </a:prstGeom>
          <a:solidFill>
            <a:srgbClr val="E4B084"/>
          </a:solidFill>
          <a:ln w="0">
            <a:noFill/>
            <a:prstDash val="solid"/>
          </a:ln>
        </p:spPr>
        <p:txBody>
          <a:bodyPr/>
          <a:lstStyle/>
          <a:p>
            <a:endParaRPr lang="es-419"/>
          </a:p>
        </p:txBody>
      </p:sp>
      <p:sp>
        <p:nvSpPr>
          <p:cNvPr id="173" name="sha256-xor-bit-164-0">
            <a:extLst>
              <a:ext uri="{FF2B5EF4-FFF2-40B4-BE49-F238E27FC236}">
                <a16:creationId xmlns:a16="http://schemas.microsoft.com/office/drawing/2014/main" id="{C12879C1-F72E-4174-BC32-83524110532A}"/>
              </a:ext>
            </a:extLst>
          </p:cNvPr>
          <p:cNvSpPr>
            <a:spLocks noGrp="1"/>
          </p:cNvSpPr>
          <p:nvPr/>
        </p:nvSpPr>
        <p:spPr>
          <a:xfrm>
            <a:off x="8667750" y="4086225"/>
            <a:ext cx="152400" cy="152400"/>
          </a:xfrm>
          <a:prstGeom prst="rect">
            <a:avLst/>
          </a:prstGeom>
          <a:solidFill>
            <a:srgbClr val="415864"/>
          </a:solidFill>
          <a:ln w="0">
            <a:noFill/>
            <a:prstDash val="solid"/>
          </a:ln>
        </p:spPr>
        <p:txBody>
          <a:bodyPr/>
          <a:lstStyle/>
          <a:p>
            <a:endParaRPr lang="es-419"/>
          </a:p>
        </p:txBody>
      </p:sp>
      <p:sp>
        <p:nvSpPr>
          <p:cNvPr id="174" name="sha256-xor-bit-165-0">
            <a:extLst>
              <a:ext uri="{FF2B5EF4-FFF2-40B4-BE49-F238E27FC236}">
                <a16:creationId xmlns:a16="http://schemas.microsoft.com/office/drawing/2014/main" id="{0199C065-FC19-4499-A823-7A5A3C6940FC}"/>
              </a:ext>
            </a:extLst>
          </p:cNvPr>
          <p:cNvSpPr>
            <a:spLocks noGrp="1"/>
          </p:cNvSpPr>
          <p:nvPr/>
        </p:nvSpPr>
        <p:spPr>
          <a:xfrm>
            <a:off x="8867775" y="4086225"/>
            <a:ext cx="152400" cy="152400"/>
          </a:xfrm>
          <a:prstGeom prst="rect">
            <a:avLst/>
          </a:prstGeom>
          <a:solidFill>
            <a:srgbClr val="415864"/>
          </a:solidFill>
          <a:ln w="0">
            <a:noFill/>
            <a:prstDash val="solid"/>
          </a:ln>
        </p:spPr>
        <p:txBody>
          <a:bodyPr/>
          <a:lstStyle/>
          <a:p>
            <a:endParaRPr lang="es-419"/>
          </a:p>
        </p:txBody>
      </p:sp>
      <p:sp>
        <p:nvSpPr>
          <p:cNvPr id="175" name="sha256-xor-bit-166-0">
            <a:extLst>
              <a:ext uri="{FF2B5EF4-FFF2-40B4-BE49-F238E27FC236}">
                <a16:creationId xmlns:a16="http://schemas.microsoft.com/office/drawing/2014/main" id="{8DDB84C9-B767-4172-BF1A-0D55520F699B}"/>
              </a:ext>
            </a:extLst>
          </p:cNvPr>
          <p:cNvSpPr>
            <a:spLocks noGrp="1"/>
          </p:cNvSpPr>
          <p:nvPr/>
        </p:nvSpPr>
        <p:spPr>
          <a:xfrm>
            <a:off x="9067800" y="4086225"/>
            <a:ext cx="152400" cy="152400"/>
          </a:xfrm>
          <a:prstGeom prst="rect">
            <a:avLst/>
          </a:prstGeom>
          <a:solidFill>
            <a:srgbClr val="415864"/>
          </a:solidFill>
          <a:ln w="0">
            <a:noFill/>
            <a:prstDash val="solid"/>
          </a:ln>
        </p:spPr>
        <p:txBody>
          <a:bodyPr/>
          <a:lstStyle/>
          <a:p>
            <a:endParaRPr lang="es-419"/>
          </a:p>
        </p:txBody>
      </p:sp>
      <p:sp>
        <p:nvSpPr>
          <p:cNvPr id="176" name="sha256-xor-bit-167-1">
            <a:extLst>
              <a:ext uri="{FF2B5EF4-FFF2-40B4-BE49-F238E27FC236}">
                <a16:creationId xmlns:a16="http://schemas.microsoft.com/office/drawing/2014/main" id="{83E02C57-F7C3-4CD2-8656-0147ED05C758}"/>
              </a:ext>
            </a:extLst>
          </p:cNvPr>
          <p:cNvSpPr>
            <a:spLocks noGrp="1"/>
          </p:cNvSpPr>
          <p:nvPr/>
        </p:nvSpPr>
        <p:spPr>
          <a:xfrm>
            <a:off x="9267825" y="4086225"/>
            <a:ext cx="152400" cy="152400"/>
          </a:xfrm>
          <a:prstGeom prst="rect">
            <a:avLst/>
          </a:prstGeom>
          <a:solidFill>
            <a:srgbClr val="E4B084"/>
          </a:solidFill>
          <a:ln w="0">
            <a:noFill/>
            <a:prstDash val="solid"/>
          </a:ln>
        </p:spPr>
        <p:txBody>
          <a:bodyPr/>
          <a:lstStyle/>
          <a:p>
            <a:endParaRPr lang="es-419"/>
          </a:p>
        </p:txBody>
      </p:sp>
      <p:sp>
        <p:nvSpPr>
          <p:cNvPr id="177" name="sha256-xor-bit-168-1">
            <a:extLst>
              <a:ext uri="{FF2B5EF4-FFF2-40B4-BE49-F238E27FC236}">
                <a16:creationId xmlns:a16="http://schemas.microsoft.com/office/drawing/2014/main" id="{91294CE1-CA79-46C8-AC75-CC084C2D5F7E}"/>
              </a:ext>
            </a:extLst>
          </p:cNvPr>
          <p:cNvSpPr>
            <a:spLocks noGrp="1"/>
          </p:cNvSpPr>
          <p:nvPr/>
        </p:nvSpPr>
        <p:spPr>
          <a:xfrm>
            <a:off x="9467850" y="4086225"/>
            <a:ext cx="152400" cy="152400"/>
          </a:xfrm>
          <a:prstGeom prst="rect">
            <a:avLst/>
          </a:prstGeom>
          <a:solidFill>
            <a:srgbClr val="E4B084"/>
          </a:solidFill>
          <a:ln w="0">
            <a:noFill/>
            <a:prstDash val="solid"/>
          </a:ln>
        </p:spPr>
        <p:txBody>
          <a:bodyPr/>
          <a:lstStyle/>
          <a:p>
            <a:endParaRPr lang="es-419"/>
          </a:p>
        </p:txBody>
      </p:sp>
      <p:sp>
        <p:nvSpPr>
          <p:cNvPr id="178" name="sha256-xor-bit-169-0">
            <a:extLst>
              <a:ext uri="{FF2B5EF4-FFF2-40B4-BE49-F238E27FC236}">
                <a16:creationId xmlns:a16="http://schemas.microsoft.com/office/drawing/2014/main" id="{8FCB69D9-54EC-481C-A308-647B9250B53C}"/>
              </a:ext>
            </a:extLst>
          </p:cNvPr>
          <p:cNvSpPr>
            <a:spLocks noGrp="1"/>
          </p:cNvSpPr>
          <p:nvPr/>
        </p:nvSpPr>
        <p:spPr>
          <a:xfrm>
            <a:off x="9667875" y="4086225"/>
            <a:ext cx="152400" cy="152400"/>
          </a:xfrm>
          <a:prstGeom prst="rect">
            <a:avLst/>
          </a:prstGeom>
          <a:solidFill>
            <a:srgbClr val="415864"/>
          </a:solidFill>
          <a:ln w="0">
            <a:noFill/>
            <a:prstDash val="solid"/>
          </a:ln>
        </p:spPr>
        <p:txBody>
          <a:bodyPr/>
          <a:lstStyle/>
          <a:p>
            <a:endParaRPr lang="es-419"/>
          </a:p>
        </p:txBody>
      </p:sp>
      <p:sp>
        <p:nvSpPr>
          <p:cNvPr id="179" name="sha256-xor-bit-170-0">
            <a:extLst>
              <a:ext uri="{FF2B5EF4-FFF2-40B4-BE49-F238E27FC236}">
                <a16:creationId xmlns:a16="http://schemas.microsoft.com/office/drawing/2014/main" id="{24086EE7-07A3-49F4-9F79-5A8337ADE2B0}"/>
              </a:ext>
            </a:extLst>
          </p:cNvPr>
          <p:cNvSpPr>
            <a:spLocks noGrp="1"/>
          </p:cNvSpPr>
          <p:nvPr/>
        </p:nvSpPr>
        <p:spPr>
          <a:xfrm>
            <a:off x="9867900" y="4086225"/>
            <a:ext cx="152400" cy="152400"/>
          </a:xfrm>
          <a:prstGeom prst="rect">
            <a:avLst/>
          </a:prstGeom>
          <a:solidFill>
            <a:srgbClr val="415864"/>
          </a:solidFill>
          <a:ln w="0">
            <a:noFill/>
            <a:prstDash val="solid"/>
          </a:ln>
        </p:spPr>
        <p:txBody>
          <a:bodyPr/>
          <a:lstStyle/>
          <a:p>
            <a:endParaRPr lang="es-419"/>
          </a:p>
        </p:txBody>
      </p:sp>
      <p:sp>
        <p:nvSpPr>
          <p:cNvPr id="180" name="sha256-xor-bit-171-0">
            <a:extLst>
              <a:ext uri="{FF2B5EF4-FFF2-40B4-BE49-F238E27FC236}">
                <a16:creationId xmlns:a16="http://schemas.microsoft.com/office/drawing/2014/main" id="{36490DFB-9536-4369-881F-7EAD076A1E9F}"/>
              </a:ext>
            </a:extLst>
          </p:cNvPr>
          <p:cNvSpPr>
            <a:spLocks noGrp="1"/>
          </p:cNvSpPr>
          <p:nvPr/>
        </p:nvSpPr>
        <p:spPr>
          <a:xfrm>
            <a:off x="10067925" y="4086225"/>
            <a:ext cx="152400" cy="152400"/>
          </a:xfrm>
          <a:prstGeom prst="rect">
            <a:avLst/>
          </a:prstGeom>
          <a:solidFill>
            <a:srgbClr val="415864"/>
          </a:solidFill>
          <a:ln w="0">
            <a:noFill/>
            <a:prstDash val="solid"/>
          </a:ln>
        </p:spPr>
        <p:txBody>
          <a:bodyPr/>
          <a:lstStyle/>
          <a:p>
            <a:endParaRPr lang="es-419"/>
          </a:p>
        </p:txBody>
      </p:sp>
      <p:sp>
        <p:nvSpPr>
          <p:cNvPr id="181" name="sha256-xor-bit-172-0">
            <a:extLst>
              <a:ext uri="{FF2B5EF4-FFF2-40B4-BE49-F238E27FC236}">
                <a16:creationId xmlns:a16="http://schemas.microsoft.com/office/drawing/2014/main" id="{BD2647F3-1AB0-4450-84B8-6733E102A3F6}"/>
              </a:ext>
            </a:extLst>
          </p:cNvPr>
          <p:cNvSpPr>
            <a:spLocks noGrp="1"/>
          </p:cNvSpPr>
          <p:nvPr/>
        </p:nvSpPr>
        <p:spPr>
          <a:xfrm>
            <a:off x="10267950" y="4086225"/>
            <a:ext cx="152400" cy="152400"/>
          </a:xfrm>
          <a:prstGeom prst="rect">
            <a:avLst/>
          </a:prstGeom>
          <a:solidFill>
            <a:srgbClr val="415864"/>
          </a:solidFill>
          <a:ln w="0">
            <a:noFill/>
            <a:prstDash val="solid"/>
          </a:ln>
        </p:spPr>
        <p:txBody>
          <a:bodyPr/>
          <a:lstStyle/>
          <a:p>
            <a:endParaRPr lang="es-419"/>
          </a:p>
        </p:txBody>
      </p:sp>
      <p:sp>
        <p:nvSpPr>
          <p:cNvPr id="182" name="sha256-xor-bit-173-0">
            <a:extLst>
              <a:ext uri="{FF2B5EF4-FFF2-40B4-BE49-F238E27FC236}">
                <a16:creationId xmlns:a16="http://schemas.microsoft.com/office/drawing/2014/main" id="{5433F592-D0E5-4404-88D0-D35B9BEA67D3}"/>
              </a:ext>
            </a:extLst>
          </p:cNvPr>
          <p:cNvSpPr>
            <a:spLocks noGrp="1"/>
          </p:cNvSpPr>
          <p:nvPr/>
        </p:nvSpPr>
        <p:spPr>
          <a:xfrm>
            <a:off x="10467975" y="4086225"/>
            <a:ext cx="152400" cy="152400"/>
          </a:xfrm>
          <a:prstGeom prst="rect">
            <a:avLst/>
          </a:prstGeom>
          <a:solidFill>
            <a:srgbClr val="415864"/>
          </a:solidFill>
          <a:ln w="0">
            <a:noFill/>
            <a:prstDash val="solid"/>
          </a:ln>
        </p:spPr>
        <p:txBody>
          <a:bodyPr/>
          <a:lstStyle/>
          <a:p>
            <a:endParaRPr lang="es-419"/>
          </a:p>
        </p:txBody>
      </p:sp>
      <p:sp>
        <p:nvSpPr>
          <p:cNvPr id="183" name="sha256-xor-bit-174-1">
            <a:extLst>
              <a:ext uri="{FF2B5EF4-FFF2-40B4-BE49-F238E27FC236}">
                <a16:creationId xmlns:a16="http://schemas.microsoft.com/office/drawing/2014/main" id="{CFB1F0EC-D214-47A5-BD44-5D450094B2CB}"/>
              </a:ext>
            </a:extLst>
          </p:cNvPr>
          <p:cNvSpPr>
            <a:spLocks noGrp="1"/>
          </p:cNvSpPr>
          <p:nvPr/>
        </p:nvSpPr>
        <p:spPr>
          <a:xfrm>
            <a:off x="10668000" y="4086225"/>
            <a:ext cx="152400" cy="152400"/>
          </a:xfrm>
          <a:prstGeom prst="rect">
            <a:avLst/>
          </a:prstGeom>
          <a:solidFill>
            <a:srgbClr val="E4B084"/>
          </a:solidFill>
          <a:ln w="0">
            <a:noFill/>
            <a:prstDash val="solid"/>
          </a:ln>
        </p:spPr>
        <p:txBody>
          <a:bodyPr/>
          <a:lstStyle/>
          <a:p>
            <a:endParaRPr lang="es-419"/>
          </a:p>
        </p:txBody>
      </p:sp>
      <p:sp>
        <p:nvSpPr>
          <p:cNvPr id="184" name="sha256-xor-bit-175-1">
            <a:extLst>
              <a:ext uri="{FF2B5EF4-FFF2-40B4-BE49-F238E27FC236}">
                <a16:creationId xmlns:a16="http://schemas.microsoft.com/office/drawing/2014/main" id="{C01614CB-2E43-4306-8621-333A808BC8E6}"/>
              </a:ext>
            </a:extLst>
          </p:cNvPr>
          <p:cNvSpPr>
            <a:spLocks noGrp="1"/>
          </p:cNvSpPr>
          <p:nvPr/>
        </p:nvSpPr>
        <p:spPr>
          <a:xfrm>
            <a:off x="10868025" y="4086225"/>
            <a:ext cx="152400" cy="152400"/>
          </a:xfrm>
          <a:prstGeom prst="rect">
            <a:avLst/>
          </a:prstGeom>
          <a:solidFill>
            <a:srgbClr val="E4B084"/>
          </a:solidFill>
          <a:ln w="0">
            <a:noFill/>
            <a:prstDash val="solid"/>
          </a:ln>
        </p:spPr>
        <p:txBody>
          <a:bodyPr/>
          <a:lstStyle/>
          <a:p>
            <a:endParaRPr lang="es-419"/>
          </a:p>
        </p:txBody>
      </p:sp>
      <p:sp>
        <p:nvSpPr>
          <p:cNvPr id="185" name="sha256-xor-bit-176-1">
            <a:extLst>
              <a:ext uri="{FF2B5EF4-FFF2-40B4-BE49-F238E27FC236}">
                <a16:creationId xmlns:a16="http://schemas.microsoft.com/office/drawing/2014/main" id="{58F13B44-D5AC-4689-8FE1-06B9B2DCF729}"/>
              </a:ext>
            </a:extLst>
          </p:cNvPr>
          <p:cNvSpPr>
            <a:spLocks noGrp="1"/>
          </p:cNvSpPr>
          <p:nvPr/>
        </p:nvSpPr>
        <p:spPr>
          <a:xfrm>
            <a:off x="7867650" y="4286250"/>
            <a:ext cx="152400" cy="152400"/>
          </a:xfrm>
          <a:prstGeom prst="rect">
            <a:avLst/>
          </a:prstGeom>
          <a:solidFill>
            <a:srgbClr val="E4B084"/>
          </a:solidFill>
          <a:ln w="0">
            <a:noFill/>
            <a:prstDash val="solid"/>
          </a:ln>
        </p:spPr>
        <p:txBody>
          <a:bodyPr/>
          <a:lstStyle/>
          <a:p>
            <a:endParaRPr lang="es-419"/>
          </a:p>
        </p:txBody>
      </p:sp>
      <p:sp>
        <p:nvSpPr>
          <p:cNvPr id="186" name="sha256-xor-bit-177-1">
            <a:extLst>
              <a:ext uri="{FF2B5EF4-FFF2-40B4-BE49-F238E27FC236}">
                <a16:creationId xmlns:a16="http://schemas.microsoft.com/office/drawing/2014/main" id="{13DC0F4C-1F74-4D60-A77D-E22056A15BB7}"/>
              </a:ext>
            </a:extLst>
          </p:cNvPr>
          <p:cNvSpPr>
            <a:spLocks noGrp="1"/>
          </p:cNvSpPr>
          <p:nvPr/>
        </p:nvSpPr>
        <p:spPr>
          <a:xfrm>
            <a:off x="8067675" y="4286250"/>
            <a:ext cx="152400" cy="152400"/>
          </a:xfrm>
          <a:prstGeom prst="rect">
            <a:avLst/>
          </a:prstGeom>
          <a:solidFill>
            <a:srgbClr val="E4B084"/>
          </a:solidFill>
          <a:ln w="0">
            <a:noFill/>
            <a:prstDash val="solid"/>
          </a:ln>
        </p:spPr>
        <p:txBody>
          <a:bodyPr/>
          <a:lstStyle/>
          <a:p>
            <a:endParaRPr lang="es-419"/>
          </a:p>
        </p:txBody>
      </p:sp>
      <p:sp>
        <p:nvSpPr>
          <p:cNvPr id="187" name="sha256-xor-bit-178-0">
            <a:extLst>
              <a:ext uri="{FF2B5EF4-FFF2-40B4-BE49-F238E27FC236}">
                <a16:creationId xmlns:a16="http://schemas.microsoft.com/office/drawing/2014/main" id="{A065C091-6113-41E1-A9D5-BF7FE3FC4C08}"/>
              </a:ext>
            </a:extLst>
          </p:cNvPr>
          <p:cNvSpPr>
            <a:spLocks noGrp="1"/>
          </p:cNvSpPr>
          <p:nvPr/>
        </p:nvSpPr>
        <p:spPr>
          <a:xfrm>
            <a:off x="8267700" y="4286250"/>
            <a:ext cx="152400" cy="152400"/>
          </a:xfrm>
          <a:prstGeom prst="rect">
            <a:avLst/>
          </a:prstGeom>
          <a:solidFill>
            <a:srgbClr val="415864"/>
          </a:solidFill>
          <a:ln w="0">
            <a:noFill/>
            <a:prstDash val="solid"/>
          </a:ln>
        </p:spPr>
        <p:txBody>
          <a:bodyPr/>
          <a:lstStyle/>
          <a:p>
            <a:endParaRPr lang="es-419"/>
          </a:p>
        </p:txBody>
      </p:sp>
      <p:sp>
        <p:nvSpPr>
          <p:cNvPr id="188" name="sha256-xor-bit-179-1">
            <a:extLst>
              <a:ext uri="{FF2B5EF4-FFF2-40B4-BE49-F238E27FC236}">
                <a16:creationId xmlns:a16="http://schemas.microsoft.com/office/drawing/2014/main" id="{0F08A727-20D3-4790-AB62-88B3B71399C3}"/>
              </a:ext>
            </a:extLst>
          </p:cNvPr>
          <p:cNvSpPr>
            <a:spLocks noGrp="1"/>
          </p:cNvSpPr>
          <p:nvPr/>
        </p:nvSpPr>
        <p:spPr>
          <a:xfrm>
            <a:off x="8467725" y="4286250"/>
            <a:ext cx="152400" cy="152400"/>
          </a:xfrm>
          <a:prstGeom prst="rect">
            <a:avLst/>
          </a:prstGeom>
          <a:solidFill>
            <a:srgbClr val="E4B084"/>
          </a:solidFill>
          <a:ln w="0">
            <a:noFill/>
            <a:prstDash val="solid"/>
          </a:ln>
        </p:spPr>
        <p:txBody>
          <a:bodyPr/>
          <a:lstStyle/>
          <a:p>
            <a:endParaRPr lang="es-419"/>
          </a:p>
        </p:txBody>
      </p:sp>
      <p:sp>
        <p:nvSpPr>
          <p:cNvPr id="189" name="sha256-xor-bit-180-1">
            <a:extLst>
              <a:ext uri="{FF2B5EF4-FFF2-40B4-BE49-F238E27FC236}">
                <a16:creationId xmlns:a16="http://schemas.microsoft.com/office/drawing/2014/main" id="{18DE85E7-A346-4766-9A59-F4D51C3067D4}"/>
              </a:ext>
            </a:extLst>
          </p:cNvPr>
          <p:cNvSpPr>
            <a:spLocks noGrp="1"/>
          </p:cNvSpPr>
          <p:nvPr/>
        </p:nvSpPr>
        <p:spPr>
          <a:xfrm>
            <a:off x="8667750" y="4286250"/>
            <a:ext cx="152400" cy="152400"/>
          </a:xfrm>
          <a:prstGeom prst="rect">
            <a:avLst/>
          </a:prstGeom>
          <a:solidFill>
            <a:srgbClr val="E4B084"/>
          </a:solidFill>
          <a:ln w="0">
            <a:noFill/>
            <a:prstDash val="solid"/>
          </a:ln>
        </p:spPr>
        <p:txBody>
          <a:bodyPr/>
          <a:lstStyle/>
          <a:p>
            <a:endParaRPr lang="es-419"/>
          </a:p>
        </p:txBody>
      </p:sp>
      <p:sp>
        <p:nvSpPr>
          <p:cNvPr id="190" name="sha256-xor-bit-181-1">
            <a:extLst>
              <a:ext uri="{FF2B5EF4-FFF2-40B4-BE49-F238E27FC236}">
                <a16:creationId xmlns:a16="http://schemas.microsoft.com/office/drawing/2014/main" id="{1B8326E3-5FB5-4421-BED1-2306E66561D2}"/>
              </a:ext>
            </a:extLst>
          </p:cNvPr>
          <p:cNvSpPr>
            <a:spLocks noGrp="1"/>
          </p:cNvSpPr>
          <p:nvPr/>
        </p:nvSpPr>
        <p:spPr>
          <a:xfrm>
            <a:off x="8867775" y="4286250"/>
            <a:ext cx="152400" cy="152400"/>
          </a:xfrm>
          <a:prstGeom prst="rect">
            <a:avLst/>
          </a:prstGeom>
          <a:solidFill>
            <a:srgbClr val="E4B084"/>
          </a:solidFill>
          <a:ln w="0">
            <a:noFill/>
            <a:prstDash val="solid"/>
          </a:ln>
        </p:spPr>
        <p:txBody>
          <a:bodyPr/>
          <a:lstStyle/>
          <a:p>
            <a:endParaRPr lang="es-419"/>
          </a:p>
        </p:txBody>
      </p:sp>
      <p:sp>
        <p:nvSpPr>
          <p:cNvPr id="191" name="sha256-xor-bit-182-1">
            <a:extLst>
              <a:ext uri="{FF2B5EF4-FFF2-40B4-BE49-F238E27FC236}">
                <a16:creationId xmlns:a16="http://schemas.microsoft.com/office/drawing/2014/main" id="{30253A18-3C4E-445A-BA1B-1CCE769201FD}"/>
              </a:ext>
            </a:extLst>
          </p:cNvPr>
          <p:cNvSpPr>
            <a:spLocks noGrp="1"/>
          </p:cNvSpPr>
          <p:nvPr/>
        </p:nvSpPr>
        <p:spPr>
          <a:xfrm>
            <a:off x="9067800" y="4286250"/>
            <a:ext cx="152400" cy="152400"/>
          </a:xfrm>
          <a:prstGeom prst="rect">
            <a:avLst/>
          </a:prstGeom>
          <a:solidFill>
            <a:srgbClr val="E4B084"/>
          </a:solidFill>
          <a:ln w="0">
            <a:noFill/>
            <a:prstDash val="solid"/>
          </a:ln>
        </p:spPr>
        <p:txBody>
          <a:bodyPr/>
          <a:lstStyle/>
          <a:p>
            <a:endParaRPr lang="es-419"/>
          </a:p>
        </p:txBody>
      </p:sp>
      <p:sp>
        <p:nvSpPr>
          <p:cNvPr id="192" name="sha256-xor-bit-183-1">
            <a:extLst>
              <a:ext uri="{FF2B5EF4-FFF2-40B4-BE49-F238E27FC236}">
                <a16:creationId xmlns:a16="http://schemas.microsoft.com/office/drawing/2014/main" id="{015457B3-74D2-42A9-A72B-204C28CACBDA}"/>
              </a:ext>
            </a:extLst>
          </p:cNvPr>
          <p:cNvSpPr>
            <a:spLocks noGrp="1"/>
          </p:cNvSpPr>
          <p:nvPr/>
        </p:nvSpPr>
        <p:spPr>
          <a:xfrm>
            <a:off x="9267825" y="4286250"/>
            <a:ext cx="152400" cy="152400"/>
          </a:xfrm>
          <a:prstGeom prst="rect">
            <a:avLst/>
          </a:prstGeom>
          <a:solidFill>
            <a:srgbClr val="E4B084"/>
          </a:solidFill>
          <a:ln w="0">
            <a:noFill/>
            <a:prstDash val="solid"/>
          </a:ln>
        </p:spPr>
        <p:txBody>
          <a:bodyPr/>
          <a:lstStyle/>
          <a:p>
            <a:endParaRPr lang="es-419"/>
          </a:p>
        </p:txBody>
      </p:sp>
      <p:sp>
        <p:nvSpPr>
          <p:cNvPr id="193" name="sha256-xor-bit-184-0">
            <a:extLst>
              <a:ext uri="{FF2B5EF4-FFF2-40B4-BE49-F238E27FC236}">
                <a16:creationId xmlns:a16="http://schemas.microsoft.com/office/drawing/2014/main" id="{5F740128-C3D6-41D5-822A-660B62D58C93}"/>
              </a:ext>
            </a:extLst>
          </p:cNvPr>
          <p:cNvSpPr>
            <a:spLocks noGrp="1"/>
          </p:cNvSpPr>
          <p:nvPr/>
        </p:nvSpPr>
        <p:spPr>
          <a:xfrm>
            <a:off x="9467850" y="4286250"/>
            <a:ext cx="152400" cy="152400"/>
          </a:xfrm>
          <a:prstGeom prst="rect">
            <a:avLst/>
          </a:prstGeom>
          <a:solidFill>
            <a:srgbClr val="415864"/>
          </a:solidFill>
          <a:ln w="0">
            <a:noFill/>
            <a:prstDash val="solid"/>
          </a:ln>
        </p:spPr>
        <p:txBody>
          <a:bodyPr/>
          <a:lstStyle/>
          <a:p>
            <a:endParaRPr lang="es-419"/>
          </a:p>
        </p:txBody>
      </p:sp>
      <p:sp>
        <p:nvSpPr>
          <p:cNvPr id="194" name="sha256-xor-bit-185-0">
            <a:extLst>
              <a:ext uri="{FF2B5EF4-FFF2-40B4-BE49-F238E27FC236}">
                <a16:creationId xmlns:a16="http://schemas.microsoft.com/office/drawing/2014/main" id="{383DEA1F-B2C7-44F2-836D-11C8CD0CA547}"/>
              </a:ext>
            </a:extLst>
          </p:cNvPr>
          <p:cNvSpPr>
            <a:spLocks noGrp="1"/>
          </p:cNvSpPr>
          <p:nvPr/>
        </p:nvSpPr>
        <p:spPr>
          <a:xfrm>
            <a:off x="9667875" y="4286250"/>
            <a:ext cx="152400" cy="152400"/>
          </a:xfrm>
          <a:prstGeom prst="rect">
            <a:avLst/>
          </a:prstGeom>
          <a:solidFill>
            <a:srgbClr val="415864"/>
          </a:solidFill>
          <a:ln w="0">
            <a:noFill/>
            <a:prstDash val="solid"/>
          </a:ln>
        </p:spPr>
        <p:txBody>
          <a:bodyPr/>
          <a:lstStyle/>
          <a:p>
            <a:endParaRPr lang="es-419"/>
          </a:p>
        </p:txBody>
      </p:sp>
      <p:sp>
        <p:nvSpPr>
          <p:cNvPr id="195" name="sha256-xor-bit-186-1">
            <a:extLst>
              <a:ext uri="{FF2B5EF4-FFF2-40B4-BE49-F238E27FC236}">
                <a16:creationId xmlns:a16="http://schemas.microsoft.com/office/drawing/2014/main" id="{93234027-0C50-4FF8-BB2A-EE8EA5C70E96}"/>
              </a:ext>
            </a:extLst>
          </p:cNvPr>
          <p:cNvSpPr>
            <a:spLocks noGrp="1"/>
          </p:cNvSpPr>
          <p:nvPr/>
        </p:nvSpPr>
        <p:spPr>
          <a:xfrm>
            <a:off x="9867900" y="4286250"/>
            <a:ext cx="152400" cy="152400"/>
          </a:xfrm>
          <a:prstGeom prst="rect">
            <a:avLst/>
          </a:prstGeom>
          <a:solidFill>
            <a:srgbClr val="E4B084"/>
          </a:solidFill>
          <a:ln w="0">
            <a:noFill/>
            <a:prstDash val="solid"/>
          </a:ln>
        </p:spPr>
        <p:txBody>
          <a:bodyPr/>
          <a:lstStyle/>
          <a:p>
            <a:endParaRPr lang="es-419"/>
          </a:p>
        </p:txBody>
      </p:sp>
      <p:sp>
        <p:nvSpPr>
          <p:cNvPr id="196" name="sha256-xor-bit-187-1">
            <a:extLst>
              <a:ext uri="{FF2B5EF4-FFF2-40B4-BE49-F238E27FC236}">
                <a16:creationId xmlns:a16="http://schemas.microsoft.com/office/drawing/2014/main" id="{6E98CBC4-B54A-4D3C-84EF-8651B8652A28}"/>
              </a:ext>
            </a:extLst>
          </p:cNvPr>
          <p:cNvSpPr>
            <a:spLocks noGrp="1"/>
          </p:cNvSpPr>
          <p:nvPr/>
        </p:nvSpPr>
        <p:spPr>
          <a:xfrm>
            <a:off x="10067925" y="4286250"/>
            <a:ext cx="152400" cy="152400"/>
          </a:xfrm>
          <a:prstGeom prst="rect">
            <a:avLst/>
          </a:prstGeom>
          <a:solidFill>
            <a:srgbClr val="E4B084"/>
          </a:solidFill>
          <a:ln w="0">
            <a:noFill/>
            <a:prstDash val="solid"/>
          </a:ln>
        </p:spPr>
        <p:txBody>
          <a:bodyPr/>
          <a:lstStyle/>
          <a:p>
            <a:endParaRPr lang="es-419"/>
          </a:p>
        </p:txBody>
      </p:sp>
      <p:sp>
        <p:nvSpPr>
          <p:cNvPr id="197" name="sha256-xor-bit-188-0">
            <a:extLst>
              <a:ext uri="{FF2B5EF4-FFF2-40B4-BE49-F238E27FC236}">
                <a16:creationId xmlns:a16="http://schemas.microsoft.com/office/drawing/2014/main" id="{9241BF00-9F95-4019-BDA9-0CC5C00A42D5}"/>
              </a:ext>
            </a:extLst>
          </p:cNvPr>
          <p:cNvSpPr>
            <a:spLocks noGrp="1"/>
          </p:cNvSpPr>
          <p:nvPr/>
        </p:nvSpPr>
        <p:spPr>
          <a:xfrm>
            <a:off x="10267950" y="4286250"/>
            <a:ext cx="152400" cy="152400"/>
          </a:xfrm>
          <a:prstGeom prst="rect">
            <a:avLst/>
          </a:prstGeom>
          <a:solidFill>
            <a:srgbClr val="415864"/>
          </a:solidFill>
          <a:ln w="0">
            <a:noFill/>
            <a:prstDash val="solid"/>
          </a:ln>
        </p:spPr>
        <p:txBody>
          <a:bodyPr/>
          <a:lstStyle/>
          <a:p>
            <a:endParaRPr lang="es-419"/>
          </a:p>
        </p:txBody>
      </p:sp>
      <p:sp>
        <p:nvSpPr>
          <p:cNvPr id="198" name="sha256-xor-bit-189-0">
            <a:extLst>
              <a:ext uri="{FF2B5EF4-FFF2-40B4-BE49-F238E27FC236}">
                <a16:creationId xmlns:a16="http://schemas.microsoft.com/office/drawing/2014/main" id="{D4C89A76-C318-49D3-A1C5-ACDE21D6A593}"/>
              </a:ext>
            </a:extLst>
          </p:cNvPr>
          <p:cNvSpPr>
            <a:spLocks noGrp="1"/>
          </p:cNvSpPr>
          <p:nvPr/>
        </p:nvSpPr>
        <p:spPr>
          <a:xfrm>
            <a:off x="10467975" y="4286250"/>
            <a:ext cx="152400" cy="152400"/>
          </a:xfrm>
          <a:prstGeom prst="rect">
            <a:avLst/>
          </a:prstGeom>
          <a:solidFill>
            <a:srgbClr val="415864"/>
          </a:solidFill>
          <a:ln w="0">
            <a:noFill/>
            <a:prstDash val="solid"/>
          </a:ln>
        </p:spPr>
        <p:txBody>
          <a:bodyPr/>
          <a:lstStyle/>
          <a:p>
            <a:endParaRPr lang="es-419"/>
          </a:p>
        </p:txBody>
      </p:sp>
      <p:sp>
        <p:nvSpPr>
          <p:cNvPr id="199" name="sha256-xor-bit-190-0">
            <a:extLst>
              <a:ext uri="{FF2B5EF4-FFF2-40B4-BE49-F238E27FC236}">
                <a16:creationId xmlns:a16="http://schemas.microsoft.com/office/drawing/2014/main" id="{41C4C343-4B91-4ED2-87BC-3237A27EAECF}"/>
              </a:ext>
            </a:extLst>
          </p:cNvPr>
          <p:cNvSpPr>
            <a:spLocks noGrp="1"/>
          </p:cNvSpPr>
          <p:nvPr/>
        </p:nvSpPr>
        <p:spPr>
          <a:xfrm>
            <a:off x="10668000" y="4286250"/>
            <a:ext cx="152400" cy="152400"/>
          </a:xfrm>
          <a:prstGeom prst="rect">
            <a:avLst/>
          </a:prstGeom>
          <a:solidFill>
            <a:srgbClr val="415864"/>
          </a:solidFill>
          <a:ln w="0">
            <a:noFill/>
            <a:prstDash val="solid"/>
          </a:ln>
        </p:spPr>
        <p:txBody>
          <a:bodyPr/>
          <a:lstStyle/>
          <a:p>
            <a:endParaRPr lang="es-419"/>
          </a:p>
        </p:txBody>
      </p:sp>
      <p:sp>
        <p:nvSpPr>
          <p:cNvPr id="200" name="sha256-xor-bit-191-1">
            <a:extLst>
              <a:ext uri="{FF2B5EF4-FFF2-40B4-BE49-F238E27FC236}">
                <a16:creationId xmlns:a16="http://schemas.microsoft.com/office/drawing/2014/main" id="{09949774-A758-43F0-B2AE-4D483E997414}"/>
              </a:ext>
            </a:extLst>
          </p:cNvPr>
          <p:cNvSpPr>
            <a:spLocks noGrp="1"/>
          </p:cNvSpPr>
          <p:nvPr/>
        </p:nvSpPr>
        <p:spPr>
          <a:xfrm>
            <a:off x="10868025" y="4286250"/>
            <a:ext cx="152400" cy="152400"/>
          </a:xfrm>
          <a:prstGeom prst="rect">
            <a:avLst/>
          </a:prstGeom>
          <a:solidFill>
            <a:srgbClr val="E4B084"/>
          </a:solidFill>
          <a:ln w="0">
            <a:noFill/>
            <a:prstDash val="solid"/>
          </a:ln>
        </p:spPr>
        <p:txBody>
          <a:bodyPr/>
          <a:lstStyle/>
          <a:p>
            <a:endParaRPr lang="es-419"/>
          </a:p>
        </p:txBody>
      </p:sp>
      <p:sp>
        <p:nvSpPr>
          <p:cNvPr id="201" name="sha256-xor-bit-192-1">
            <a:extLst>
              <a:ext uri="{FF2B5EF4-FFF2-40B4-BE49-F238E27FC236}">
                <a16:creationId xmlns:a16="http://schemas.microsoft.com/office/drawing/2014/main" id="{33260DF7-B0F9-4303-91E3-B5EE12C0F5B1}"/>
              </a:ext>
            </a:extLst>
          </p:cNvPr>
          <p:cNvSpPr>
            <a:spLocks noGrp="1"/>
          </p:cNvSpPr>
          <p:nvPr/>
        </p:nvSpPr>
        <p:spPr>
          <a:xfrm>
            <a:off x="7867650" y="4486275"/>
            <a:ext cx="152400" cy="152400"/>
          </a:xfrm>
          <a:prstGeom prst="rect">
            <a:avLst/>
          </a:prstGeom>
          <a:solidFill>
            <a:srgbClr val="E4B084"/>
          </a:solidFill>
          <a:ln w="0">
            <a:noFill/>
            <a:prstDash val="solid"/>
          </a:ln>
        </p:spPr>
        <p:txBody>
          <a:bodyPr/>
          <a:lstStyle/>
          <a:p>
            <a:endParaRPr lang="es-419"/>
          </a:p>
        </p:txBody>
      </p:sp>
      <p:sp>
        <p:nvSpPr>
          <p:cNvPr id="202" name="sha256-xor-bit-193-0">
            <a:extLst>
              <a:ext uri="{FF2B5EF4-FFF2-40B4-BE49-F238E27FC236}">
                <a16:creationId xmlns:a16="http://schemas.microsoft.com/office/drawing/2014/main" id="{07F2BDAF-AE60-4C01-A047-474DD760ADC2}"/>
              </a:ext>
            </a:extLst>
          </p:cNvPr>
          <p:cNvSpPr>
            <a:spLocks noGrp="1"/>
          </p:cNvSpPr>
          <p:nvPr/>
        </p:nvSpPr>
        <p:spPr>
          <a:xfrm>
            <a:off x="8067675" y="4486275"/>
            <a:ext cx="152400" cy="152400"/>
          </a:xfrm>
          <a:prstGeom prst="rect">
            <a:avLst/>
          </a:prstGeom>
          <a:solidFill>
            <a:srgbClr val="415864"/>
          </a:solidFill>
          <a:ln w="0">
            <a:noFill/>
            <a:prstDash val="solid"/>
          </a:ln>
        </p:spPr>
        <p:txBody>
          <a:bodyPr/>
          <a:lstStyle/>
          <a:p>
            <a:endParaRPr lang="es-419"/>
          </a:p>
        </p:txBody>
      </p:sp>
      <p:sp>
        <p:nvSpPr>
          <p:cNvPr id="203" name="sha256-xor-bit-194-1">
            <a:extLst>
              <a:ext uri="{FF2B5EF4-FFF2-40B4-BE49-F238E27FC236}">
                <a16:creationId xmlns:a16="http://schemas.microsoft.com/office/drawing/2014/main" id="{DBB25304-2EEA-4BA7-A7D6-041B32285DCF}"/>
              </a:ext>
            </a:extLst>
          </p:cNvPr>
          <p:cNvSpPr>
            <a:spLocks noGrp="1"/>
          </p:cNvSpPr>
          <p:nvPr/>
        </p:nvSpPr>
        <p:spPr>
          <a:xfrm>
            <a:off x="8267700" y="4486275"/>
            <a:ext cx="152400" cy="152400"/>
          </a:xfrm>
          <a:prstGeom prst="rect">
            <a:avLst/>
          </a:prstGeom>
          <a:solidFill>
            <a:srgbClr val="E4B084"/>
          </a:solidFill>
          <a:ln w="0">
            <a:noFill/>
            <a:prstDash val="solid"/>
          </a:ln>
        </p:spPr>
        <p:txBody>
          <a:bodyPr/>
          <a:lstStyle/>
          <a:p>
            <a:endParaRPr lang="es-419"/>
          </a:p>
        </p:txBody>
      </p:sp>
      <p:sp>
        <p:nvSpPr>
          <p:cNvPr id="204" name="sha256-xor-bit-195-1">
            <a:extLst>
              <a:ext uri="{FF2B5EF4-FFF2-40B4-BE49-F238E27FC236}">
                <a16:creationId xmlns:a16="http://schemas.microsoft.com/office/drawing/2014/main" id="{9480FBC6-F0C4-41F3-8585-89970CB8C4A8}"/>
              </a:ext>
            </a:extLst>
          </p:cNvPr>
          <p:cNvSpPr>
            <a:spLocks noGrp="1"/>
          </p:cNvSpPr>
          <p:nvPr/>
        </p:nvSpPr>
        <p:spPr>
          <a:xfrm>
            <a:off x="8467725" y="4486275"/>
            <a:ext cx="152400" cy="152400"/>
          </a:xfrm>
          <a:prstGeom prst="rect">
            <a:avLst/>
          </a:prstGeom>
          <a:solidFill>
            <a:srgbClr val="E4B084"/>
          </a:solidFill>
          <a:ln w="0">
            <a:noFill/>
            <a:prstDash val="solid"/>
          </a:ln>
        </p:spPr>
        <p:txBody>
          <a:bodyPr/>
          <a:lstStyle/>
          <a:p>
            <a:endParaRPr lang="es-419"/>
          </a:p>
        </p:txBody>
      </p:sp>
      <p:sp>
        <p:nvSpPr>
          <p:cNvPr id="205" name="sha256-xor-bit-196-1">
            <a:extLst>
              <a:ext uri="{FF2B5EF4-FFF2-40B4-BE49-F238E27FC236}">
                <a16:creationId xmlns:a16="http://schemas.microsoft.com/office/drawing/2014/main" id="{26EDEACC-947C-4AC0-A329-FBAEDB0ACD60}"/>
              </a:ext>
            </a:extLst>
          </p:cNvPr>
          <p:cNvSpPr>
            <a:spLocks noGrp="1"/>
          </p:cNvSpPr>
          <p:nvPr/>
        </p:nvSpPr>
        <p:spPr>
          <a:xfrm>
            <a:off x="8667750" y="4486275"/>
            <a:ext cx="152400" cy="152400"/>
          </a:xfrm>
          <a:prstGeom prst="rect">
            <a:avLst/>
          </a:prstGeom>
          <a:solidFill>
            <a:srgbClr val="E4B084"/>
          </a:solidFill>
          <a:ln w="0">
            <a:noFill/>
            <a:prstDash val="solid"/>
          </a:ln>
        </p:spPr>
        <p:txBody>
          <a:bodyPr/>
          <a:lstStyle/>
          <a:p>
            <a:endParaRPr lang="es-419"/>
          </a:p>
        </p:txBody>
      </p:sp>
      <p:sp>
        <p:nvSpPr>
          <p:cNvPr id="206" name="sha256-xor-bit-197-0">
            <a:extLst>
              <a:ext uri="{FF2B5EF4-FFF2-40B4-BE49-F238E27FC236}">
                <a16:creationId xmlns:a16="http://schemas.microsoft.com/office/drawing/2014/main" id="{04A5B0CF-F968-4EEA-868A-C4A093100AD8}"/>
              </a:ext>
            </a:extLst>
          </p:cNvPr>
          <p:cNvSpPr>
            <a:spLocks noGrp="1"/>
          </p:cNvSpPr>
          <p:nvPr/>
        </p:nvSpPr>
        <p:spPr>
          <a:xfrm>
            <a:off x="8867775" y="4486275"/>
            <a:ext cx="152400" cy="152400"/>
          </a:xfrm>
          <a:prstGeom prst="rect">
            <a:avLst/>
          </a:prstGeom>
          <a:solidFill>
            <a:srgbClr val="415864"/>
          </a:solidFill>
          <a:ln w="0">
            <a:noFill/>
            <a:prstDash val="solid"/>
          </a:ln>
        </p:spPr>
        <p:txBody>
          <a:bodyPr/>
          <a:lstStyle/>
          <a:p>
            <a:endParaRPr lang="es-419"/>
          </a:p>
        </p:txBody>
      </p:sp>
      <p:sp>
        <p:nvSpPr>
          <p:cNvPr id="207" name="sha256-xor-bit-198-1">
            <a:extLst>
              <a:ext uri="{FF2B5EF4-FFF2-40B4-BE49-F238E27FC236}">
                <a16:creationId xmlns:a16="http://schemas.microsoft.com/office/drawing/2014/main" id="{0D019B23-37C9-474E-9E7B-2D6D1923CDD5}"/>
              </a:ext>
            </a:extLst>
          </p:cNvPr>
          <p:cNvSpPr>
            <a:spLocks noGrp="1"/>
          </p:cNvSpPr>
          <p:nvPr/>
        </p:nvSpPr>
        <p:spPr>
          <a:xfrm>
            <a:off x="9067800" y="4486275"/>
            <a:ext cx="152400" cy="152400"/>
          </a:xfrm>
          <a:prstGeom prst="rect">
            <a:avLst/>
          </a:prstGeom>
          <a:solidFill>
            <a:srgbClr val="E4B084"/>
          </a:solidFill>
          <a:ln w="0">
            <a:noFill/>
            <a:prstDash val="solid"/>
          </a:ln>
        </p:spPr>
        <p:txBody>
          <a:bodyPr/>
          <a:lstStyle/>
          <a:p>
            <a:endParaRPr lang="es-419"/>
          </a:p>
        </p:txBody>
      </p:sp>
      <p:sp>
        <p:nvSpPr>
          <p:cNvPr id="208" name="sha256-xor-bit-199-0">
            <a:extLst>
              <a:ext uri="{FF2B5EF4-FFF2-40B4-BE49-F238E27FC236}">
                <a16:creationId xmlns:a16="http://schemas.microsoft.com/office/drawing/2014/main" id="{ED727087-D169-44F1-8753-C7507F385DB1}"/>
              </a:ext>
            </a:extLst>
          </p:cNvPr>
          <p:cNvSpPr>
            <a:spLocks noGrp="1"/>
          </p:cNvSpPr>
          <p:nvPr/>
        </p:nvSpPr>
        <p:spPr>
          <a:xfrm>
            <a:off x="9267825" y="4486275"/>
            <a:ext cx="152400" cy="152400"/>
          </a:xfrm>
          <a:prstGeom prst="rect">
            <a:avLst/>
          </a:prstGeom>
          <a:solidFill>
            <a:srgbClr val="415864"/>
          </a:solidFill>
          <a:ln w="0">
            <a:noFill/>
            <a:prstDash val="solid"/>
          </a:ln>
        </p:spPr>
        <p:txBody>
          <a:bodyPr/>
          <a:lstStyle/>
          <a:p>
            <a:endParaRPr lang="es-419"/>
          </a:p>
        </p:txBody>
      </p:sp>
      <p:sp>
        <p:nvSpPr>
          <p:cNvPr id="209" name="sha256-xor-bit-200-0">
            <a:extLst>
              <a:ext uri="{FF2B5EF4-FFF2-40B4-BE49-F238E27FC236}">
                <a16:creationId xmlns:a16="http://schemas.microsoft.com/office/drawing/2014/main" id="{848F88B2-0B5E-4160-B9EA-8DB273253C18}"/>
              </a:ext>
            </a:extLst>
          </p:cNvPr>
          <p:cNvSpPr>
            <a:spLocks noGrp="1"/>
          </p:cNvSpPr>
          <p:nvPr/>
        </p:nvSpPr>
        <p:spPr>
          <a:xfrm>
            <a:off x="9467850" y="4486275"/>
            <a:ext cx="152400" cy="152400"/>
          </a:xfrm>
          <a:prstGeom prst="rect">
            <a:avLst/>
          </a:prstGeom>
          <a:solidFill>
            <a:srgbClr val="415864"/>
          </a:solidFill>
          <a:ln w="0">
            <a:noFill/>
            <a:prstDash val="solid"/>
          </a:ln>
        </p:spPr>
        <p:txBody>
          <a:bodyPr/>
          <a:lstStyle/>
          <a:p>
            <a:endParaRPr lang="es-419"/>
          </a:p>
        </p:txBody>
      </p:sp>
      <p:sp>
        <p:nvSpPr>
          <p:cNvPr id="210" name="sha256-xor-bit-201-0">
            <a:extLst>
              <a:ext uri="{FF2B5EF4-FFF2-40B4-BE49-F238E27FC236}">
                <a16:creationId xmlns:a16="http://schemas.microsoft.com/office/drawing/2014/main" id="{5892AE18-F31B-4003-AB18-761A45B12129}"/>
              </a:ext>
            </a:extLst>
          </p:cNvPr>
          <p:cNvSpPr>
            <a:spLocks noGrp="1"/>
          </p:cNvSpPr>
          <p:nvPr/>
        </p:nvSpPr>
        <p:spPr>
          <a:xfrm>
            <a:off x="9667875" y="4486275"/>
            <a:ext cx="152400" cy="152400"/>
          </a:xfrm>
          <a:prstGeom prst="rect">
            <a:avLst/>
          </a:prstGeom>
          <a:solidFill>
            <a:srgbClr val="415864"/>
          </a:solidFill>
          <a:ln w="0">
            <a:noFill/>
            <a:prstDash val="solid"/>
          </a:ln>
        </p:spPr>
        <p:txBody>
          <a:bodyPr/>
          <a:lstStyle/>
          <a:p>
            <a:endParaRPr lang="es-419"/>
          </a:p>
        </p:txBody>
      </p:sp>
      <p:sp>
        <p:nvSpPr>
          <p:cNvPr id="211" name="sha256-xor-bit-202-0">
            <a:extLst>
              <a:ext uri="{FF2B5EF4-FFF2-40B4-BE49-F238E27FC236}">
                <a16:creationId xmlns:a16="http://schemas.microsoft.com/office/drawing/2014/main" id="{B9CCF732-0F4D-4FE7-A5DE-DF5EFBBFD1C9}"/>
              </a:ext>
            </a:extLst>
          </p:cNvPr>
          <p:cNvSpPr>
            <a:spLocks noGrp="1"/>
          </p:cNvSpPr>
          <p:nvPr/>
        </p:nvSpPr>
        <p:spPr>
          <a:xfrm>
            <a:off x="9867900" y="4486275"/>
            <a:ext cx="152400" cy="152400"/>
          </a:xfrm>
          <a:prstGeom prst="rect">
            <a:avLst/>
          </a:prstGeom>
          <a:solidFill>
            <a:srgbClr val="415864"/>
          </a:solidFill>
          <a:ln w="0">
            <a:noFill/>
            <a:prstDash val="solid"/>
          </a:ln>
        </p:spPr>
        <p:txBody>
          <a:bodyPr/>
          <a:lstStyle/>
          <a:p>
            <a:endParaRPr lang="es-419"/>
          </a:p>
        </p:txBody>
      </p:sp>
      <p:sp>
        <p:nvSpPr>
          <p:cNvPr id="212" name="sha256-xor-bit-203-1">
            <a:extLst>
              <a:ext uri="{FF2B5EF4-FFF2-40B4-BE49-F238E27FC236}">
                <a16:creationId xmlns:a16="http://schemas.microsoft.com/office/drawing/2014/main" id="{EFC2AEDB-1092-421F-9F6D-4506F80305D5}"/>
              </a:ext>
            </a:extLst>
          </p:cNvPr>
          <p:cNvSpPr>
            <a:spLocks noGrp="1"/>
          </p:cNvSpPr>
          <p:nvPr/>
        </p:nvSpPr>
        <p:spPr>
          <a:xfrm>
            <a:off x="10067925" y="4486275"/>
            <a:ext cx="152400" cy="152400"/>
          </a:xfrm>
          <a:prstGeom prst="rect">
            <a:avLst/>
          </a:prstGeom>
          <a:solidFill>
            <a:srgbClr val="E4B084"/>
          </a:solidFill>
          <a:ln w="0">
            <a:noFill/>
            <a:prstDash val="solid"/>
          </a:ln>
        </p:spPr>
        <p:txBody>
          <a:bodyPr/>
          <a:lstStyle/>
          <a:p>
            <a:endParaRPr lang="es-419"/>
          </a:p>
        </p:txBody>
      </p:sp>
      <p:sp>
        <p:nvSpPr>
          <p:cNvPr id="213" name="sha256-xor-bit-204-0">
            <a:extLst>
              <a:ext uri="{FF2B5EF4-FFF2-40B4-BE49-F238E27FC236}">
                <a16:creationId xmlns:a16="http://schemas.microsoft.com/office/drawing/2014/main" id="{08D52A0D-CC44-4471-9526-4583A39143D4}"/>
              </a:ext>
            </a:extLst>
          </p:cNvPr>
          <p:cNvSpPr>
            <a:spLocks noGrp="1"/>
          </p:cNvSpPr>
          <p:nvPr/>
        </p:nvSpPr>
        <p:spPr>
          <a:xfrm>
            <a:off x="10267950" y="4486275"/>
            <a:ext cx="152400" cy="152400"/>
          </a:xfrm>
          <a:prstGeom prst="rect">
            <a:avLst/>
          </a:prstGeom>
          <a:solidFill>
            <a:srgbClr val="415864"/>
          </a:solidFill>
          <a:ln w="0">
            <a:noFill/>
            <a:prstDash val="solid"/>
          </a:ln>
        </p:spPr>
        <p:txBody>
          <a:bodyPr/>
          <a:lstStyle/>
          <a:p>
            <a:endParaRPr lang="es-419"/>
          </a:p>
        </p:txBody>
      </p:sp>
      <p:sp>
        <p:nvSpPr>
          <p:cNvPr id="214" name="sha256-xor-bit-205-1">
            <a:extLst>
              <a:ext uri="{FF2B5EF4-FFF2-40B4-BE49-F238E27FC236}">
                <a16:creationId xmlns:a16="http://schemas.microsoft.com/office/drawing/2014/main" id="{C1170820-3C5C-414C-BB54-620FE7519BD8}"/>
              </a:ext>
            </a:extLst>
          </p:cNvPr>
          <p:cNvSpPr>
            <a:spLocks noGrp="1"/>
          </p:cNvSpPr>
          <p:nvPr/>
        </p:nvSpPr>
        <p:spPr>
          <a:xfrm>
            <a:off x="10467975" y="4486275"/>
            <a:ext cx="152400" cy="152400"/>
          </a:xfrm>
          <a:prstGeom prst="rect">
            <a:avLst/>
          </a:prstGeom>
          <a:solidFill>
            <a:srgbClr val="E4B084"/>
          </a:solidFill>
          <a:ln w="0">
            <a:noFill/>
            <a:prstDash val="solid"/>
          </a:ln>
        </p:spPr>
        <p:txBody>
          <a:bodyPr/>
          <a:lstStyle/>
          <a:p>
            <a:endParaRPr lang="es-419"/>
          </a:p>
        </p:txBody>
      </p:sp>
      <p:sp>
        <p:nvSpPr>
          <p:cNvPr id="215" name="sha256-xor-bit-206-1">
            <a:extLst>
              <a:ext uri="{FF2B5EF4-FFF2-40B4-BE49-F238E27FC236}">
                <a16:creationId xmlns:a16="http://schemas.microsoft.com/office/drawing/2014/main" id="{820D2D71-FA6B-4ADD-85F4-28E4BCE28262}"/>
              </a:ext>
            </a:extLst>
          </p:cNvPr>
          <p:cNvSpPr>
            <a:spLocks noGrp="1"/>
          </p:cNvSpPr>
          <p:nvPr/>
        </p:nvSpPr>
        <p:spPr>
          <a:xfrm>
            <a:off x="10668000" y="4486275"/>
            <a:ext cx="152400" cy="152400"/>
          </a:xfrm>
          <a:prstGeom prst="rect">
            <a:avLst/>
          </a:prstGeom>
          <a:solidFill>
            <a:srgbClr val="E4B084"/>
          </a:solidFill>
          <a:ln w="0">
            <a:noFill/>
            <a:prstDash val="solid"/>
          </a:ln>
        </p:spPr>
        <p:txBody>
          <a:bodyPr/>
          <a:lstStyle/>
          <a:p>
            <a:endParaRPr lang="es-419"/>
          </a:p>
        </p:txBody>
      </p:sp>
      <p:sp>
        <p:nvSpPr>
          <p:cNvPr id="216" name="sha256-xor-bit-207-1">
            <a:extLst>
              <a:ext uri="{FF2B5EF4-FFF2-40B4-BE49-F238E27FC236}">
                <a16:creationId xmlns:a16="http://schemas.microsoft.com/office/drawing/2014/main" id="{C2D5C14F-276E-4175-990A-7618909FCA0B}"/>
              </a:ext>
            </a:extLst>
          </p:cNvPr>
          <p:cNvSpPr>
            <a:spLocks noGrp="1"/>
          </p:cNvSpPr>
          <p:nvPr/>
        </p:nvSpPr>
        <p:spPr>
          <a:xfrm>
            <a:off x="10868025" y="4486275"/>
            <a:ext cx="152400" cy="152400"/>
          </a:xfrm>
          <a:prstGeom prst="rect">
            <a:avLst/>
          </a:prstGeom>
          <a:solidFill>
            <a:srgbClr val="E4B084"/>
          </a:solidFill>
          <a:ln w="0">
            <a:noFill/>
            <a:prstDash val="solid"/>
          </a:ln>
        </p:spPr>
        <p:txBody>
          <a:bodyPr/>
          <a:lstStyle/>
          <a:p>
            <a:endParaRPr lang="es-419"/>
          </a:p>
        </p:txBody>
      </p:sp>
      <p:sp>
        <p:nvSpPr>
          <p:cNvPr id="217" name="sha256-xor-bit-208-0">
            <a:extLst>
              <a:ext uri="{FF2B5EF4-FFF2-40B4-BE49-F238E27FC236}">
                <a16:creationId xmlns:a16="http://schemas.microsoft.com/office/drawing/2014/main" id="{6E6560CB-F707-41CF-9C7D-5333397855F8}"/>
              </a:ext>
            </a:extLst>
          </p:cNvPr>
          <p:cNvSpPr>
            <a:spLocks noGrp="1"/>
          </p:cNvSpPr>
          <p:nvPr/>
        </p:nvSpPr>
        <p:spPr>
          <a:xfrm>
            <a:off x="7867650" y="4686300"/>
            <a:ext cx="152400" cy="152400"/>
          </a:xfrm>
          <a:prstGeom prst="rect">
            <a:avLst/>
          </a:prstGeom>
          <a:solidFill>
            <a:srgbClr val="415864"/>
          </a:solidFill>
          <a:ln w="0">
            <a:noFill/>
            <a:prstDash val="solid"/>
          </a:ln>
        </p:spPr>
        <p:txBody>
          <a:bodyPr/>
          <a:lstStyle/>
          <a:p>
            <a:endParaRPr lang="es-419"/>
          </a:p>
        </p:txBody>
      </p:sp>
      <p:sp>
        <p:nvSpPr>
          <p:cNvPr id="218" name="sha256-xor-bit-209-0">
            <a:extLst>
              <a:ext uri="{FF2B5EF4-FFF2-40B4-BE49-F238E27FC236}">
                <a16:creationId xmlns:a16="http://schemas.microsoft.com/office/drawing/2014/main" id="{44BF27E4-0E59-45BD-9099-E2C559943F00}"/>
              </a:ext>
            </a:extLst>
          </p:cNvPr>
          <p:cNvSpPr>
            <a:spLocks noGrp="1"/>
          </p:cNvSpPr>
          <p:nvPr/>
        </p:nvSpPr>
        <p:spPr>
          <a:xfrm>
            <a:off x="8067675" y="4686300"/>
            <a:ext cx="152400" cy="152400"/>
          </a:xfrm>
          <a:prstGeom prst="rect">
            <a:avLst/>
          </a:prstGeom>
          <a:solidFill>
            <a:srgbClr val="415864"/>
          </a:solidFill>
          <a:ln w="0">
            <a:noFill/>
            <a:prstDash val="solid"/>
          </a:ln>
        </p:spPr>
        <p:txBody>
          <a:bodyPr/>
          <a:lstStyle/>
          <a:p>
            <a:endParaRPr lang="es-419"/>
          </a:p>
        </p:txBody>
      </p:sp>
      <p:sp>
        <p:nvSpPr>
          <p:cNvPr id="219" name="sha256-xor-bit-210-0">
            <a:extLst>
              <a:ext uri="{FF2B5EF4-FFF2-40B4-BE49-F238E27FC236}">
                <a16:creationId xmlns:a16="http://schemas.microsoft.com/office/drawing/2014/main" id="{A8E47AAD-274D-4C7E-9E37-18F0FBC65DDF}"/>
              </a:ext>
            </a:extLst>
          </p:cNvPr>
          <p:cNvSpPr>
            <a:spLocks noGrp="1"/>
          </p:cNvSpPr>
          <p:nvPr/>
        </p:nvSpPr>
        <p:spPr>
          <a:xfrm>
            <a:off x="8267700" y="4686300"/>
            <a:ext cx="152400" cy="152400"/>
          </a:xfrm>
          <a:prstGeom prst="rect">
            <a:avLst/>
          </a:prstGeom>
          <a:solidFill>
            <a:srgbClr val="415864"/>
          </a:solidFill>
          <a:ln w="0">
            <a:noFill/>
            <a:prstDash val="solid"/>
          </a:ln>
        </p:spPr>
        <p:txBody>
          <a:bodyPr/>
          <a:lstStyle/>
          <a:p>
            <a:endParaRPr lang="es-419"/>
          </a:p>
        </p:txBody>
      </p:sp>
      <p:sp>
        <p:nvSpPr>
          <p:cNvPr id="220" name="sha256-xor-bit-211-0">
            <a:extLst>
              <a:ext uri="{FF2B5EF4-FFF2-40B4-BE49-F238E27FC236}">
                <a16:creationId xmlns:a16="http://schemas.microsoft.com/office/drawing/2014/main" id="{CEF6BECD-8E82-49A8-A32B-B12E46027B35}"/>
              </a:ext>
            </a:extLst>
          </p:cNvPr>
          <p:cNvSpPr>
            <a:spLocks noGrp="1"/>
          </p:cNvSpPr>
          <p:nvPr/>
        </p:nvSpPr>
        <p:spPr>
          <a:xfrm>
            <a:off x="8467725" y="4686300"/>
            <a:ext cx="152400" cy="152400"/>
          </a:xfrm>
          <a:prstGeom prst="rect">
            <a:avLst/>
          </a:prstGeom>
          <a:solidFill>
            <a:srgbClr val="415864"/>
          </a:solidFill>
          <a:ln w="0">
            <a:noFill/>
            <a:prstDash val="solid"/>
          </a:ln>
        </p:spPr>
        <p:txBody>
          <a:bodyPr/>
          <a:lstStyle/>
          <a:p>
            <a:endParaRPr lang="es-419"/>
          </a:p>
        </p:txBody>
      </p:sp>
      <p:sp>
        <p:nvSpPr>
          <p:cNvPr id="221" name="sha256-xor-bit-212-1">
            <a:extLst>
              <a:ext uri="{FF2B5EF4-FFF2-40B4-BE49-F238E27FC236}">
                <a16:creationId xmlns:a16="http://schemas.microsoft.com/office/drawing/2014/main" id="{765B4562-56C5-4899-9D37-6366CA4FDF9C}"/>
              </a:ext>
            </a:extLst>
          </p:cNvPr>
          <p:cNvSpPr>
            <a:spLocks noGrp="1"/>
          </p:cNvSpPr>
          <p:nvPr/>
        </p:nvSpPr>
        <p:spPr>
          <a:xfrm>
            <a:off x="8667750" y="4686300"/>
            <a:ext cx="152400" cy="152400"/>
          </a:xfrm>
          <a:prstGeom prst="rect">
            <a:avLst/>
          </a:prstGeom>
          <a:solidFill>
            <a:srgbClr val="E4B084"/>
          </a:solidFill>
          <a:ln w="0">
            <a:noFill/>
            <a:prstDash val="solid"/>
          </a:ln>
        </p:spPr>
        <p:txBody>
          <a:bodyPr/>
          <a:lstStyle/>
          <a:p>
            <a:endParaRPr lang="es-419"/>
          </a:p>
        </p:txBody>
      </p:sp>
      <p:sp>
        <p:nvSpPr>
          <p:cNvPr id="222" name="sha256-xor-bit-213-0">
            <a:extLst>
              <a:ext uri="{FF2B5EF4-FFF2-40B4-BE49-F238E27FC236}">
                <a16:creationId xmlns:a16="http://schemas.microsoft.com/office/drawing/2014/main" id="{599917C0-B9B7-4877-8897-1B9B823043A8}"/>
              </a:ext>
            </a:extLst>
          </p:cNvPr>
          <p:cNvSpPr>
            <a:spLocks noGrp="1"/>
          </p:cNvSpPr>
          <p:nvPr/>
        </p:nvSpPr>
        <p:spPr>
          <a:xfrm>
            <a:off x="8867775" y="4686300"/>
            <a:ext cx="152400" cy="152400"/>
          </a:xfrm>
          <a:prstGeom prst="rect">
            <a:avLst/>
          </a:prstGeom>
          <a:solidFill>
            <a:srgbClr val="415864"/>
          </a:solidFill>
          <a:ln w="0">
            <a:noFill/>
            <a:prstDash val="solid"/>
          </a:ln>
        </p:spPr>
        <p:txBody>
          <a:bodyPr/>
          <a:lstStyle/>
          <a:p>
            <a:endParaRPr lang="es-419"/>
          </a:p>
        </p:txBody>
      </p:sp>
      <p:sp>
        <p:nvSpPr>
          <p:cNvPr id="223" name="sha256-xor-bit-214-0">
            <a:extLst>
              <a:ext uri="{FF2B5EF4-FFF2-40B4-BE49-F238E27FC236}">
                <a16:creationId xmlns:a16="http://schemas.microsoft.com/office/drawing/2014/main" id="{F23EB21C-31AC-491C-89C1-F023D3B707BD}"/>
              </a:ext>
            </a:extLst>
          </p:cNvPr>
          <p:cNvSpPr>
            <a:spLocks noGrp="1"/>
          </p:cNvSpPr>
          <p:nvPr/>
        </p:nvSpPr>
        <p:spPr>
          <a:xfrm>
            <a:off x="9067800" y="4686300"/>
            <a:ext cx="152400" cy="152400"/>
          </a:xfrm>
          <a:prstGeom prst="rect">
            <a:avLst/>
          </a:prstGeom>
          <a:solidFill>
            <a:srgbClr val="415864"/>
          </a:solidFill>
          <a:ln w="0">
            <a:noFill/>
            <a:prstDash val="solid"/>
          </a:ln>
        </p:spPr>
        <p:txBody>
          <a:bodyPr/>
          <a:lstStyle/>
          <a:p>
            <a:endParaRPr lang="es-419"/>
          </a:p>
        </p:txBody>
      </p:sp>
      <p:sp>
        <p:nvSpPr>
          <p:cNvPr id="224" name="sha256-xor-bit-215-0">
            <a:extLst>
              <a:ext uri="{FF2B5EF4-FFF2-40B4-BE49-F238E27FC236}">
                <a16:creationId xmlns:a16="http://schemas.microsoft.com/office/drawing/2014/main" id="{75930738-A19F-4FBB-B7ED-7773F34E1153}"/>
              </a:ext>
            </a:extLst>
          </p:cNvPr>
          <p:cNvSpPr>
            <a:spLocks noGrp="1"/>
          </p:cNvSpPr>
          <p:nvPr/>
        </p:nvSpPr>
        <p:spPr>
          <a:xfrm>
            <a:off x="9267825" y="4686300"/>
            <a:ext cx="152400" cy="152400"/>
          </a:xfrm>
          <a:prstGeom prst="rect">
            <a:avLst/>
          </a:prstGeom>
          <a:solidFill>
            <a:srgbClr val="415864"/>
          </a:solidFill>
          <a:ln w="0">
            <a:noFill/>
            <a:prstDash val="solid"/>
          </a:ln>
        </p:spPr>
        <p:txBody>
          <a:bodyPr/>
          <a:lstStyle/>
          <a:p>
            <a:endParaRPr lang="es-419"/>
          </a:p>
        </p:txBody>
      </p:sp>
      <p:sp>
        <p:nvSpPr>
          <p:cNvPr id="225" name="sha256-xor-bit-216-0">
            <a:extLst>
              <a:ext uri="{FF2B5EF4-FFF2-40B4-BE49-F238E27FC236}">
                <a16:creationId xmlns:a16="http://schemas.microsoft.com/office/drawing/2014/main" id="{63992576-37FC-4A2B-8FE1-47A635E12E35}"/>
              </a:ext>
            </a:extLst>
          </p:cNvPr>
          <p:cNvSpPr>
            <a:spLocks noGrp="1"/>
          </p:cNvSpPr>
          <p:nvPr/>
        </p:nvSpPr>
        <p:spPr>
          <a:xfrm>
            <a:off x="9467850" y="4686300"/>
            <a:ext cx="152400" cy="152400"/>
          </a:xfrm>
          <a:prstGeom prst="rect">
            <a:avLst/>
          </a:prstGeom>
          <a:solidFill>
            <a:srgbClr val="415864"/>
          </a:solidFill>
          <a:ln w="0">
            <a:noFill/>
            <a:prstDash val="solid"/>
          </a:ln>
        </p:spPr>
        <p:txBody>
          <a:bodyPr/>
          <a:lstStyle/>
          <a:p>
            <a:endParaRPr lang="es-419"/>
          </a:p>
        </p:txBody>
      </p:sp>
      <p:sp>
        <p:nvSpPr>
          <p:cNvPr id="226" name="sha256-xor-bit-217-1">
            <a:extLst>
              <a:ext uri="{FF2B5EF4-FFF2-40B4-BE49-F238E27FC236}">
                <a16:creationId xmlns:a16="http://schemas.microsoft.com/office/drawing/2014/main" id="{EC70EFC7-601F-4EA2-9041-A87DE4F4CD94}"/>
              </a:ext>
            </a:extLst>
          </p:cNvPr>
          <p:cNvSpPr>
            <a:spLocks noGrp="1"/>
          </p:cNvSpPr>
          <p:nvPr/>
        </p:nvSpPr>
        <p:spPr>
          <a:xfrm>
            <a:off x="9667875" y="4686300"/>
            <a:ext cx="152400" cy="152400"/>
          </a:xfrm>
          <a:prstGeom prst="rect">
            <a:avLst/>
          </a:prstGeom>
          <a:solidFill>
            <a:srgbClr val="E4B084"/>
          </a:solidFill>
          <a:ln w="0">
            <a:noFill/>
            <a:prstDash val="solid"/>
          </a:ln>
        </p:spPr>
        <p:txBody>
          <a:bodyPr/>
          <a:lstStyle/>
          <a:p>
            <a:endParaRPr lang="es-419"/>
          </a:p>
        </p:txBody>
      </p:sp>
      <p:sp>
        <p:nvSpPr>
          <p:cNvPr id="227" name="sha256-xor-bit-218-0">
            <a:extLst>
              <a:ext uri="{FF2B5EF4-FFF2-40B4-BE49-F238E27FC236}">
                <a16:creationId xmlns:a16="http://schemas.microsoft.com/office/drawing/2014/main" id="{AC64D6EC-463A-4530-B622-86A4EE165AC1}"/>
              </a:ext>
            </a:extLst>
          </p:cNvPr>
          <p:cNvSpPr>
            <a:spLocks noGrp="1"/>
          </p:cNvSpPr>
          <p:nvPr/>
        </p:nvSpPr>
        <p:spPr>
          <a:xfrm>
            <a:off x="9867900" y="4686300"/>
            <a:ext cx="152400" cy="152400"/>
          </a:xfrm>
          <a:prstGeom prst="rect">
            <a:avLst/>
          </a:prstGeom>
          <a:solidFill>
            <a:srgbClr val="415864"/>
          </a:solidFill>
          <a:ln w="0">
            <a:noFill/>
            <a:prstDash val="solid"/>
          </a:ln>
        </p:spPr>
        <p:txBody>
          <a:bodyPr/>
          <a:lstStyle/>
          <a:p>
            <a:endParaRPr lang="es-419"/>
          </a:p>
        </p:txBody>
      </p:sp>
      <p:sp>
        <p:nvSpPr>
          <p:cNvPr id="228" name="sha256-xor-bit-219-0">
            <a:extLst>
              <a:ext uri="{FF2B5EF4-FFF2-40B4-BE49-F238E27FC236}">
                <a16:creationId xmlns:a16="http://schemas.microsoft.com/office/drawing/2014/main" id="{B96C2A80-1B96-41F9-9DC0-C6B986B7A6EF}"/>
              </a:ext>
            </a:extLst>
          </p:cNvPr>
          <p:cNvSpPr>
            <a:spLocks noGrp="1"/>
          </p:cNvSpPr>
          <p:nvPr/>
        </p:nvSpPr>
        <p:spPr>
          <a:xfrm>
            <a:off x="10067925" y="4686300"/>
            <a:ext cx="152400" cy="152400"/>
          </a:xfrm>
          <a:prstGeom prst="rect">
            <a:avLst/>
          </a:prstGeom>
          <a:solidFill>
            <a:srgbClr val="415864"/>
          </a:solidFill>
          <a:ln w="0">
            <a:noFill/>
            <a:prstDash val="solid"/>
          </a:ln>
        </p:spPr>
        <p:txBody>
          <a:bodyPr/>
          <a:lstStyle/>
          <a:p>
            <a:endParaRPr lang="es-419"/>
          </a:p>
        </p:txBody>
      </p:sp>
      <p:sp>
        <p:nvSpPr>
          <p:cNvPr id="229" name="sha256-xor-bit-220-1">
            <a:extLst>
              <a:ext uri="{FF2B5EF4-FFF2-40B4-BE49-F238E27FC236}">
                <a16:creationId xmlns:a16="http://schemas.microsoft.com/office/drawing/2014/main" id="{73DD31F9-E16E-44E1-BB54-4C0D6381EC3D}"/>
              </a:ext>
            </a:extLst>
          </p:cNvPr>
          <p:cNvSpPr>
            <a:spLocks noGrp="1"/>
          </p:cNvSpPr>
          <p:nvPr/>
        </p:nvSpPr>
        <p:spPr>
          <a:xfrm>
            <a:off x="10267950" y="4686300"/>
            <a:ext cx="152400" cy="152400"/>
          </a:xfrm>
          <a:prstGeom prst="rect">
            <a:avLst/>
          </a:prstGeom>
          <a:solidFill>
            <a:srgbClr val="E4B084"/>
          </a:solidFill>
          <a:ln w="0">
            <a:noFill/>
            <a:prstDash val="solid"/>
          </a:ln>
        </p:spPr>
        <p:txBody>
          <a:bodyPr/>
          <a:lstStyle/>
          <a:p>
            <a:endParaRPr lang="es-419"/>
          </a:p>
        </p:txBody>
      </p:sp>
      <p:sp>
        <p:nvSpPr>
          <p:cNvPr id="230" name="sha256-xor-bit-221-1">
            <a:extLst>
              <a:ext uri="{FF2B5EF4-FFF2-40B4-BE49-F238E27FC236}">
                <a16:creationId xmlns:a16="http://schemas.microsoft.com/office/drawing/2014/main" id="{2600914D-1F28-428A-B9F9-275E730E6124}"/>
              </a:ext>
            </a:extLst>
          </p:cNvPr>
          <p:cNvSpPr>
            <a:spLocks noGrp="1"/>
          </p:cNvSpPr>
          <p:nvPr/>
        </p:nvSpPr>
        <p:spPr>
          <a:xfrm>
            <a:off x="10467975" y="4686300"/>
            <a:ext cx="152400" cy="152400"/>
          </a:xfrm>
          <a:prstGeom prst="rect">
            <a:avLst/>
          </a:prstGeom>
          <a:solidFill>
            <a:srgbClr val="E4B084"/>
          </a:solidFill>
          <a:ln w="0">
            <a:noFill/>
            <a:prstDash val="solid"/>
          </a:ln>
        </p:spPr>
        <p:txBody>
          <a:bodyPr/>
          <a:lstStyle/>
          <a:p>
            <a:endParaRPr lang="es-419"/>
          </a:p>
        </p:txBody>
      </p:sp>
      <p:sp>
        <p:nvSpPr>
          <p:cNvPr id="231" name="sha256-xor-bit-222-0">
            <a:extLst>
              <a:ext uri="{FF2B5EF4-FFF2-40B4-BE49-F238E27FC236}">
                <a16:creationId xmlns:a16="http://schemas.microsoft.com/office/drawing/2014/main" id="{2A460946-FB7E-4DE4-B936-A06585CF0CB7}"/>
              </a:ext>
            </a:extLst>
          </p:cNvPr>
          <p:cNvSpPr>
            <a:spLocks noGrp="1"/>
          </p:cNvSpPr>
          <p:nvPr/>
        </p:nvSpPr>
        <p:spPr>
          <a:xfrm>
            <a:off x="10668000" y="4686300"/>
            <a:ext cx="152400" cy="152400"/>
          </a:xfrm>
          <a:prstGeom prst="rect">
            <a:avLst/>
          </a:prstGeom>
          <a:solidFill>
            <a:srgbClr val="415864"/>
          </a:solidFill>
          <a:ln w="0">
            <a:noFill/>
            <a:prstDash val="solid"/>
          </a:ln>
        </p:spPr>
        <p:txBody>
          <a:bodyPr/>
          <a:lstStyle/>
          <a:p>
            <a:endParaRPr lang="es-419"/>
          </a:p>
        </p:txBody>
      </p:sp>
      <p:sp>
        <p:nvSpPr>
          <p:cNvPr id="232" name="sha256-xor-bit-223-0">
            <a:extLst>
              <a:ext uri="{FF2B5EF4-FFF2-40B4-BE49-F238E27FC236}">
                <a16:creationId xmlns:a16="http://schemas.microsoft.com/office/drawing/2014/main" id="{2579B73A-F40F-4AB1-9FD0-7BB6C1520400}"/>
              </a:ext>
            </a:extLst>
          </p:cNvPr>
          <p:cNvSpPr>
            <a:spLocks noGrp="1"/>
          </p:cNvSpPr>
          <p:nvPr/>
        </p:nvSpPr>
        <p:spPr>
          <a:xfrm>
            <a:off x="10868025" y="4686300"/>
            <a:ext cx="152400" cy="152400"/>
          </a:xfrm>
          <a:prstGeom prst="rect">
            <a:avLst/>
          </a:prstGeom>
          <a:solidFill>
            <a:srgbClr val="415864"/>
          </a:solidFill>
          <a:ln w="0">
            <a:noFill/>
            <a:prstDash val="solid"/>
          </a:ln>
        </p:spPr>
        <p:txBody>
          <a:bodyPr/>
          <a:lstStyle/>
          <a:p>
            <a:endParaRPr lang="es-419"/>
          </a:p>
        </p:txBody>
      </p:sp>
      <p:sp>
        <p:nvSpPr>
          <p:cNvPr id="233" name="sha256-xor-bit-224-0">
            <a:extLst>
              <a:ext uri="{FF2B5EF4-FFF2-40B4-BE49-F238E27FC236}">
                <a16:creationId xmlns:a16="http://schemas.microsoft.com/office/drawing/2014/main" id="{2A12C961-97C7-4B48-B4BE-AFF2A55AED05}"/>
              </a:ext>
            </a:extLst>
          </p:cNvPr>
          <p:cNvSpPr>
            <a:spLocks noGrp="1"/>
          </p:cNvSpPr>
          <p:nvPr/>
        </p:nvSpPr>
        <p:spPr>
          <a:xfrm>
            <a:off x="7867650" y="4886325"/>
            <a:ext cx="152400" cy="152400"/>
          </a:xfrm>
          <a:prstGeom prst="rect">
            <a:avLst/>
          </a:prstGeom>
          <a:solidFill>
            <a:srgbClr val="415864"/>
          </a:solidFill>
          <a:ln w="0">
            <a:noFill/>
            <a:prstDash val="solid"/>
          </a:ln>
        </p:spPr>
        <p:txBody>
          <a:bodyPr/>
          <a:lstStyle/>
          <a:p>
            <a:endParaRPr lang="es-419"/>
          </a:p>
        </p:txBody>
      </p:sp>
      <p:sp>
        <p:nvSpPr>
          <p:cNvPr id="234" name="sha256-xor-bit-225-1">
            <a:extLst>
              <a:ext uri="{FF2B5EF4-FFF2-40B4-BE49-F238E27FC236}">
                <a16:creationId xmlns:a16="http://schemas.microsoft.com/office/drawing/2014/main" id="{6AF908F6-410C-41A4-AF5E-C9B27C6CAF2C}"/>
              </a:ext>
            </a:extLst>
          </p:cNvPr>
          <p:cNvSpPr>
            <a:spLocks noGrp="1"/>
          </p:cNvSpPr>
          <p:nvPr/>
        </p:nvSpPr>
        <p:spPr>
          <a:xfrm>
            <a:off x="8067675" y="4886325"/>
            <a:ext cx="152400" cy="152400"/>
          </a:xfrm>
          <a:prstGeom prst="rect">
            <a:avLst/>
          </a:prstGeom>
          <a:solidFill>
            <a:srgbClr val="E4B084"/>
          </a:solidFill>
          <a:ln w="0">
            <a:noFill/>
            <a:prstDash val="solid"/>
          </a:ln>
        </p:spPr>
        <p:txBody>
          <a:bodyPr/>
          <a:lstStyle/>
          <a:p>
            <a:endParaRPr lang="es-419"/>
          </a:p>
        </p:txBody>
      </p:sp>
      <p:sp>
        <p:nvSpPr>
          <p:cNvPr id="235" name="sha256-xor-bit-226-0">
            <a:extLst>
              <a:ext uri="{FF2B5EF4-FFF2-40B4-BE49-F238E27FC236}">
                <a16:creationId xmlns:a16="http://schemas.microsoft.com/office/drawing/2014/main" id="{47884315-7A8E-4592-949C-76A9ED5056CE}"/>
              </a:ext>
            </a:extLst>
          </p:cNvPr>
          <p:cNvSpPr>
            <a:spLocks noGrp="1"/>
          </p:cNvSpPr>
          <p:nvPr/>
        </p:nvSpPr>
        <p:spPr>
          <a:xfrm>
            <a:off x="8267700" y="4886325"/>
            <a:ext cx="152400" cy="152400"/>
          </a:xfrm>
          <a:prstGeom prst="rect">
            <a:avLst/>
          </a:prstGeom>
          <a:solidFill>
            <a:srgbClr val="415864"/>
          </a:solidFill>
          <a:ln w="0">
            <a:noFill/>
            <a:prstDash val="solid"/>
          </a:ln>
        </p:spPr>
        <p:txBody>
          <a:bodyPr/>
          <a:lstStyle/>
          <a:p>
            <a:endParaRPr lang="es-419"/>
          </a:p>
        </p:txBody>
      </p:sp>
      <p:sp>
        <p:nvSpPr>
          <p:cNvPr id="236" name="sha256-xor-bit-227-1">
            <a:extLst>
              <a:ext uri="{FF2B5EF4-FFF2-40B4-BE49-F238E27FC236}">
                <a16:creationId xmlns:a16="http://schemas.microsoft.com/office/drawing/2014/main" id="{76B9D1AC-87E7-40C6-AAA1-6A117673A978}"/>
              </a:ext>
            </a:extLst>
          </p:cNvPr>
          <p:cNvSpPr>
            <a:spLocks noGrp="1"/>
          </p:cNvSpPr>
          <p:nvPr/>
        </p:nvSpPr>
        <p:spPr>
          <a:xfrm>
            <a:off x="8467725" y="4886325"/>
            <a:ext cx="152400" cy="152400"/>
          </a:xfrm>
          <a:prstGeom prst="rect">
            <a:avLst/>
          </a:prstGeom>
          <a:solidFill>
            <a:srgbClr val="E4B084"/>
          </a:solidFill>
          <a:ln w="0">
            <a:noFill/>
            <a:prstDash val="solid"/>
          </a:ln>
        </p:spPr>
        <p:txBody>
          <a:bodyPr/>
          <a:lstStyle/>
          <a:p>
            <a:endParaRPr lang="es-419"/>
          </a:p>
        </p:txBody>
      </p:sp>
      <p:sp>
        <p:nvSpPr>
          <p:cNvPr id="237" name="sha256-xor-bit-228-1">
            <a:extLst>
              <a:ext uri="{FF2B5EF4-FFF2-40B4-BE49-F238E27FC236}">
                <a16:creationId xmlns:a16="http://schemas.microsoft.com/office/drawing/2014/main" id="{30BC8F03-8350-425E-A07A-C19EA09DDE88}"/>
              </a:ext>
            </a:extLst>
          </p:cNvPr>
          <p:cNvSpPr>
            <a:spLocks noGrp="1"/>
          </p:cNvSpPr>
          <p:nvPr/>
        </p:nvSpPr>
        <p:spPr>
          <a:xfrm>
            <a:off x="8667750" y="4886325"/>
            <a:ext cx="152400" cy="152400"/>
          </a:xfrm>
          <a:prstGeom prst="rect">
            <a:avLst/>
          </a:prstGeom>
          <a:solidFill>
            <a:srgbClr val="E4B084"/>
          </a:solidFill>
          <a:ln w="0">
            <a:noFill/>
            <a:prstDash val="solid"/>
          </a:ln>
        </p:spPr>
        <p:txBody>
          <a:bodyPr/>
          <a:lstStyle/>
          <a:p>
            <a:endParaRPr lang="es-419"/>
          </a:p>
        </p:txBody>
      </p:sp>
      <p:sp>
        <p:nvSpPr>
          <p:cNvPr id="238" name="sha256-xor-bit-229-0">
            <a:extLst>
              <a:ext uri="{FF2B5EF4-FFF2-40B4-BE49-F238E27FC236}">
                <a16:creationId xmlns:a16="http://schemas.microsoft.com/office/drawing/2014/main" id="{192EA9EC-EC5D-4848-9CB7-64622EC2EB31}"/>
              </a:ext>
            </a:extLst>
          </p:cNvPr>
          <p:cNvSpPr>
            <a:spLocks noGrp="1"/>
          </p:cNvSpPr>
          <p:nvPr/>
        </p:nvSpPr>
        <p:spPr>
          <a:xfrm>
            <a:off x="8867775" y="4886325"/>
            <a:ext cx="152400" cy="152400"/>
          </a:xfrm>
          <a:prstGeom prst="rect">
            <a:avLst/>
          </a:prstGeom>
          <a:solidFill>
            <a:srgbClr val="415864"/>
          </a:solidFill>
          <a:ln w="0">
            <a:noFill/>
            <a:prstDash val="solid"/>
          </a:ln>
        </p:spPr>
        <p:txBody>
          <a:bodyPr/>
          <a:lstStyle/>
          <a:p>
            <a:endParaRPr lang="es-419"/>
          </a:p>
        </p:txBody>
      </p:sp>
      <p:sp>
        <p:nvSpPr>
          <p:cNvPr id="239" name="sha256-xor-bit-230-1">
            <a:extLst>
              <a:ext uri="{FF2B5EF4-FFF2-40B4-BE49-F238E27FC236}">
                <a16:creationId xmlns:a16="http://schemas.microsoft.com/office/drawing/2014/main" id="{3B9390CE-BA3B-4FBB-87C2-B364051C1108}"/>
              </a:ext>
            </a:extLst>
          </p:cNvPr>
          <p:cNvSpPr>
            <a:spLocks noGrp="1"/>
          </p:cNvSpPr>
          <p:nvPr/>
        </p:nvSpPr>
        <p:spPr>
          <a:xfrm>
            <a:off x="9067800" y="4886325"/>
            <a:ext cx="152400" cy="152400"/>
          </a:xfrm>
          <a:prstGeom prst="rect">
            <a:avLst/>
          </a:prstGeom>
          <a:solidFill>
            <a:srgbClr val="E4B084"/>
          </a:solidFill>
          <a:ln w="0">
            <a:noFill/>
            <a:prstDash val="solid"/>
          </a:ln>
        </p:spPr>
        <p:txBody>
          <a:bodyPr/>
          <a:lstStyle/>
          <a:p>
            <a:endParaRPr lang="es-419"/>
          </a:p>
        </p:txBody>
      </p:sp>
      <p:sp>
        <p:nvSpPr>
          <p:cNvPr id="240" name="sha256-xor-bit-231-0">
            <a:extLst>
              <a:ext uri="{FF2B5EF4-FFF2-40B4-BE49-F238E27FC236}">
                <a16:creationId xmlns:a16="http://schemas.microsoft.com/office/drawing/2014/main" id="{8FEE5D9D-B8CC-4CA3-9E3A-FB2A949CFDDF}"/>
              </a:ext>
            </a:extLst>
          </p:cNvPr>
          <p:cNvSpPr>
            <a:spLocks noGrp="1"/>
          </p:cNvSpPr>
          <p:nvPr/>
        </p:nvSpPr>
        <p:spPr>
          <a:xfrm>
            <a:off x="9267825" y="4886325"/>
            <a:ext cx="152400" cy="152400"/>
          </a:xfrm>
          <a:prstGeom prst="rect">
            <a:avLst/>
          </a:prstGeom>
          <a:solidFill>
            <a:srgbClr val="415864"/>
          </a:solidFill>
          <a:ln w="0">
            <a:noFill/>
            <a:prstDash val="solid"/>
          </a:ln>
        </p:spPr>
        <p:txBody>
          <a:bodyPr/>
          <a:lstStyle/>
          <a:p>
            <a:endParaRPr lang="es-419"/>
          </a:p>
        </p:txBody>
      </p:sp>
      <p:sp>
        <p:nvSpPr>
          <p:cNvPr id="241" name="sha256-xor-bit-232-1">
            <a:extLst>
              <a:ext uri="{FF2B5EF4-FFF2-40B4-BE49-F238E27FC236}">
                <a16:creationId xmlns:a16="http://schemas.microsoft.com/office/drawing/2014/main" id="{BF820266-B813-43DB-9040-9C0A74E63F6A}"/>
              </a:ext>
            </a:extLst>
          </p:cNvPr>
          <p:cNvSpPr>
            <a:spLocks noGrp="1"/>
          </p:cNvSpPr>
          <p:nvPr/>
        </p:nvSpPr>
        <p:spPr>
          <a:xfrm>
            <a:off x="9467850" y="4886325"/>
            <a:ext cx="152400" cy="152400"/>
          </a:xfrm>
          <a:prstGeom prst="rect">
            <a:avLst/>
          </a:prstGeom>
          <a:solidFill>
            <a:srgbClr val="E4B084"/>
          </a:solidFill>
          <a:ln w="0">
            <a:noFill/>
            <a:prstDash val="solid"/>
          </a:ln>
        </p:spPr>
        <p:txBody>
          <a:bodyPr/>
          <a:lstStyle/>
          <a:p>
            <a:endParaRPr lang="es-419"/>
          </a:p>
        </p:txBody>
      </p:sp>
      <p:sp>
        <p:nvSpPr>
          <p:cNvPr id="242" name="sha256-xor-bit-233-1">
            <a:extLst>
              <a:ext uri="{FF2B5EF4-FFF2-40B4-BE49-F238E27FC236}">
                <a16:creationId xmlns:a16="http://schemas.microsoft.com/office/drawing/2014/main" id="{C490FC18-A704-4A45-80B5-0A2BC859C338}"/>
              </a:ext>
            </a:extLst>
          </p:cNvPr>
          <p:cNvSpPr>
            <a:spLocks noGrp="1"/>
          </p:cNvSpPr>
          <p:nvPr/>
        </p:nvSpPr>
        <p:spPr>
          <a:xfrm>
            <a:off x="9667875" y="4886325"/>
            <a:ext cx="152400" cy="152400"/>
          </a:xfrm>
          <a:prstGeom prst="rect">
            <a:avLst/>
          </a:prstGeom>
          <a:solidFill>
            <a:srgbClr val="E4B084"/>
          </a:solidFill>
          <a:ln w="0">
            <a:noFill/>
            <a:prstDash val="solid"/>
          </a:ln>
        </p:spPr>
        <p:txBody>
          <a:bodyPr/>
          <a:lstStyle/>
          <a:p>
            <a:endParaRPr lang="es-419"/>
          </a:p>
        </p:txBody>
      </p:sp>
      <p:sp>
        <p:nvSpPr>
          <p:cNvPr id="243" name="sha256-xor-bit-234-1">
            <a:extLst>
              <a:ext uri="{FF2B5EF4-FFF2-40B4-BE49-F238E27FC236}">
                <a16:creationId xmlns:a16="http://schemas.microsoft.com/office/drawing/2014/main" id="{F4920402-4AD5-49BE-97D3-676BE2423093}"/>
              </a:ext>
            </a:extLst>
          </p:cNvPr>
          <p:cNvSpPr>
            <a:spLocks noGrp="1"/>
          </p:cNvSpPr>
          <p:nvPr/>
        </p:nvSpPr>
        <p:spPr>
          <a:xfrm>
            <a:off x="9867900" y="4886325"/>
            <a:ext cx="152400" cy="152400"/>
          </a:xfrm>
          <a:prstGeom prst="rect">
            <a:avLst/>
          </a:prstGeom>
          <a:solidFill>
            <a:srgbClr val="E4B084"/>
          </a:solidFill>
          <a:ln w="0">
            <a:noFill/>
            <a:prstDash val="solid"/>
          </a:ln>
        </p:spPr>
        <p:txBody>
          <a:bodyPr/>
          <a:lstStyle/>
          <a:p>
            <a:endParaRPr lang="es-419"/>
          </a:p>
        </p:txBody>
      </p:sp>
      <p:sp>
        <p:nvSpPr>
          <p:cNvPr id="244" name="sha256-xor-bit-235-0">
            <a:extLst>
              <a:ext uri="{FF2B5EF4-FFF2-40B4-BE49-F238E27FC236}">
                <a16:creationId xmlns:a16="http://schemas.microsoft.com/office/drawing/2014/main" id="{C0049E3D-73F3-41D4-9728-E1F010861665}"/>
              </a:ext>
            </a:extLst>
          </p:cNvPr>
          <p:cNvSpPr>
            <a:spLocks noGrp="1"/>
          </p:cNvSpPr>
          <p:nvPr/>
        </p:nvSpPr>
        <p:spPr>
          <a:xfrm>
            <a:off x="10067925" y="4886325"/>
            <a:ext cx="152400" cy="152400"/>
          </a:xfrm>
          <a:prstGeom prst="rect">
            <a:avLst/>
          </a:prstGeom>
          <a:solidFill>
            <a:srgbClr val="415864"/>
          </a:solidFill>
          <a:ln w="0">
            <a:noFill/>
            <a:prstDash val="solid"/>
          </a:ln>
        </p:spPr>
        <p:txBody>
          <a:bodyPr/>
          <a:lstStyle/>
          <a:p>
            <a:endParaRPr lang="es-419"/>
          </a:p>
        </p:txBody>
      </p:sp>
      <p:sp>
        <p:nvSpPr>
          <p:cNvPr id="245" name="sha256-xor-bit-236-1">
            <a:extLst>
              <a:ext uri="{FF2B5EF4-FFF2-40B4-BE49-F238E27FC236}">
                <a16:creationId xmlns:a16="http://schemas.microsoft.com/office/drawing/2014/main" id="{F58E5203-C394-4F2A-8E62-E7EF783D28E7}"/>
              </a:ext>
            </a:extLst>
          </p:cNvPr>
          <p:cNvSpPr>
            <a:spLocks noGrp="1"/>
          </p:cNvSpPr>
          <p:nvPr/>
        </p:nvSpPr>
        <p:spPr>
          <a:xfrm>
            <a:off x="10267950" y="4886325"/>
            <a:ext cx="152400" cy="152400"/>
          </a:xfrm>
          <a:prstGeom prst="rect">
            <a:avLst/>
          </a:prstGeom>
          <a:solidFill>
            <a:srgbClr val="E4B084"/>
          </a:solidFill>
          <a:ln w="0">
            <a:noFill/>
            <a:prstDash val="solid"/>
          </a:ln>
        </p:spPr>
        <p:txBody>
          <a:bodyPr/>
          <a:lstStyle/>
          <a:p>
            <a:endParaRPr lang="es-419"/>
          </a:p>
        </p:txBody>
      </p:sp>
      <p:sp>
        <p:nvSpPr>
          <p:cNvPr id="246" name="sha256-xor-bit-237-1">
            <a:extLst>
              <a:ext uri="{FF2B5EF4-FFF2-40B4-BE49-F238E27FC236}">
                <a16:creationId xmlns:a16="http://schemas.microsoft.com/office/drawing/2014/main" id="{B29E3C32-9A63-49D7-B1DF-E326BB945180}"/>
              </a:ext>
            </a:extLst>
          </p:cNvPr>
          <p:cNvSpPr>
            <a:spLocks noGrp="1"/>
          </p:cNvSpPr>
          <p:nvPr/>
        </p:nvSpPr>
        <p:spPr>
          <a:xfrm>
            <a:off x="10467975" y="4886325"/>
            <a:ext cx="152400" cy="152400"/>
          </a:xfrm>
          <a:prstGeom prst="rect">
            <a:avLst/>
          </a:prstGeom>
          <a:solidFill>
            <a:srgbClr val="E4B084"/>
          </a:solidFill>
          <a:ln w="0">
            <a:noFill/>
            <a:prstDash val="solid"/>
          </a:ln>
        </p:spPr>
        <p:txBody>
          <a:bodyPr/>
          <a:lstStyle/>
          <a:p>
            <a:endParaRPr lang="es-419"/>
          </a:p>
        </p:txBody>
      </p:sp>
      <p:sp>
        <p:nvSpPr>
          <p:cNvPr id="247" name="sha256-xor-bit-238-1">
            <a:extLst>
              <a:ext uri="{FF2B5EF4-FFF2-40B4-BE49-F238E27FC236}">
                <a16:creationId xmlns:a16="http://schemas.microsoft.com/office/drawing/2014/main" id="{FD9179F7-F868-4ADA-B1F2-EFEE61B3828D}"/>
              </a:ext>
            </a:extLst>
          </p:cNvPr>
          <p:cNvSpPr>
            <a:spLocks noGrp="1"/>
          </p:cNvSpPr>
          <p:nvPr/>
        </p:nvSpPr>
        <p:spPr>
          <a:xfrm>
            <a:off x="10668000" y="4886325"/>
            <a:ext cx="152400" cy="152400"/>
          </a:xfrm>
          <a:prstGeom prst="rect">
            <a:avLst/>
          </a:prstGeom>
          <a:solidFill>
            <a:srgbClr val="E4B084"/>
          </a:solidFill>
          <a:ln w="0">
            <a:noFill/>
            <a:prstDash val="solid"/>
          </a:ln>
        </p:spPr>
        <p:txBody>
          <a:bodyPr/>
          <a:lstStyle/>
          <a:p>
            <a:endParaRPr lang="es-419"/>
          </a:p>
        </p:txBody>
      </p:sp>
      <p:sp>
        <p:nvSpPr>
          <p:cNvPr id="248" name="sha256-xor-bit-239-0">
            <a:extLst>
              <a:ext uri="{FF2B5EF4-FFF2-40B4-BE49-F238E27FC236}">
                <a16:creationId xmlns:a16="http://schemas.microsoft.com/office/drawing/2014/main" id="{84F9F40C-DB9F-4E4B-B888-D584BA74EBA7}"/>
              </a:ext>
            </a:extLst>
          </p:cNvPr>
          <p:cNvSpPr>
            <a:spLocks noGrp="1"/>
          </p:cNvSpPr>
          <p:nvPr/>
        </p:nvSpPr>
        <p:spPr>
          <a:xfrm>
            <a:off x="10868025" y="4886325"/>
            <a:ext cx="152400" cy="152400"/>
          </a:xfrm>
          <a:prstGeom prst="rect">
            <a:avLst/>
          </a:prstGeom>
          <a:solidFill>
            <a:srgbClr val="415864"/>
          </a:solidFill>
          <a:ln w="0">
            <a:noFill/>
            <a:prstDash val="solid"/>
          </a:ln>
        </p:spPr>
        <p:txBody>
          <a:bodyPr/>
          <a:lstStyle/>
          <a:p>
            <a:endParaRPr lang="es-419"/>
          </a:p>
        </p:txBody>
      </p:sp>
      <p:sp>
        <p:nvSpPr>
          <p:cNvPr id="249" name="sha256-xor-bit-240-1">
            <a:extLst>
              <a:ext uri="{FF2B5EF4-FFF2-40B4-BE49-F238E27FC236}">
                <a16:creationId xmlns:a16="http://schemas.microsoft.com/office/drawing/2014/main" id="{4ABFA70E-01D1-4F56-97DE-417E3A960860}"/>
              </a:ext>
            </a:extLst>
          </p:cNvPr>
          <p:cNvSpPr>
            <a:spLocks noGrp="1"/>
          </p:cNvSpPr>
          <p:nvPr/>
        </p:nvSpPr>
        <p:spPr>
          <a:xfrm>
            <a:off x="7867650" y="5086350"/>
            <a:ext cx="152400" cy="152400"/>
          </a:xfrm>
          <a:prstGeom prst="rect">
            <a:avLst/>
          </a:prstGeom>
          <a:solidFill>
            <a:srgbClr val="E4B084"/>
          </a:solidFill>
          <a:ln w="0">
            <a:noFill/>
            <a:prstDash val="solid"/>
          </a:ln>
        </p:spPr>
        <p:txBody>
          <a:bodyPr/>
          <a:lstStyle/>
          <a:p>
            <a:endParaRPr lang="es-419"/>
          </a:p>
        </p:txBody>
      </p:sp>
      <p:sp>
        <p:nvSpPr>
          <p:cNvPr id="250" name="sha256-xor-bit-241-0">
            <a:extLst>
              <a:ext uri="{FF2B5EF4-FFF2-40B4-BE49-F238E27FC236}">
                <a16:creationId xmlns:a16="http://schemas.microsoft.com/office/drawing/2014/main" id="{9D3D81E9-B69A-4D1E-AAEE-3A1BDDD516D3}"/>
              </a:ext>
            </a:extLst>
          </p:cNvPr>
          <p:cNvSpPr>
            <a:spLocks noGrp="1"/>
          </p:cNvSpPr>
          <p:nvPr/>
        </p:nvSpPr>
        <p:spPr>
          <a:xfrm>
            <a:off x="8067675" y="5086350"/>
            <a:ext cx="152400" cy="152400"/>
          </a:xfrm>
          <a:prstGeom prst="rect">
            <a:avLst/>
          </a:prstGeom>
          <a:solidFill>
            <a:srgbClr val="415864"/>
          </a:solidFill>
          <a:ln w="0">
            <a:noFill/>
            <a:prstDash val="solid"/>
          </a:ln>
        </p:spPr>
        <p:txBody>
          <a:bodyPr/>
          <a:lstStyle/>
          <a:p>
            <a:endParaRPr lang="es-419"/>
          </a:p>
        </p:txBody>
      </p:sp>
      <p:sp>
        <p:nvSpPr>
          <p:cNvPr id="251" name="sha256-xor-bit-242-0">
            <a:extLst>
              <a:ext uri="{FF2B5EF4-FFF2-40B4-BE49-F238E27FC236}">
                <a16:creationId xmlns:a16="http://schemas.microsoft.com/office/drawing/2014/main" id="{5377AECA-7076-4E8F-AA19-36E12C78D096}"/>
              </a:ext>
            </a:extLst>
          </p:cNvPr>
          <p:cNvSpPr>
            <a:spLocks noGrp="1"/>
          </p:cNvSpPr>
          <p:nvPr/>
        </p:nvSpPr>
        <p:spPr>
          <a:xfrm>
            <a:off x="8267700" y="5086350"/>
            <a:ext cx="152400" cy="152400"/>
          </a:xfrm>
          <a:prstGeom prst="rect">
            <a:avLst/>
          </a:prstGeom>
          <a:solidFill>
            <a:srgbClr val="415864"/>
          </a:solidFill>
          <a:ln w="0">
            <a:noFill/>
            <a:prstDash val="solid"/>
          </a:ln>
        </p:spPr>
        <p:txBody>
          <a:bodyPr/>
          <a:lstStyle/>
          <a:p>
            <a:endParaRPr lang="es-419"/>
          </a:p>
        </p:txBody>
      </p:sp>
      <p:sp>
        <p:nvSpPr>
          <p:cNvPr id="252" name="sha256-xor-bit-243-0">
            <a:extLst>
              <a:ext uri="{FF2B5EF4-FFF2-40B4-BE49-F238E27FC236}">
                <a16:creationId xmlns:a16="http://schemas.microsoft.com/office/drawing/2014/main" id="{9E8FF3EA-A681-4578-AABC-2CD568E69D97}"/>
              </a:ext>
            </a:extLst>
          </p:cNvPr>
          <p:cNvSpPr>
            <a:spLocks noGrp="1"/>
          </p:cNvSpPr>
          <p:nvPr/>
        </p:nvSpPr>
        <p:spPr>
          <a:xfrm>
            <a:off x="8467725" y="5086350"/>
            <a:ext cx="152400" cy="152400"/>
          </a:xfrm>
          <a:prstGeom prst="rect">
            <a:avLst/>
          </a:prstGeom>
          <a:solidFill>
            <a:srgbClr val="415864"/>
          </a:solidFill>
          <a:ln w="0">
            <a:noFill/>
            <a:prstDash val="solid"/>
          </a:ln>
        </p:spPr>
        <p:txBody>
          <a:bodyPr/>
          <a:lstStyle/>
          <a:p>
            <a:endParaRPr lang="es-419"/>
          </a:p>
        </p:txBody>
      </p:sp>
      <p:sp>
        <p:nvSpPr>
          <p:cNvPr id="253" name="sha256-xor-bit-244-0">
            <a:extLst>
              <a:ext uri="{FF2B5EF4-FFF2-40B4-BE49-F238E27FC236}">
                <a16:creationId xmlns:a16="http://schemas.microsoft.com/office/drawing/2014/main" id="{0242382A-D0AF-4DDB-BFE5-13FC5C9F6084}"/>
              </a:ext>
            </a:extLst>
          </p:cNvPr>
          <p:cNvSpPr>
            <a:spLocks noGrp="1"/>
          </p:cNvSpPr>
          <p:nvPr/>
        </p:nvSpPr>
        <p:spPr>
          <a:xfrm>
            <a:off x="8667750" y="5086350"/>
            <a:ext cx="152400" cy="152400"/>
          </a:xfrm>
          <a:prstGeom prst="rect">
            <a:avLst/>
          </a:prstGeom>
          <a:solidFill>
            <a:srgbClr val="415864"/>
          </a:solidFill>
          <a:ln w="0">
            <a:noFill/>
            <a:prstDash val="solid"/>
          </a:ln>
        </p:spPr>
        <p:txBody>
          <a:bodyPr/>
          <a:lstStyle/>
          <a:p>
            <a:endParaRPr lang="es-419"/>
          </a:p>
        </p:txBody>
      </p:sp>
      <p:sp>
        <p:nvSpPr>
          <p:cNvPr id="254" name="sha256-xor-bit-245-1">
            <a:extLst>
              <a:ext uri="{FF2B5EF4-FFF2-40B4-BE49-F238E27FC236}">
                <a16:creationId xmlns:a16="http://schemas.microsoft.com/office/drawing/2014/main" id="{92FE1713-0B3C-4D58-AFA9-CBCBAE1BBCA1}"/>
              </a:ext>
            </a:extLst>
          </p:cNvPr>
          <p:cNvSpPr>
            <a:spLocks noGrp="1"/>
          </p:cNvSpPr>
          <p:nvPr/>
        </p:nvSpPr>
        <p:spPr>
          <a:xfrm>
            <a:off x="8867775" y="5086350"/>
            <a:ext cx="152400" cy="152400"/>
          </a:xfrm>
          <a:prstGeom prst="rect">
            <a:avLst/>
          </a:prstGeom>
          <a:solidFill>
            <a:srgbClr val="E4B084"/>
          </a:solidFill>
          <a:ln w="0">
            <a:noFill/>
            <a:prstDash val="solid"/>
          </a:ln>
        </p:spPr>
        <p:txBody>
          <a:bodyPr/>
          <a:lstStyle/>
          <a:p>
            <a:endParaRPr lang="es-419"/>
          </a:p>
        </p:txBody>
      </p:sp>
      <p:sp>
        <p:nvSpPr>
          <p:cNvPr id="255" name="sha256-xor-bit-246-0">
            <a:extLst>
              <a:ext uri="{FF2B5EF4-FFF2-40B4-BE49-F238E27FC236}">
                <a16:creationId xmlns:a16="http://schemas.microsoft.com/office/drawing/2014/main" id="{B5B2F957-7A5D-4E6B-A13C-70EF67AA92F4}"/>
              </a:ext>
            </a:extLst>
          </p:cNvPr>
          <p:cNvSpPr>
            <a:spLocks noGrp="1"/>
          </p:cNvSpPr>
          <p:nvPr/>
        </p:nvSpPr>
        <p:spPr>
          <a:xfrm>
            <a:off x="9067800" y="5086350"/>
            <a:ext cx="152400" cy="152400"/>
          </a:xfrm>
          <a:prstGeom prst="rect">
            <a:avLst/>
          </a:prstGeom>
          <a:solidFill>
            <a:srgbClr val="415864"/>
          </a:solidFill>
          <a:ln w="0">
            <a:noFill/>
            <a:prstDash val="solid"/>
          </a:ln>
        </p:spPr>
        <p:txBody>
          <a:bodyPr/>
          <a:lstStyle/>
          <a:p>
            <a:endParaRPr lang="es-419"/>
          </a:p>
        </p:txBody>
      </p:sp>
      <p:sp>
        <p:nvSpPr>
          <p:cNvPr id="256" name="sha256-xor-bit-247-0">
            <a:extLst>
              <a:ext uri="{FF2B5EF4-FFF2-40B4-BE49-F238E27FC236}">
                <a16:creationId xmlns:a16="http://schemas.microsoft.com/office/drawing/2014/main" id="{147DE4CB-959D-4BA9-8975-D094139CA895}"/>
              </a:ext>
            </a:extLst>
          </p:cNvPr>
          <p:cNvSpPr>
            <a:spLocks noGrp="1"/>
          </p:cNvSpPr>
          <p:nvPr/>
        </p:nvSpPr>
        <p:spPr>
          <a:xfrm>
            <a:off x="9267825" y="5086350"/>
            <a:ext cx="152400" cy="152400"/>
          </a:xfrm>
          <a:prstGeom prst="rect">
            <a:avLst/>
          </a:prstGeom>
          <a:solidFill>
            <a:srgbClr val="415864"/>
          </a:solidFill>
          <a:ln w="0">
            <a:noFill/>
            <a:prstDash val="solid"/>
          </a:ln>
        </p:spPr>
        <p:txBody>
          <a:bodyPr/>
          <a:lstStyle/>
          <a:p>
            <a:endParaRPr lang="es-419"/>
          </a:p>
        </p:txBody>
      </p:sp>
      <p:sp>
        <p:nvSpPr>
          <p:cNvPr id="257" name="sha256-xor-bit-248-1">
            <a:extLst>
              <a:ext uri="{FF2B5EF4-FFF2-40B4-BE49-F238E27FC236}">
                <a16:creationId xmlns:a16="http://schemas.microsoft.com/office/drawing/2014/main" id="{B9B88E8A-7DBB-4F3E-9F6D-B373B4649937}"/>
              </a:ext>
            </a:extLst>
          </p:cNvPr>
          <p:cNvSpPr>
            <a:spLocks noGrp="1"/>
          </p:cNvSpPr>
          <p:nvPr/>
        </p:nvSpPr>
        <p:spPr>
          <a:xfrm>
            <a:off x="9467850" y="5086350"/>
            <a:ext cx="152400" cy="152400"/>
          </a:xfrm>
          <a:prstGeom prst="rect">
            <a:avLst/>
          </a:prstGeom>
          <a:solidFill>
            <a:srgbClr val="E4B084"/>
          </a:solidFill>
          <a:ln w="0">
            <a:noFill/>
            <a:prstDash val="solid"/>
          </a:ln>
        </p:spPr>
        <p:txBody>
          <a:bodyPr/>
          <a:lstStyle/>
          <a:p>
            <a:endParaRPr lang="es-419"/>
          </a:p>
        </p:txBody>
      </p:sp>
      <p:sp>
        <p:nvSpPr>
          <p:cNvPr id="258" name="sha256-xor-bit-249-0">
            <a:extLst>
              <a:ext uri="{FF2B5EF4-FFF2-40B4-BE49-F238E27FC236}">
                <a16:creationId xmlns:a16="http://schemas.microsoft.com/office/drawing/2014/main" id="{7328A15A-71B1-41C5-9BCA-C2DB25D1F4F7}"/>
              </a:ext>
            </a:extLst>
          </p:cNvPr>
          <p:cNvSpPr>
            <a:spLocks noGrp="1"/>
          </p:cNvSpPr>
          <p:nvPr/>
        </p:nvSpPr>
        <p:spPr>
          <a:xfrm>
            <a:off x="9667875" y="5086350"/>
            <a:ext cx="152400" cy="152400"/>
          </a:xfrm>
          <a:prstGeom prst="rect">
            <a:avLst/>
          </a:prstGeom>
          <a:solidFill>
            <a:srgbClr val="415864"/>
          </a:solidFill>
          <a:ln w="0">
            <a:noFill/>
            <a:prstDash val="solid"/>
          </a:ln>
        </p:spPr>
        <p:txBody>
          <a:bodyPr/>
          <a:lstStyle/>
          <a:p>
            <a:endParaRPr lang="es-419"/>
          </a:p>
        </p:txBody>
      </p:sp>
      <p:sp>
        <p:nvSpPr>
          <p:cNvPr id="259" name="sha256-xor-bit-250-1">
            <a:extLst>
              <a:ext uri="{FF2B5EF4-FFF2-40B4-BE49-F238E27FC236}">
                <a16:creationId xmlns:a16="http://schemas.microsoft.com/office/drawing/2014/main" id="{E14A3CEE-0AEA-4F09-8784-473C7C9CC8EC}"/>
              </a:ext>
            </a:extLst>
          </p:cNvPr>
          <p:cNvSpPr>
            <a:spLocks noGrp="1"/>
          </p:cNvSpPr>
          <p:nvPr/>
        </p:nvSpPr>
        <p:spPr>
          <a:xfrm>
            <a:off x="9867900" y="5086350"/>
            <a:ext cx="152400" cy="152400"/>
          </a:xfrm>
          <a:prstGeom prst="rect">
            <a:avLst/>
          </a:prstGeom>
          <a:solidFill>
            <a:srgbClr val="E4B084"/>
          </a:solidFill>
          <a:ln w="0">
            <a:noFill/>
            <a:prstDash val="solid"/>
          </a:ln>
        </p:spPr>
        <p:txBody>
          <a:bodyPr/>
          <a:lstStyle/>
          <a:p>
            <a:endParaRPr lang="es-419"/>
          </a:p>
        </p:txBody>
      </p:sp>
      <p:sp>
        <p:nvSpPr>
          <p:cNvPr id="260" name="sha256-xor-bit-251-1">
            <a:extLst>
              <a:ext uri="{FF2B5EF4-FFF2-40B4-BE49-F238E27FC236}">
                <a16:creationId xmlns:a16="http://schemas.microsoft.com/office/drawing/2014/main" id="{2F078DA2-4A48-4F52-A3FF-266F58B5659E}"/>
              </a:ext>
            </a:extLst>
          </p:cNvPr>
          <p:cNvSpPr>
            <a:spLocks noGrp="1"/>
          </p:cNvSpPr>
          <p:nvPr/>
        </p:nvSpPr>
        <p:spPr>
          <a:xfrm>
            <a:off x="10067925" y="5086350"/>
            <a:ext cx="152400" cy="152400"/>
          </a:xfrm>
          <a:prstGeom prst="rect">
            <a:avLst/>
          </a:prstGeom>
          <a:solidFill>
            <a:srgbClr val="E4B084"/>
          </a:solidFill>
          <a:ln w="0">
            <a:noFill/>
            <a:prstDash val="solid"/>
          </a:ln>
        </p:spPr>
        <p:txBody>
          <a:bodyPr/>
          <a:lstStyle/>
          <a:p>
            <a:endParaRPr lang="es-419"/>
          </a:p>
        </p:txBody>
      </p:sp>
      <p:sp>
        <p:nvSpPr>
          <p:cNvPr id="261" name="sha256-xor-bit-252-0">
            <a:extLst>
              <a:ext uri="{FF2B5EF4-FFF2-40B4-BE49-F238E27FC236}">
                <a16:creationId xmlns:a16="http://schemas.microsoft.com/office/drawing/2014/main" id="{31C0DC27-86F0-409F-B1FE-280D56422704}"/>
              </a:ext>
            </a:extLst>
          </p:cNvPr>
          <p:cNvSpPr>
            <a:spLocks noGrp="1"/>
          </p:cNvSpPr>
          <p:nvPr/>
        </p:nvSpPr>
        <p:spPr>
          <a:xfrm>
            <a:off x="10267950" y="5086350"/>
            <a:ext cx="152400" cy="152400"/>
          </a:xfrm>
          <a:prstGeom prst="rect">
            <a:avLst/>
          </a:prstGeom>
          <a:solidFill>
            <a:srgbClr val="415864"/>
          </a:solidFill>
          <a:ln w="0">
            <a:noFill/>
            <a:prstDash val="solid"/>
          </a:ln>
        </p:spPr>
        <p:txBody>
          <a:bodyPr/>
          <a:lstStyle/>
          <a:p>
            <a:endParaRPr lang="es-419"/>
          </a:p>
        </p:txBody>
      </p:sp>
      <p:sp>
        <p:nvSpPr>
          <p:cNvPr id="262" name="sha256-xor-bit-253-0">
            <a:extLst>
              <a:ext uri="{FF2B5EF4-FFF2-40B4-BE49-F238E27FC236}">
                <a16:creationId xmlns:a16="http://schemas.microsoft.com/office/drawing/2014/main" id="{35D9D74B-DF95-48CB-80B9-D898BFDDC84B}"/>
              </a:ext>
            </a:extLst>
          </p:cNvPr>
          <p:cNvSpPr>
            <a:spLocks noGrp="1"/>
          </p:cNvSpPr>
          <p:nvPr/>
        </p:nvSpPr>
        <p:spPr>
          <a:xfrm>
            <a:off x="10467975" y="5086350"/>
            <a:ext cx="152400" cy="152400"/>
          </a:xfrm>
          <a:prstGeom prst="rect">
            <a:avLst/>
          </a:prstGeom>
          <a:solidFill>
            <a:srgbClr val="415864"/>
          </a:solidFill>
          <a:ln w="0">
            <a:noFill/>
            <a:prstDash val="solid"/>
          </a:ln>
        </p:spPr>
        <p:txBody>
          <a:bodyPr/>
          <a:lstStyle/>
          <a:p>
            <a:endParaRPr lang="es-419"/>
          </a:p>
        </p:txBody>
      </p:sp>
      <p:sp>
        <p:nvSpPr>
          <p:cNvPr id="263" name="sha256-xor-bit-254-0">
            <a:extLst>
              <a:ext uri="{FF2B5EF4-FFF2-40B4-BE49-F238E27FC236}">
                <a16:creationId xmlns:a16="http://schemas.microsoft.com/office/drawing/2014/main" id="{5C9DFF89-38F5-49F8-8E55-96E3AF775DE8}"/>
              </a:ext>
            </a:extLst>
          </p:cNvPr>
          <p:cNvSpPr>
            <a:spLocks noGrp="1"/>
          </p:cNvSpPr>
          <p:nvPr/>
        </p:nvSpPr>
        <p:spPr>
          <a:xfrm>
            <a:off x="10668000" y="5086350"/>
            <a:ext cx="152400" cy="152400"/>
          </a:xfrm>
          <a:prstGeom prst="rect">
            <a:avLst/>
          </a:prstGeom>
          <a:solidFill>
            <a:srgbClr val="415864"/>
          </a:solidFill>
          <a:ln w="0">
            <a:noFill/>
            <a:prstDash val="solid"/>
          </a:ln>
        </p:spPr>
        <p:txBody>
          <a:bodyPr/>
          <a:lstStyle/>
          <a:p>
            <a:endParaRPr lang="es-419"/>
          </a:p>
        </p:txBody>
      </p:sp>
      <p:sp>
        <p:nvSpPr>
          <p:cNvPr id="264" name="sha256-xor-bit-255-1">
            <a:extLst>
              <a:ext uri="{FF2B5EF4-FFF2-40B4-BE49-F238E27FC236}">
                <a16:creationId xmlns:a16="http://schemas.microsoft.com/office/drawing/2014/main" id="{9013C2AC-17B6-46E1-98C1-80EA0C2AEE37}"/>
              </a:ext>
            </a:extLst>
          </p:cNvPr>
          <p:cNvSpPr>
            <a:spLocks noGrp="1"/>
          </p:cNvSpPr>
          <p:nvPr/>
        </p:nvSpPr>
        <p:spPr>
          <a:xfrm>
            <a:off x="10868025" y="5086350"/>
            <a:ext cx="152400" cy="152400"/>
          </a:xfrm>
          <a:prstGeom prst="rect">
            <a:avLst/>
          </a:prstGeom>
          <a:solidFill>
            <a:srgbClr val="E4B084"/>
          </a:solidFill>
          <a:ln w="0">
            <a:noFill/>
            <a:prstDash val="solid"/>
          </a:ln>
        </p:spPr>
        <p:txBody>
          <a:bodyPr/>
          <a:lstStyle/>
          <a:p>
            <a:endParaRPr lang="es-419"/>
          </a:p>
        </p:txBody>
      </p:sp>
      <p:sp>
        <p:nvSpPr>
          <p:cNvPr id="265" name="text-191">
            <a:extLst>
              <a:ext uri="{FF2B5EF4-FFF2-40B4-BE49-F238E27FC236}">
                <a16:creationId xmlns:a16="http://schemas.microsoft.com/office/drawing/2014/main" id="{0B5E950D-B906-4E1C-B328-02919D2E4F35}"/>
              </a:ext>
            </a:extLst>
          </p:cNvPr>
          <p:cNvSpPr>
            <a:spLocks noGrp="1"/>
          </p:cNvSpPr>
          <p:nvPr/>
        </p:nvSpPr>
        <p:spPr>
          <a:xfrm>
            <a:off x="7867650" y="5514975"/>
            <a:ext cx="3714750" cy="523875"/>
          </a:xfrm>
          <a:prstGeom prst="rect">
            <a:avLst/>
          </a:prstGeom>
          <a:noFill/>
          <a:ln w="0">
            <a:noFill/>
            <a:prstDash val="solid"/>
          </a:ln>
        </p:spPr>
        <p:txBody>
          <a:bodyPr wrap="square" lIns="0" tIns="0" rIns="0" bIns="0" anchor="t">
            <a:noAutofit/>
          </a:bodyPr>
          <a:lstStyle>
            <a:defPPr>
              <a:defRPr sz="1575" b="0">
                <a:solidFill>
                  <a:srgbClr val="9AC5CC"/>
                </a:solidFill>
                <a:latin typeface="Manrope"/>
                <a:ea typeface="Manrope"/>
                <a:cs typeface="Manrope"/>
              </a:defRPr>
            </a:defPPr>
            <a:lvl1pPr>
              <a:defRPr sz="1575" b="0">
                <a:solidFill>
                  <a:srgbClr val="9AC5CC"/>
                </a:solidFill>
                <a:latin typeface="Manrope"/>
                <a:ea typeface="Manrope"/>
                <a:cs typeface="Manrope"/>
              </a:defRPr>
            </a:lvl1pPr>
            <a:lvl2pPr>
              <a:defRPr sz="1575" b="0">
                <a:solidFill>
                  <a:srgbClr val="9AC5CC"/>
                </a:solidFill>
                <a:latin typeface="Manrope"/>
                <a:ea typeface="Manrope"/>
                <a:cs typeface="Manrope"/>
              </a:defRPr>
            </a:lvl2pPr>
            <a:lvl3pPr>
              <a:defRPr sz="1575" b="0">
                <a:solidFill>
                  <a:srgbClr val="9AC5CC"/>
                </a:solidFill>
                <a:latin typeface="Manrope"/>
                <a:ea typeface="Manrope"/>
                <a:cs typeface="Manrope"/>
              </a:defRPr>
            </a:lvl3pPr>
            <a:lvl4pPr>
              <a:defRPr sz="1575" b="0">
                <a:solidFill>
                  <a:srgbClr val="9AC5CC"/>
                </a:solidFill>
                <a:latin typeface="Manrope"/>
                <a:ea typeface="Manrope"/>
                <a:cs typeface="Manrope"/>
              </a:defRPr>
            </a:lvl4pPr>
            <a:lvl5pPr>
              <a:defRPr sz="1575" b="0">
                <a:solidFill>
                  <a:srgbClr val="9AC5CC"/>
                </a:solidFill>
                <a:latin typeface="Manrope"/>
                <a:ea typeface="Manrope"/>
                <a:cs typeface="Manrope"/>
              </a:defRPr>
            </a:lvl5pPr>
            <a:lvl6pPr>
              <a:defRPr sz="1575" b="0">
                <a:solidFill>
                  <a:srgbClr val="9AC5CC"/>
                </a:solidFill>
                <a:latin typeface="Manrope"/>
                <a:ea typeface="Manrope"/>
                <a:cs typeface="Manrope"/>
              </a:defRPr>
            </a:lvl6pPr>
            <a:lvl7pPr>
              <a:defRPr sz="1575" b="0">
                <a:solidFill>
                  <a:srgbClr val="9AC5CC"/>
                </a:solidFill>
                <a:latin typeface="Manrope"/>
                <a:ea typeface="Manrope"/>
                <a:cs typeface="Manrope"/>
              </a:defRPr>
            </a:lvl7pPr>
            <a:lvl8pPr>
              <a:defRPr sz="1575" b="0">
                <a:solidFill>
                  <a:srgbClr val="9AC5CC"/>
                </a:solidFill>
                <a:latin typeface="Manrope"/>
                <a:ea typeface="Manrope"/>
                <a:cs typeface="Manrope"/>
              </a:defRPr>
            </a:lvl8pPr>
            <a:lvl9pPr>
              <a:defRPr sz="1575" b="0">
                <a:solidFill>
                  <a:srgbClr val="9AC5CC"/>
                </a:solidFill>
                <a:latin typeface="Manrope"/>
                <a:ea typeface="Manrope"/>
                <a:cs typeface="Manrope"/>
              </a:defRPr>
            </a:lvl9pPr>
          </a:lstStyle>
          <a:p>
            <a:pPr>
              <a:defRPr sz="1575" b="0">
                <a:solidFill>
                  <a:srgbClr val="9AC5CC"/>
                </a:solidFill>
                <a:latin typeface="Manrope"/>
                <a:ea typeface="Manrope"/>
                <a:cs typeface="Manrope"/>
              </a:defRPr>
            </a:pPr>
            <a:r>
              <a:rPr sz="1575" b="0">
                <a:solidFill>
                  <a:srgbClr val="9AC5CC"/>
                </a:solidFill>
                <a:latin typeface="Manrope"/>
                <a:ea typeface="Manrope"/>
                <a:cs typeface="Manrope"/>
              </a:rPr>
              <a:t>Cada cuadrado representa un bit.</a:t>
            </a:r>
          </a:p>
        </p:txBody>
      </p:sp>
      <p:sp>
        <p:nvSpPr>
          <p:cNvPr id="266" name="text-192">
            <a:extLst>
              <a:ext uri="{FF2B5EF4-FFF2-40B4-BE49-F238E27FC236}">
                <a16:creationId xmlns:a16="http://schemas.microsoft.com/office/drawing/2014/main" id="{D090616D-96FE-4D68-96A0-7B352D90F5E9}"/>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9AC5CC"/>
                </a:solidFill>
                <a:latin typeface="Manrope"/>
                <a:ea typeface="Manrope"/>
                <a:cs typeface="Manrope"/>
              </a:defRPr>
            </a:defPPr>
            <a:lvl1pPr>
              <a:defRPr sz="1200" b="0">
                <a:solidFill>
                  <a:srgbClr val="9AC5CC"/>
                </a:solidFill>
                <a:latin typeface="Manrope"/>
                <a:ea typeface="Manrope"/>
                <a:cs typeface="Manrope"/>
              </a:defRPr>
            </a:lvl1pPr>
            <a:lvl2pPr>
              <a:defRPr sz="1200" b="0">
                <a:solidFill>
                  <a:srgbClr val="9AC5CC"/>
                </a:solidFill>
                <a:latin typeface="Manrope"/>
                <a:ea typeface="Manrope"/>
                <a:cs typeface="Manrope"/>
              </a:defRPr>
            </a:lvl2pPr>
            <a:lvl3pPr>
              <a:defRPr sz="1200" b="0">
                <a:solidFill>
                  <a:srgbClr val="9AC5CC"/>
                </a:solidFill>
                <a:latin typeface="Manrope"/>
                <a:ea typeface="Manrope"/>
                <a:cs typeface="Manrope"/>
              </a:defRPr>
            </a:lvl3pPr>
            <a:lvl4pPr>
              <a:defRPr sz="1200" b="0">
                <a:solidFill>
                  <a:srgbClr val="9AC5CC"/>
                </a:solidFill>
                <a:latin typeface="Manrope"/>
                <a:ea typeface="Manrope"/>
                <a:cs typeface="Manrope"/>
              </a:defRPr>
            </a:lvl4pPr>
            <a:lvl5pPr>
              <a:defRPr sz="1200" b="0">
                <a:solidFill>
                  <a:srgbClr val="9AC5CC"/>
                </a:solidFill>
                <a:latin typeface="Manrope"/>
                <a:ea typeface="Manrope"/>
                <a:cs typeface="Manrope"/>
              </a:defRPr>
            </a:lvl5pPr>
            <a:lvl6pPr>
              <a:defRPr sz="1200" b="0">
                <a:solidFill>
                  <a:srgbClr val="9AC5CC"/>
                </a:solidFill>
                <a:latin typeface="Manrope"/>
                <a:ea typeface="Manrope"/>
                <a:cs typeface="Manrope"/>
              </a:defRPr>
            </a:lvl6pPr>
            <a:lvl7pPr>
              <a:defRPr sz="1200" b="0">
                <a:solidFill>
                  <a:srgbClr val="9AC5CC"/>
                </a:solidFill>
                <a:latin typeface="Manrope"/>
                <a:ea typeface="Manrope"/>
                <a:cs typeface="Manrope"/>
              </a:defRPr>
            </a:lvl7pPr>
            <a:lvl8pPr>
              <a:defRPr sz="1200" b="0">
                <a:solidFill>
                  <a:srgbClr val="9AC5CC"/>
                </a:solidFill>
                <a:latin typeface="Manrope"/>
                <a:ea typeface="Manrope"/>
                <a:cs typeface="Manrope"/>
              </a:defRPr>
            </a:lvl8pPr>
            <a:lvl9pPr>
              <a:defRPr sz="1200" b="0">
                <a:solidFill>
                  <a:srgbClr val="9AC5CC"/>
                </a:solidFill>
                <a:latin typeface="Manrope"/>
                <a:ea typeface="Manrope"/>
                <a:cs typeface="Manrope"/>
              </a:defRPr>
            </a:lvl9pPr>
          </a:lstStyle>
          <a:p>
            <a:pPr>
              <a:defRPr sz="1200" b="0">
                <a:solidFill>
                  <a:srgbClr val="9AC5CC"/>
                </a:solidFill>
                <a:latin typeface="Manrope"/>
                <a:ea typeface="Manrope"/>
                <a:cs typeface="Manrope"/>
              </a:defRPr>
            </a:pPr>
            <a:r>
              <a:rPr sz="1200" b="0">
                <a:solidFill>
                  <a:srgbClr val="9AC5CC"/>
                </a:solidFill>
                <a:latin typeface="Manrope"/>
                <a:ea typeface="Manrope"/>
                <a:cs typeface="Manrope"/>
              </a:rPr>
              <a:t>Cobre: bit cambiado. Gris: bit igual. MD5: 64 de 128 bits cambian (50 %).</a:t>
            </a:r>
          </a:p>
        </p:txBody>
      </p:sp>
    </p:spTree>
    <p:extLst>
      <p:ext uri="{BB962C8B-B14F-4D97-AF65-F5344CB8AC3E}">
        <p14:creationId xmlns:p14="http://schemas.microsoft.com/office/powerpoint/2010/main" val="1713621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1EB"/>
        </a:solidFill>
        <a:effectLst/>
      </p:bgPr>
    </p:bg>
    <p:spTree>
      <p:nvGrpSpPr>
        <p:cNvPr id="1" name=""/>
        <p:cNvGrpSpPr/>
        <p:nvPr/>
      </p:nvGrpSpPr>
      <p:grpSpPr>
        <a:xfrm>
          <a:off x="0" y="0"/>
          <a:ext cx="0" cy="0"/>
          <a:chOff x="0" y="0"/>
          <a:chExt cx="0" cy="0"/>
        </a:xfrm>
      </p:grpSpPr>
      <p:cxnSp>
        <p:nvCxnSpPr>
          <p:cNvPr id="2" name="Conector recto de flecha 1">
            <a:extLst>
              <a:ext uri="{FF2B5EF4-FFF2-40B4-BE49-F238E27FC236}">
                <a16:creationId xmlns:a16="http://schemas.microsoft.com/office/drawing/2014/main" id="{A7713166-361B-4AFC-A2FB-4DD6072768A6}"/>
              </a:ext>
            </a:extLst>
          </p:cNvPr>
          <p:cNvCxnSpPr>
            <a:stCxn id="9" idx="3"/>
            <a:endCxn id="10" idx="1"/>
          </p:cNvCxnSpPr>
          <p:nvPr/>
        </p:nvCxnSpPr>
        <p:spPr>
          <a:xfrm>
            <a:off x="7620000" y="2428875"/>
            <a:ext cx="1562100" cy="0"/>
          </a:xfrm>
          <a:prstGeom prst="straightConnector1">
            <a:avLst/>
          </a:prstGeom>
          <a:ln w="16193">
            <a:solidFill>
              <a:srgbClr val="287F83"/>
            </a:solidFill>
            <a:prstDash val="solid"/>
            <a:tailEnd type="triangle" w="sm" len="sm"/>
          </a:ln>
        </p:spPr>
      </p:cxnSp>
      <p:cxnSp>
        <p:nvCxnSpPr>
          <p:cNvPr id="3" name="Conector recto de flecha 2">
            <a:extLst>
              <a:ext uri="{FF2B5EF4-FFF2-40B4-BE49-F238E27FC236}">
                <a16:creationId xmlns:a16="http://schemas.microsoft.com/office/drawing/2014/main" id="{B9A7C77E-E9A6-4FC1-B648-1C8D75F331CD}"/>
              </a:ext>
            </a:extLst>
          </p:cNvPr>
          <p:cNvCxnSpPr>
            <a:stCxn id="8" idx="3"/>
            <a:endCxn id="9" idx="1"/>
          </p:cNvCxnSpPr>
          <p:nvPr/>
        </p:nvCxnSpPr>
        <p:spPr>
          <a:xfrm>
            <a:off x="3009900" y="2428875"/>
            <a:ext cx="1562100" cy="0"/>
          </a:xfrm>
          <a:prstGeom prst="straightConnector1">
            <a:avLst/>
          </a:prstGeom>
          <a:ln w="16193">
            <a:solidFill>
              <a:srgbClr val="287F83"/>
            </a:solidFill>
            <a:prstDash val="solid"/>
            <a:tailEnd type="triangle" w="sm" len="sm"/>
          </a:ln>
        </p:spPr>
      </p:cxnSp>
      <p:sp>
        <p:nvSpPr>
          <p:cNvPr id="5" name="text-194">
            <a:extLst>
              <a:ext uri="{FF2B5EF4-FFF2-40B4-BE49-F238E27FC236}">
                <a16:creationId xmlns:a16="http://schemas.microsoft.com/office/drawing/2014/main" id="{743DBD08-BD34-4044-B753-4B3E6DA97F8E}"/>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122630"/>
                </a:solidFill>
                <a:latin typeface="Manrope"/>
                <a:ea typeface="Manrope"/>
                <a:cs typeface="Manrope"/>
              </a:defRPr>
            </a:defPPr>
            <a:lvl1pPr>
              <a:defRPr sz="3900" b="1">
                <a:solidFill>
                  <a:srgbClr val="122630"/>
                </a:solidFill>
                <a:latin typeface="Manrope"/>
                <a:ea typeface="Manrope"/>
                <a:cs typeface="Manrope"/>
              </a:defRPr>
            </a:lvl1pPr>
            <a:lvl2pPr>
              <a:defRPr sz="3900" b="1">
                <a:solidFill>
                  <a:srgbClr val="122630"/>
                </a:solidFill>
                <a:latin typeface="Manrope"/>
                <a:ea typeface="Manrope"/>
                <a:cs typeface="Manrope"/>
              </a:defRPr>
            </a:lvl2pPr>
            <a:lvl3pPr>
              <a:defRPr sz="3900" b="1">
                <a:solidFill>
                  <a:srgbClr val="122630"/>
                </a:solidFill>
                <a:latin typeface="Manrope"/>
                <a:ea typeface="Manrope"/>
                <a:cs typeface="Manrope"/>
              </a:defRPr>
            </a:lvl3pPr>
            <a:lvl4pPr>
              <a:defRPr sz="3900" b="1">
                <a:solidFill>
                  <a:srgbClr val="122630"/>
                </a:solidFill>
                <a:latin typeface="Manrope"/>
                <a:ea typeface="Manrope"/>
                <a:cs typeface="Manrope"/>
              </a:defRPr>
            </a:lvl4pPr>
            <a:lvl5pPr>
              <a:defRPr sz="3900" b="1">
                <a:solidFill>
                  <a:srgbClr val="122630"/>
                </a:solidFill>
                <a:latin typeface="Manrope"/>
                <a:ea typeface="Manrope"/>
                <a:cs typeface="Manrope"/>
              </a:defRPr>
            </a:lvl5pPr>
            <a:lvl6pPr>
              <a:defRPr sz="3900" b="1">
                <a:solidFill>
                  <a:srgbClr val="122630"/>
                </a:solidFill>
                <a:latin typeface="Manrope"/>
                <a:ea typeface="Manrope"/>
                <a:cs typeface="Manrope"/>
              </a:defRPr>
            </a:lvl6pPr>
            <a:lvl7pPr>
              <a:defRPr sz="3900" b="1">
                <a:solidFill>
                  <a:srgbClr val="122630"/>
                </a:solidFill>
                <a:latin typeface="Manrope"/>
                <a:ea typeface="Manrope"/>
                <a:cs typeface="Manrope"/>
              </a:defRPr>
            </a:lvl7pPr>
            <a:lvl8pPr>
              <a:defRPr sz="3900" b="1">
                <a:solidFill>
                  <a:srgbClr val="122630"/>
                </a:solidFill>
                <a:latin typeface="Manrope"/>
                <a:ea typeface="Manrope"/>
                <a:cs typeface="Manrope"/>
              </a:defRPr>
            </a:lvl8pPr>
            <a:lvl9pPr>
              <a:defRPr sz="3900" b="1">
                <a:solidFill>
                  <a:srgbClr val="122630"/>
                </a:solidFill>
                <a:latin typeface="Manrope"/>
                <a:ea typeface="Manrope"/>
                <a:cs typeface="Manrope"/>
              </a:defRPr>
            </a:lvl9pPr>
          </a:lstStyle>
          <a:p>
            <a:pPr>
              <a:defRPr sz="3900" b="1">
                <a:solidFill>
                  <a:srgbClr val="122630"/>
                </a:solidFill>
                <a:latin typeface="Manrope"/>
                <a:ea typeface="Manrope"/>
                <a:cs typeface="Manrope"/>
              </a:defRPr>
            </a:pPr>
            <a:r>
              <a:rPr sz="3900" b="1">
                <a:solidFill>
                  <a:srgbClr val="122630"/>
                </a:solidFill>
                <a:latin typeface="Manrope"/>
                <a:ea typeface="Manrope"/>
                <a:cs typeface="Manrope"/>
              </a:rPr>
              <a:t>HMAC: mensaje y llave compartida</a:t>
            </a:r>
          </a:p>
        </p:txBody>
      </p:sp>
      <p:sp>
        <p:nvSpPr>
          <p:cNvPr id="6" name="text-195">
            <a:extLst>
              <a:ext uri="{FF2B5EF4-FFF2-40B4-BE49-F238E27FC236}">
                <a16:creationId xmlns:a16="http://schemas.microsoft.com/office/drawing/2014/main" id="{D5C7DC1E-B137-45E4-9BCF-EE03721B80B1}"/>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61717A"/>
                </a:solidFill>
                <a:latin typeface="Manrope"/>
                <a:ea typeface="Manrope"/>
                <a:cs typeface="Manrope"/>
              </a:defRPr>
            </a:defPPr>
            <a:lvl1pPr>
              <a:defRPr sz="1050" b="0">
                <a:solidFill>
                  <a:srgbClr val="61717A"/>
                </a:solidFill>
                <a:latin typeface="Manrope"/>
                <a:ea typeface="Manrope"/>
                <a:cs typeface="Manrope"/>
              </a:defRPr>
            </a:lvl1pPr>
            <a:lvl2pPr>
              <a:defRPr sz="1050" b="0">
                <a:solidFill>
                  <a:srgbClr val="61717A"/>
                </a:solidFill>
                <a:latin typeface="Manrope"/>
                <a:ea typeface="Manrope"/>
                <a:cs typeface="Manrope"/>
              </a:defRPr>
            </a:lvl2pPr>
            <a:lvl3pPr>
              <a:defRPr sz="1050" b="0">
                <a:solidFill>
                  <a:srgbClr val="61717A"/>
                </a:solidFill>
                <a:latin typeface="Manrope"/>
                <a:ea typeface="Manrope"/>
                <a:cs typeface="Manrope"/>
              </a:defRPr>
            </a:lvl3pPr>
            <a:lvl4pPr>
              <a:defRPr sz="1050" b="0">
                <a:solidFill>
                  <a:srgbClr val="61717A"/>
                </a:solidFill>
                <a:latin typeface="Manrope"/>
                <a:ea typeface="Manrope"/>
                <a:cs typeface="Manrope"/>
              </a:defRPr>
            </a:lvl4pPr>
            <a:lvl5pPr>
              <a:defRPr sz="1050" b="0">
                <a:solidFill>
                  <a:srgbClr val="61717A"/>
                </a:solidFill>
                <a:latin typeface="Manrope"/>
                <a:ea typeface="Manrope"/>
                <a:cs typeface="Manrope"/>
              </a:defRPr>
            </a:lvl5pPr>
            <a:lvl6pPr>
              <a:defRPr sz="1050" b="0">
                <a:solidFill>
                  <a:srgbClr val="61717A"/>
                </a:solidFill>
                <a:latin typeface="Manrope"/>
                <a:ea typeface="Manrope"/>
                <a:cs typeface="Manrope"/>
              </a:defRPr>
            </a:lvl6pPr>
            <a:lvl7pPr>
              <a:defRPr sz="1050" b="0">
                <a:solidFill>
                  <a:srgbClr val="61717A"/>
                </a:solidFill>
                <a:latin typeface="Manrope"/>
                <a:ea typeface="Manrope"/>
                <a:cs typeface="Manrope"/>
              </a:defRPr>
            </a:lvl7pPr>
            <a:lvl8pPr>
              <a:defRPr sz="1050" b="0">
                <a:solidFill>
                  <a:srgbClr val="61717A"/>
                </a:solidFill>
                <a:latin typeface="Manrope"/>
                <a:ea typeface="Manrope"/>
                <a:cs typeface="Manrope"/>
              </a:defRPr>
            </a:lvl8pPr>
            <a:lvl9pPr>
              <a:defRPr sz="1050" b="0">
                <a:solidFill>
                  <a:srgbClr val="61717A"/>
                </a:solidFill>
                <a:latin typeface="Manrope"/>
                <a:ea typeface="Manrope"/>
                <a:cs typeface="Manrope"/>
              </a:defRPr>
            </a:lvl9pPr>
          </a:lstStyle>
          <a:p>
            <a:pPr>
              <a:defRPr sz="1050" b="0">
                <a:solidFill>
                  <a:srgbClr val="61717A"/>
                </a:solidFill>
                <a:latin typeface="Manrope"/>
                <a:ea typeface="Manrope"/>
                <a:cs typeface="Manrope"/>
              </a:defRPr>
            </a:pPr>
            <a:r>
              <a:rPr sz="1050" b="0">
                <a:solidFill>
                  <a:srgbClr val="61717A"/>
                </a:solidFill>
                <a:latin typeface="Manrope"/>
                <a:ea typeface="Manrope"/>
                <a:cs typeface="Manrope"/>
              </a:rPr>
              <a:t>ITI-922  /  GRUPO 6</a:t>
            </a:r>
          </a:p>
        </p:txBody>
      </p:sp>
      <p:sp>
        <p:nvSpPr>
          <p:cNvPr id="7" name="text-196">
            <a:extLst>
              <a:ext uri="{FF2B5EF4-FFF2-40B4-BE49-F238E27FC236}">
                <a16:creationId xmlns:a16="http://schemas.microsoft.com/office/drawing/2014/main" id="{656230F4-DA9C-433D-B41F-DE6CD10772F6}"/>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61717A"/>
                </a:solidFill>
                <a:latin typeface="Manrope"/>
                <a:ea typeface="Manrope"/>
                <a:cs typeface="Manrope"/>
              </a:defRPr>
            </a:defPPr>
            <a:lvl1pPr algn="r">
              <a:defRPr sz="1425" b="0">
                <a:solidFill>
                  <a:srgbClr val="61717A"/>
                </a:solidFill>
                <a:latin typeface="Manrope"/>
                <a:ea typeface="Manrope"/>
                <a:cs typeface="Manrope"/>
              </a:defRPr>
            </a:lvl1pPr>
            <a:lvl2pPr algn="r">
              <a:defRPr sz="1425" b="0">
                <a:solidFill>
                  <a:srgbClr val="61717A"/>
                </a:solidFill>
                <a:latin typeface="Manrope"/>
                <a:ea typeface="Manrope"/>
                <a:cs typeface="Manrope"/>
              </a:defRPr>
            </a:lvl2pPr>
            <a:lvl3pPr algn="r">
              <a:defRPr sz="1425" b="0">
                <a:solidFill>
                  <a:srgbClr val="61717A"/>
                </a:solidFill>
                <a:latin typeface="Manrope"/>
                <a:ea typeface="Manrope"/>
                <a:cs typeface="Manrope"/>
              </a:defRPr>
            </a:lvl3pPr>
            <a:lvl4pPr algn="r">
              <a:defRPr sz="1425" b="0">
                <a:solidFill>
                  <a:srgbClr val="61717A"/>
                </a:solidFill>
                <a:latin typeface="Manrope"/>
                <a:ea typeface="Manrope"/>
                <a:cs typeface="Manrope"/>
              </a:defRPr>
            </a:lvl4pPr>
            <a:lvl5pPr algn="r">
              <a:defRPr sz="1425" b="0">
                <a:solidFill>
                  <a:srgbClr val="61717A"/>
                </a:solidFill>
                <a:latin typeface="Manrope"/>
                <a:ea typeface="Manrope"/>
                <a:cs typeface="Manrope"/>
              </a:defRPr>
            </a:lvl5pPr>
            <a:lvl6pPr algn="r">
              <a:defRPr sz="1425" b="0">
                <a:solidFill>
                  <a:srgbClr val="61717A"/>
                </a:solidFill>
                <a:latin typeface="Manrope"/>
                <a:ea typeface="Manrope"/>
                <a:cs typeface="Manrope"/>
              </a:defRPr>
            </a:lvl6pPr>
            <a:lvl7pPr algn="r">
              <a:defRPr sz="1425" b="0">
                <a:solidFill>
                  <a:srgbClr val="61717A"/>
                </a:solidFill>
                <a:latin typeface="Manrope"/>
                <a:ea typeface="Manrope"/>
                <a:cs typeface="Manrope"/>
              </a:defRPr>
            </a:lvl7pPr>
            <a:lvl8pPr algn="r">
              <a:defRPr sz="1425" b="0">
                <a:solidFill>
                  <a:srgbClr val="61717A"/>
                </a:solidFill>
                <a:latin typeface="Manrope"/>
                <a:ea typeface="Manrope"/>
                <a:cs typeface="Manrope"/>
              </a:defRPr>
            </a:lvl8pPr>
            <a:lvl9pPr algn="r">
              <a:defRPr sz="1425" b="0">
                <a:solidFill>
                  <a:srgbClr val="61717A"/>
                </a:solidFill>
                <a:latin typeface="Manrope"/>
                <a:ea typeface="Manrope"/>
                <a:cs typeface="Manrope"/>
              </a:defRPr>
            </a:lvl9pPr>
          </a:lstStyle>
          <a:p>
            <a:pPr algn="r">
              <a:defRPr sz="1425" b="0">
                <a:solidFill>
                  <a:srgbClr val="61717A"/>
                </a:solidFill>
                <a:latin typeface="Manrope"/>
                <a:ea typeface="Manrope"/>
                <a:cs typeface="Manrope"/>
              </a:defRPr>
            </a:pPr>
            <a:r>
              <a:rPr sz="1425" b="0">
                <a:solidFill>
                  <a:srgbClr val="61717A"/>
                </a:solidFill>
                <a:latin typeface="Manrope"/>
                <a:ea typeface="Manrope"/>
                <a:cs typeface="Manrope"/>
              </a:rPr>
              <a:t>16</a:t>
            </a:r>
          </a:p>
        </p:txBody>
      </p:sp>
      <p:sp>
        <p:nvSpPr>
          <p:cNvPr id="8" name="diagram-197">
            <a:extLst>
              <a:ext uri="{FF2B5EF4-FFF2-40B4-BE49-F238E27FC236}">
                <a16:creationId xmlns:a16="http://schemas.microsoft.com/office/drawing/2014/main" id="{1EB4B3C3-BAD0-4B75-B469-492A137C23C0}"/>
              </a:ext>
            </a:extLst>
          </p:cNvPr>
          <p:cNvSpPr>
            <a:spLocks noGrp="1"/>
          </p:cNvSpPr>
          <p:nvPr/>
        </p:nvSpPr>
        <p:spPr>
          <a:xfrm>
            <a:off x="609600" y="2038350"/>
            <a:ext cx="2400300" cy="781050"/>
          </a:xfrm>
          <a:prstGeom prst="rect">
            <a:avLst/>
          </a:prstGeom>
          <a:noFill/>
          <a:ln w="12383">
            <a:solidFill>
              <a:srgbClr val="287F83"/>
            </a:solidFill>
            <a:prstDash val="solid"/>
          </a:ln>
        </p:spPr>
        <p:txBody>
          <a:bodyPr lIns="114300" tIns="114300" rIns="114300" bIns="114300" anchor="ctr">
            <a:noAutofit/>
          </a:bodyPr>
          <a:lstStyle>
            <a:defPPr algn="ctr">
              <a:defRPr sz="1950" b="1">
                <a:solidFill>
                  <a:srgbClr val="122630"/>
                </a:solidFill>
                <a:latin typeface="Manrope"/>
                <a:ea typeface="Manrope"/>
                <a:cs typeface="Manrope"/>
              </a:defRPr>
            </a:defPPr>
            <a:lvl1pPr algn="ctr">
              <a:defRPr sz="1950" b="1">
                <a:solidFill>
                  <a:srgbClr val="122630"/>
                </a:solidFill>
                <a:latin typeface="Manrope"/>
                <a:ea typeface="Manrope"/>
                <a:cs typeface="Manrope"/>
              </a:defRPr>
            </a:lvl1pPr>
            <a:lvl2pPr algn="ctr">
              <a:defRPr sz="1950" b="1">
                <a:solidFill>
                  <a:srgbClr val="122630"/>
                </a:solidFill>
                <a:latin typeface="Manrope"/>
                <a:ea typeface="Manrope"/>
                <a:cs typeface="Manrope"/>
              </a:defRPr>
            </a:lvl2pPr>
            <a:lvl3pPr algn="ctr">
              <a:defRPr sz="1950" b="1">
                <a:solidFill>
                  <a:srgbClr val="122630"/>
                </a:solidFill>
                <a:latin typeface="Manrope"/>
                <a:ea typeface="Manrope"/>
                <a:cs typeface="Manrope"/>
              </a:defRPr>
            </a:lvl3pPr>
            <a:lvl4pPr algn="ctr">
              <a:defRPr sz="1950" b="1">
                <a:solidFill>
                  <a:srgbClr val="122630"/>
                </a:solidFill>
                <a:latin typeface="Manrope"/>
                <a:ea typeface="Manrope"/>
                <a:cs typeface="Manrope"/>
              </a:defRPr>
            </a:lvl4pPr>
            <a:lvl5pPr algn="ctr">
              <a:defRPr sz="1950" b="1">
                <a:solidFill>
                  <a:srgbClr val="122630"/>
                </a:solidFill>
                <a:latin typeface="Manrope"/>
                <a:ea typeface="Manrope"/>
                <a:cs typeface="Manrope"/>
              </a:defRPr>
            </a:lvl5pPr>
            <a:lvl6pPr algn="ctr">
              <a:defRPr sz="1950" b="1">
                <a:solidFill>
                  <a:srgbClr val="122630"/>
                </a:solidFill>
                <a:latin typeface="Manrope"/>
                <a:ea typeface="Manrope"/>
                <a:cs typeface="Manrope"/>
              </a:defRPr>
            </a:lvl6pPr>
            <a:lvl7pPr algn="ctr">
              <a:defRPr sz="1950" b="1">
                <a:solidFill>
                  <a:srgbClr val="122630"/>
                </a:solidFill>
                <a:latin typeface="Manrope"/>
                <a:ea typeface="Manrope"/>
                <a:cs typeface="Manrope"/>
              </a:defRPr>
            </a:lvl7pPr>
            <a:lvl8pPr algn="ctr">
              <a:defRPr sz="1950" b="1">
                <a:solidFill>
                  <a:srgbClr val="122630"/>
                </a:solidFill>
                <a:latin typeface="Manrope"/>
                <a:ea typeface="Manrope"/>
                <a:cs typeface="Manrope"/>
              </a:defRPr>
            </a:lvl8pPr>
            <a:lvl9pPr algn="ctr">
              <a:defRPr sz="1950" b="1">
                <a:solidFill>
                  <a:srgbClr val="122630"/>
                </a:solidFill>
                <a:latin typeface="Manrope"/>
                <a:ea typeface="Manrope"/>
                <a:cs typeface="Manrope"/>
              </a:defRPr>
            </a:lvl9pPr>
          </a:lstStyle>
          <a:p>
            <a:pPr algn="ctr">
              <a:defRPr sz="1950" b="1">
                <a:solidFill>
                  <a:srgbClr val="122630"/>
                </a:solidFill>
                <a:latin typeface="Manrope"/>
                <a:ea typeface="Manrope"/>
                <a:cs typeface="Manrope"/>
              </a:defRPr>
            </a:pPr>
            <a:r>
              <a:rPr sz="1950" b="1">
                <a:solidFill>
                  <a:srgbClr val="122630"/>
                </a:solidFill>
                <a:latin typeface="Manrope"/>
                <a:ea typeface="Manrope"/>
                <a:cs typeface="Manrope"/>
              </a:rPr>
              <a:t>Mensaje</a:t>
            </a:r>
          </a:p>
        </p:txBody>
      </p:sp>
      <p:sp>
        <p:nvSpPr>
          <p:cNvPr id="9" name="diagram-198">
            <a:extLst>
              <a:ext uri="{FF2B5EF4-FFF2-40B4-BE49-F238E27FC236}">
                <a16:creationId xmlns:a16="http://schemas.microsoft.com/office/drawing/2014/main" id="{9893B1D3-DE64-4FC6-A43E-2D0AD9BC73E0}"/>
              </a:ext>
            </a:extLst>
          </p:cNvPr>
          <p:cNvSpPr>
            <a:spLocks noGrp="1"/>
          </p:cNvSpPr>
          <p:nvPr/>
        </p:nvSpPr>
        <p:spPr>
          <a:xfrm>
            <a:off x="4572000" y="2038350"/>
            <a:ext cx="3048000" cy="781050"/>
          </a:xfrm>
          <a:prstGeom prst="rect">
            <a:avLst/>
          </a:prstGeom>
          <a:solidFill>
            <a:srgbClr val="122630"/>
          </a:solidFill>
          <a:ln w="12383">
            <a:solidFill>
              <a:srgbClr val="122630"/>
            </a:solidFill>
            <a:prstDash val="solid"/>
          </a:ln>
        </p:spPr>
        <p:txBody>
          <a:bodyPr lIns="114300" tIns="114300" rIns="114300" bIns="114300" anchor="ctr">
            <a:noAutofit/>
          </a:bodyPr>
          <a:lstStyle>
            <a:defPPr algn="ctr">
              <a:defRPr sz="2250" b="1">
                <a:solidFill>
                  <a:srgbClr val="FCFBF8"/>
                </a:solidFill>
                <a:latin typeface="Manrope"/>
                <a:ea typeface="Manrope"/>
                <a:cs typeface="Manrope"/>
              </a:defRPr>
            </a:defPPr>
            <a:lvl1pPr algn="ctr">
              <a:defRPr sz="2250" b="1">
                <a:solidFill>
                  <a:srgbClr val="FCFBF8"/>
                </a:solidFill>
                <a:latin typeface="Manrope"/>
                <a:ea typeface="Manrope"/>
                <a:cs typeface="Manrope"/>
              </a:defRPr>
            </a:lvl1pPr>
            <a:lvl2pPr algn="ctr">
              <a:defRPr sz="2250" b="1">
                <a:solidFill>
                  <a:srgbClr val="FCFBF8"/>
                </a:solidFill>
                <a:latin typeface="Manrope"/>
                <a:ea typeface="Manrope"/>
                <a:cs typeface="Manrope"/>
              </a:defRPr>
            </a:lvl2pPr>
            <a:lvl3pPr algn="ctr">
              <a:defRPr sz="2250" b="1">
                <a:solidFill>
                  <a:srgbClr val="FCFBF8"/>
                </a:solidFill>
                <a:latin typeface="Manrope"/>
                <a:ea typeface="Manrope"/>
                <a:cs typeface="Manrope"/>
              </a:defRPr>
            </a:lvl3pPr>
            <a:lvl4pPr algn="ctr">
              <a:defRPr sz="2250" b="1">
                <a:solidFill>
                  <a:srgbClr val="FCFBF8"/>
                </a:solidFill>
                <a:latin typeface="Manrope"/>
                <a:ea typeface="Manrope"/>
                <a:cs typeface="Manrope"/>
              </a:defRPr>
            </a:lvl4pPr>
            <a:lvl5pPr algn="ctr">
              <a:defRPr sz="2250" b="1">
                <a:solidFill>
                  <a:srgbClr val="FCFBF8"/>
                </a:solidFill>
                <a:latin typeface="Manrope"/>
                <a:ea typeface="Manrope"/>
                <a:cs typeface="Manrope"/>
              </a:defRPr>
            </a:lvl5pPr>
            <a:lvl6pPr algn="ctr">
              <a:defRPr sz="2250" b="1">
                <a:solidFill>
                  <a:srgbClr val="FCFBF8"/>
                </a:solidFill>
                <a:latin typeface="Manrope"/>
                <a:ea typeface="Manrope"/>
                <a:cs typeface="Manrope"/>
              </a:defRPr>
            </a:lvl6pPr>
            <a:lvl7pPr algn="ctr">
              <a:defRPr sz="2250" b="1">
                <a:solidFill>
                  <a:srgbClr val="FCFBF8"/>
                </a:solidFill>
                <a:latin typeface="Manrope"/>
                <a:ea typeface="Manrope"/>
                <a:cs typeface="Manrope"/>
              </a:defRPr>
            </a:lvl7pPr>
            <a:lvl8pPr algn="ctr">
              <a:defRPr sz="2250" b="1">
                <a:solidFill>
                  <a:srgbClr val="FCFBF8"/>
                </a:solidFill>
                <a:latin typeface="Manrope"/>
                <a:ea typeface="Manrope"/>
                <a:cs typeface="Manrope"/>
              </a:defRPr>
            </a:lvl8pPr>
            <a:lvl9pPr algn="ctr">
              <a:defRPr sz="2250" b="1">
                <a:solidFill>
                  <a:srgbClr val="FCFBF8"/>
                </a:solidFill>
                <a:latin typeface="Manrope"/>
                <a:ea typeface="Manrope"/>
                <a:cs typeface="Manrope"/>
              </a:defRPr>
            </a:lvl9pPr>
          </a:lstStyle>
          <a:p>
            <a:pPr algn="ctr">
              <a:defRPr sz="2250" b="1">
                <a:solidFill>
                  <a:srgbClr val="FCFBF8"/>
                </a:solidFill>
                <a:latin typeface="Manrope"/>
                <a:ea typeface="Manrope"/>
                <a:cs typeface="Manrope"/>
              </a:defRPr>
            </a:pPr>
            <a:r>
              <a:rPr sz="2250" b="1">
                <a:solidFill>
                  <a:srgbClr val="FCFBF8"/>
                </a:solidFill>
                <a:latin typeface="Manrope"/>
                <a:ea typeface="Manrope"/>
                <a:cs typeface="Manrope"/>
              </a:rPr>
              <a:t>HMAC-SHA256</a:t>
            </a:r>
          </a:p>
        </p:txBody>
      </p:sp>
      <p:sp>
        <p:nvSpPr>
          <p:cNvPr id="10" name="diagram-199">
            <a:extLst>
              <a:ext uri="{FF2B5EF4-FFF2-40B4-BE49-F238E27FC236}">
                <a16:creationId xmlns:a16="http://schemas.microsoft.com/office/drawing/2014/main" id="{21D62896-B723-4F55-9FF9-D0E78C80684C}"/>
              </a:ext>
            </a:extLst>
          </p:cNvPr>
          <p:cNvSpPr>
            <a:spLocks noGrp="1"/>
          </p:cNvSpPr>
          <p:nvPr/>
        </p:nvSpPr>
        <p:spPr>
          <a:xfrm>
            <a:off x="9182100" y="2038350"/>
            <a:ext cx="2400300" cy="781050"/>
          </a:xfrm>
          <a:prstGeom prst="rect">
            <a:avLst/>
          </a:prstGeom>
          <a:noFill/>
          <a:ln w="12383">
            <a:solidFill>
              <a:srgbClr val="287F83"/>
            </a:solidFill>
            <a:prstDash val="solid"/>
          </a:ln>
        </p:spPr>
        <p:txBody>
          <a:bodyPr lIns="114300" tIns="114300" rIns="114300" bIns="114300" anchor="ctr">
            <a:noAutofit/>
          </a:bodyPr>
          <a:lstStyle>
            <a:defPPr algn="ctr">
              <a:defRPr sz="1875" b="1">
                <a:solidFill>
                  <a:srgbClr val="122630"/>
                </a:solidFill>
                <a:latin typeface="Manrope"/>
                <a:ea typeface="Manrope"/>
                <a:cs typeface="Manrope"/>
              </a:defRPr>
            </a:defPPr>
            <a:lvl1pPr algn="ctr">
              <a:defRPr sz="1875" b="1">
                <a:solidFill>
                  <a:srgbClr val="122630"/>
                </a:solidFill>
                <a:latin typeface="Manrope"/>
                <a:ea typeface="Manrope"/>
                <a:cs typeface="Manrope"/>
              </a:defRPr>
            </a:lvl1pPr>
            <a:lvl2pPr algn="ctr">
              <a:defRPr sz="1875" b="1">
                <a:solidFill>
                  <a:srgbClr val="122630"/>
                </a:solidFill>
                <a:latin typeface="Manrope"/>
                <a:ea typeface="Manrope"/>
                <a:cs typeface="Manrope"/>
              </a:defRPr>
            </a:lvl2pPr>
            <a:lvl3pPr algn="ctr">
              <a:defRPr sz="1875" b="1">
                <a:solidFill>
                  <a:srgbClr val="122630"/>
                </a:solidFill>
                <a:latin typeface="Manrope"/>
                <a:ea typeface="Manrope"/>
                <a:cs typeface="Manrope"/>
              </a:defRPr>
            </a:lvl3pPr>
            <a:lvl4pPr algn="ctr">
              <a:defRPr sz="1875" b="1">
                <a:solidFill>
                  <a:srgbClr val="122630"/>
                </a:solidFill>
                <a:latin typeface="Manrope"/>
                <a:ea typeface="Manrope"/>
                <a:cs typeface="Manrope"/>
              </a:defRPr>
            </a:lvl4pPr>
            <a:lvl5pPr algn="ctr">
              <a:defRPr sz="1875" b="1">
                <a:solidFill>
                  <a:srgbClr val="122630"/>
                </a:solidFill>
                <a:latin typeface="Manrope"/>
                <a:ea typeface="Manrope"/>
                <a:cs typeface="Manrope"/>
              </a:defRPr>
            </a:lvl5pPr>
            <a:lvl6pPr algn="ctr">
              <a:defRPr sz="1875" b="1">
                <a:solidFill>
                  <a:srgbClr val="122630"/>
                </a:solidFill>
                <a:latin typeface="Manrope"/>
                <a:ea typeface="Manrope"/>
                <a:cs typeface="Manrope"/>
              </a:defRPr>
            </a:lvl6pPr>
            <a:lvl7pPr algn="ctr">
              <a:defRPr sz="1875" b="1">
                <a:solidFill>
                  <a:srgbClr val="122630"/>
                </a:solidFill>
                <a:latin typeface="Manrope"/>
                <a:ea typeface="Manrope"/>
                <a:cs typeface="Manrope"/>
              </a:defRPr>
            </a:lvl7pPr>
            <a:lvl8pPr algn="ctr">
              <a:defRPr sz="1875" b="1">
                <a:solidFill>
                  <a:srgbClr val="122630"/>
                </a:solidFill>
                <a:latin typeface="Manrope"/>
                <a:ea typeface="Manrope"/>
                <a:cs typeface="Manrope"/>
              </a:defRPr>
            </a:lvl8pPr>
            <a:lvl9pPr algn="ctr">
              <a:defRPr sz="1875" b="1">
                <a:solidFill>
                  <a:srgbClr val="122630"/>
                </a:solidFill>
                <a:latin typeface="Manrope"/>
                <a:ea typeface="Manrope"/>
                <a:cs typeface="Manrope"/>
              </a:defRPr>
            </a:lvl9pPr>
          </a:lstStyle>
          <a:p>
            <a:pPr algn="ctr">
              <a:defRPr sz="1875" b="1">
                <a:solidFill>
                  <a:srgbClr val="122630"/>
                </a:solidFill>
                <a:latin typeface="Manrope"/>
                <a:ea typeface="Manrope"/>
                <a:cs typeface="Manrope"/>
              </a:defRPr>
            </a:pPr>
            <a:r>
              <a:rPr sz="1875" b="1">
                <a:solidFill>
                  <a:srgbClr val="122630"/>
                </a:solidFill>
                <a:latin typeface="Manrope"/>
                <a:ea typeface="Manrope"/>
                <a:cs typeface="Manrope"/>
              </a:rPr>
              <a:t>Etiqueta HMAC</a:t>
            </a:r>
          </a:p>
        </p:txBody>
      </p:sp>
      <p:sp>
        <p:nvSpPr>
          <p:cNvPr id="11" name="text-200">
            <a:extLst>
              <a:ext uri="{FF2B5EF4-FFF2-40B4-BE49-F238E27FC236}">
                <a16:creationId xmlns:a16="http://schemas.microsoft.com/office/drawing/2014/main" id="{0B7ECBD9-4A16-4C36-8B49-2F0D624C9B87}"/>
              </a:ext>
            </a:extLst>
          </p:cNvPr>
          <p:cNvSpPr>
            <a:spLocks noGrp="1"/>
          </p:cNvSpPr>
          <p:nvPr/>
        </p:nvSpPr>
        <p:spPr>
          <a:xfrm>
            <a:off x="4572000" y="3105150"/>
            <a:ext cx="4286250" cy="285750"/>
          </a:xfrm>
          <a:prstGeom prst="rect">
            <a:avLst/>
          </a:prstGeom>
          <a:noFill/>
          <a:ln w="0">
            <a:noFill/>
            <a:prstDash val="solid"/>
          </a:ln>
        </p:spPr>
        <p:txBody>
          <a:bodyPr wrap="square" lIns="0" tIns="0" rIns="0" bIns="0" anchor="t">
            <a:noAutofit/>
          </a:bodyPr>
          <a:lstStyle>
            <a:defPPr>
              <a:defRPr sz="1275" b="1">
                <a:solidFill>
                  <a:srgbClr val="287F83"/>
                </a:solidFill>
                <a:latin typeface="Manrope"/>
                <a:ea typeface="Manrope"/>
                <a:cs typeface="Manrope"/>
              </a:defRPr>
            </a:defPPr>
            <a:lvl1pPr>
              <a:defRPr sz="1275" b="1">
                <a:solidFill>
                  <a:srgbClr val="287F83"/>
                </a:solidFill>
                <a:latin typeface="Manrope"/>
                <a:ea typeface="Manrope"/>
                <a:cs typeface="Manrope"/>
              </a:defRPr>
            </a:lvl1pPr>
            <a:lvl2pPr>
              <a:defRPr sz="1275" b="1">
                <a:solidFill>
                  <a:srgbClr val="287F83"/>
                </a:solidFill>
                <a:latin typeface="Manrope"/>
                <a:ea typeface="Manrope"/>
                <a:cs typeface="Manrope"/>
              </a:defRPr>
            </a:lvl2pPr>
            <a:lvl3pPr>
              <a:defRPr sz="1275" b="1">
                <a:solidFill>
                  <a:srgbClr val="287F83"/>
                </a:solidFill>
                <a:latin typeface="Manrope"/>
                <a:ea typeface="Manrope"/>
                <a:cs typeface="Manrope"/>
              </a:defRPr>
            </a:lvl3pPr>
            <a:lvl4pPr>
              <a:defRPr sz="1275" b="1">
                <a:solidFill>
                  <a:srgbClr val="287F83"/>
                </a:solidFill>
                <a:latin typeface="Manrope"/>
                <a:ea typeface="Manrope"/>
                <a:cs typeface="Manrope"/>
              </a:defRPr>
            </a:lvl4pPr>
            <a:lvl5pPr>
              <a:defRPr sz="1275" b="1">
                <a:solidFill>
                  <a:srgbClr val="287F83"/>
                </a:solidFill>
                <a:latin typeface="Manrope"/>
                <a:ea typeface="Manrope"/>
                <a:cs typeface="Manrope"/>
              </a:defRPr>
            </a:lvl5pPr>
            <a:lvl6pPr>
              <a:defRPr sz="1275" b="1">
                <a:solidFill>
                  <a:srgbClr val="287F83"/>
                </a:solidFill>
                <a:latin typeface="Manrope"/>
                <a:ea typeface="Manrope"/>
                <a:cs typeface="Manrope"/>
              </a:defRPr>
            </a:lvl6pPr>
            <a:lvl7pPr>
              <a:defRPr sz="1275" b="1">
                <a:solidFill>
                  <a:srgbClr val="287F83"/>
                </a:solidFill>
                <a:latin typeface="Manrope"/>
                <a:ea typeface="Manrope"/>
                <a:cs typeface="Manrope"/>
              </a:defRPr>
            </a:lvl7pPr>
            <a:lvl8pPr>
              <a:defRPr sz="1275" b="1">
                <a:solidFill>
                  <a:srgbClr val="287F83"/>
                </a:solidFill>
                <a:latin typeface="Manrope"/>
                <a:ea typeface="Manrope"/>
                <a:cs typeface="Manrope"/>
              </a:defRPr>
            </a:lvl8pPr>
            <a:lvl9pPr>
              <a:defRPr sz="1275" b="1">
                <a:solidFill>
                  <a:srgbClr val="287F83"/>
                </a:solidFill>
                <a:latin typeface="Manrope"/>
                <a:ea typeface="Manrope"/>
                <a:cs typeface="Manrope"/>
              </a:defRPr>
            </a:lvl9pPr>
          </a:lstStyle>
          <a:p>
            <a:pPr>
              <a:defRPr sz="1275" b="1">
                <a:solidFill>
                  <a:srgbClr val="287F83"/>
                </a:solidFill>
                <a:latin typeface="Manrope"/>
                <a:ea typeface="Manrope"/>
                <a:cs typeface="Manrope"/>
              </a:defRPr>
            </a:pPr>
            <a:r>
              <a:rPr sz="1275" b="1">
                <a:solidFill>
                  <a:srgbClr val="287F83"/>
                </a:solidFill>
                <a:latin typeface="Manrope"/>
                <a:ea typeface="Manrope"/>
                <a:cs typeface="Manrope"/>
              </a:rPr>
              <a:t>LLAVE SECRETA COMPARTIDA</a:t>
            </a:r>
          </a:p>
        </p:txBody>
      </p:sp>
      <p:graphicFrame>
        <p:nvGraphicFramePr>
          <p:cNvPr id="12" name="Tabla 11">
            <a:extLst>
              <a:ext uri="{FF2B5EF4-FFF2-40B4-BE49-F238E27FC236}">
                <a16:creationId xmlns:a16="http://schemas.microsoft.com/office/drawing/2014/main" id="{261C7AE1-4080-485A-AE10-666D7A9B5482}"/>
              </a:ext>
            </a:extLst>
          </p:cNvPr>
          <p:cNvGraphicFramePr/>
          <p:nvPr/>
        </p:nvGraphicFramePr>
        <p:xfrm>
          <a:off x="609600" y="3829050"/>
          <a:ext cx="10972800" cy="1771650"/>
        </p:xfrm>
        <a:graphic>
          <a:graphicData uri="http://schemas.openxmlformats.org/drawingml/2006/table">
            <a:tbl>
              <a:tblPr/>
              <a:tblGrid>
                <a:gridCol w="85725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tblGrid>
              <a:tr h="590550">
                <a:tc>
                  <a:txBody>
                    <a:bodyPr/>
                    <a:lstStyle/>
                    <a:p>
                      <a:r>
                        <a:rPr sz="1500" b="1">
                          <a:solidFill>
                            <a:srgbClr val="61717A"/>
                          </a:solidFill>
                          <a:latin typeface="Manrope"/>
                          <a:ea typeface="Manrope"/>
                          <a:cs typeface="Manrope"/>
                        </a:rPr>
                        <a:t>MENSAJE VERIFICADO</a:t>
                      </a:r>
                    </a:p>
                  </a:txBody>
                  <a:tcPr anchor="ctr">
                    <a:lnL w="0">
                      <a:solidFill>
                        <a:srgbClr val="F4F1EB"/>
                      </a:solidFill>
                      <a:prstDash val="solid"/>
                    </a:lnL>
                    <a:lnR w="0">
                      <a:solidFill>
                        <a:srgbClr val="F4F1EB"/>
                      </a:solidFill>
                      <a:prstDash val="solid"/>
                    </a:lnR>
                    <a:lnT w="0">
                      <a:solidFill>
                        <a:srgbClr val="F4F1EB"/>
                      </a:solidFill>
                      <a:prstDash val="solid"/>
                    </a:lnT>
                    <a:lnB w="0">
                      <a:solidFill>
                        <a:srgbClr val="F4F1EB"/>
                      </a:solidFill>
                      <a:prstDash val="solid"/>
                    </a:lnB>
                    <a:solidFill>
                      <a:srgbClr val="F4F1EB"/>
                    </a:solidFill>
                  </a:tcPr>
                </a:tc>
                <a:tc>
                  <a:txBody>
                    <a:bodyPr/>
                    <a:lstStyle/>
                    <a:p>
                      <a:r>
                        <a:rPr sz="1500" b="1">
                          <a:solidFill>
                            <a:srgbClr val="61717A"/>
                          </a:solidFill>
                          <a:latin typeface="Manrope"/>
                          <a:ea typeface="Manrope"/>
                          <a:cs typeface="Manrope"/>
                        </a:rPr>
                        <a:t>RESULTADO</a:t>
                      </a:r>
                    </a:p>
                  </a:txBody>
                  <a:tcPr anchor="ctr">
                    <a:lnL w="0" cap="flat" cmpd="sng" algn="ctr">
                      <a:solidFill>
                        <a:srgbClr val="F4F1EB"/>
                      </a:solidFill>
                      <a:prstDash val="solid"/>
                      <a:round/>
                      <a:headEnd type="none" w="med" len="med"/>
                      <a:tailEnd type="none" w="med" len="med"/>
                    </a:lnL>
                    <a:lnR w="0">
                      <a:solidFill>
                        <a:srgbClr val="F4F1EB"/>
                      </a:solidFill>
                      <a:prstDash val="solid"/>
                    </a:lnR>
                    <a:lnT w="0">
                      <a:solidFill>
                        <a:srgbClr val="F4F1EB"/>
                      </a:solidFill>
                      <a:prstDash val="solid"/>
                    </a:lnT>
                    <a:lnB w="0">
                      <a:solidFill>
                        <a:srgbClr val="F4F1EB"/>
                      </a:solidFill>
                      <a:prstDash val="solid"/>
                    </a:lnB>
                    <a:solidFill>
                      <a:srgbClr val="F4F1EB"/>
                    </a:solidFill>
                  </a:tcPr>
                </a:tc>
                <a:extLst>
                  <a:ext uri="{0D108BD9-81ED-4DB2-BD59-A6C34878D82A}">
                    <a16:rowId xmlns:a16="http://schemas.microsoft.com/office/drawing/2014/main" val="10000"/>
                  </a:ext>
                </a:extLst>
              </a:tr>
              <a:tr h="590550">
                <a:tc>
                  <a:txBody>
                    <a:bodyPr/>
                    <a:lstStyle/>
                    <a:p>
                      <a:r>
                        <a:rPr sz="1875" b="1">
                          <a:solidFill>
                            <a:srgbClr val="287F83"/>
                          </a:solidFill>
                          <a:latin typeface="Manrope"/>
                          <a:ea typeface="Manrope"/>
                          <a:cs typeface="Manrope"/>
                        </a:rPr>
                        <a:t>Transferir 1000 colones a la cuenta 12345</a:t>
                      </a:r>
                    </a:p>
                  </a:txBody>
                  <a:tcPr anchor="ctr">
                    <a:lnL w="0">
                      <a:solidFill>
                        <a:srgbClr val="F4F1EB"/>
                      </a:solidFill>
                      <a:prstDash val="soli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875" b="0">
                          <a:solidFill>
                            <a:srgbClr val="122630"/>
                          </a:solidFill>
                          <a:latin typeface="Manrope"/>
                          <a:ea typeface="Manrope"/>
                          <a:cs typeface="Manrope"/>
                        </a:rPr>
                        <a:t>Válido</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extLst>
                  <a:ext uri="{0D108BD9-81ED-4DB2-BD59-A6C34878D82A}">
                    <a16:rowId xmlns:a16="http://schemas.microsoft.com/office/drawing/2014/main" val="10001"/>
                  </a:ext>
                </a:extLst>
              </a:tr>
              <a:tr h="590550">
                <a:tc>
                  <a:txBody>
                    <a:bodyPr/>
                    <a:lstStyle/>
                    <a:p>
                      <a:r>
                        <a:rPr sz="1875" b="1">
                          <a:solidFill>
                            <a:srgbClr val="287F83"/>
                          </a:solidFill>
                          <a:latin typeface="Manrope"/>
                          <a:ea typeface="Manrope"/>
                          <a:cs typeface="Manrope"/>
                        </a:rPr>
                        <a:t>Transferir 9999 colones a la cuenta 67890</a:t>
                      </a:r>
                    </a:p>
                  </a:txBody>
                  <a:tcPr anchor="ctr">
                    <a:lnL w="0">
                      <a:solidFill>
                        <a:srgbClr val="F4F1EB"/>
                      </a:solidFill>
                      <a:prstDash val="soli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tc>
                  <a:txBody>
                    <a:bodyPr/>
                    <a:lstStyle/>
                    <a:p>
                      <a:r>
                        <a:rPr sz="1875" b="0">
                          <a:solidFill>
                            <a:srgbClr val="122630"/>
                          </a:solidFill>
                          <a:latin typeface="Manrope"/>
                          <a:ea typeface="Manrope"/>
                          <a:cs typeface="Manrope"/>
                        </a:rPr>
                        <a:t>Falla</a:t>
                      </a:r>
                    </a:p>
                  </a:txBody>
                  <a:tcPr anchor="ctr">
                    <a:lnL w="0" cap="flat" cmpd="sng" algn="ctr">
                      <a:solidFill>
                        <a:srgbClr val="F4F1EB"/>
                      </a:solidFill>
                      <a:prstDash val="solid"/>
                      <a:round/>
                      <a:headEnd type="none" w="med" len="med"/>
                      <a:tailEnd type="none" w="med" len="med"/>
                    </a:lnL>
                    <a:lnR w="0">
                      <a:solidFill>
                        <a:srgbClr val="F4F1EB"/>
                      </a:solidFill>
                      <a:prstDash val="solid"/>
                    </a:lnR>
                    <a:lnT w="0" cap="flat" cmpd="sng" algn="ctr">
                      <a:solidFill>
                        <a:srgbClr val="F4F1EB"/>
                      </a:solidFill>
                      <a:prstDash val="solid"/>
                      <a:round/>
                      <a:headEnd type="none" w="med" len="med"/>
                      <a:tailEnd type="none" w="med" len="med"/>
                    </a:lnT>
                    <a:lnB w="0">
                      <a:solidFill>
                        <a:srgbClr val="F4F1EB"/>
                      </a:solidFill>
                      <a:prstDash val="solid"/>
                    </a:lnB>
                    <a:solidFill>
                      <a:srgbClr val="F4F1EB"/>
                    </a:solidFill>
                  </a:tcPr>
                </a:tc>
                <a:extLst>
                  <a:ext uri="{0D108BD9-81ED-4DB2-BD59-A6C34878D82A}">
                    <a16:rowId xmlns:a16="http://schemas.microsoft.com/office/drawing/2014/main" val="10002"/>
                  </a:ext>
                </a:extLst>
              </a:tr>
            </a:tbl>
          </a:graphicData>
        </a:graphic>
      </p:graphicFrame>
      <p:sp>
        <p:nvSpPr>
          <p:cNvPr id="13" name="rule-201">
            <a:extLst>
              <a:ext uri="{FF2B5EF4-FFF2-40B4-BE49-F238E27FC236}">
                <a16:creationId xmlns:a16="http://schemas.microsoft.com/office/drawing/2014/main" id="{2E728E0C-269F-41D4-91BC-11EAC5A8FD78}"/>
              </a:ext>
            </a:extLst>
          </p:cNvPr>
          <p:cNvSpPr>
            <a:spLocks noGrp="1"/>
          </p:cNvSpPr>
          <p:nvPr/>
        </p:nvSpPr>
        <p:spPr>
          <a:xfrm>
            <a:off x="609600" y="4419600"/>
            <a:ext cx="10972800" cy="0"/>
          </a:xfrm>
          <a:prstGeom prst="line">
            <a:avLst/>
          </a:prstGeom>
          <a:noFill/>
          <a:ln w="9525">
            <a:solidFill>
              <a:srgbClr val="D6D2C8"/>
            </a:solidFill>
            <a:prstDash val="solid"/>
          </a:ln>
        </p:spPr>
        <p:txBody>
          <a:bodyPr/>
          <a:lstStyle/>
          <a:p>
            <a:endParaRPr lang="es-419"/>
          </a:p>
        </p:txBody>
      </p:sp>
      <p:sp>
        <p:nvSpPr>
          <p:cNvPr id="14" name="rule-202">
            <a:extLst>
              <a:ext uri="{FF2B5EF4-FFF2-40B4-BE49-F238E27FC236}">
                <a16:creationId xmlns:a16="http://schemas.microsoft.com/office/drawing/2014/main" id="{60361A9E-492F-4A89-AB59-9F9C38FA516B}"/>
              </a:ext>
            </a:extLst>
          </p:cNvPr>
          <p:cNvSpPr>
            <a:spLocks noGrp="1"/>
          </p:cNvSpPr>
          <p:nvPr/>
        </p:nvSpPr>
        <p:spPr>
          <a:xfrm>
            <a:off x="609600" y="5010150"/>
            <a:ext cx="10972800" cy="0"/>
          </a:xfrm>
          <a:prstGeom prst="line">
            <a:avLst/>
          </a:prstGeom>
          <a:noFill/>
          <a:ln w="9525">
            <a:solidFill>
              <a:srgbClr val="D6D2C8"/>
            </a:solidFill>
            <a:prstDash val="solid"/>
          </a:ln>
        </p:spPr>
        <p:txBody>
          <a:bodyPr/>
          <a:lstStyle/>
          <a:p>
            <a:endParaRPr lang="es-419"/>
          </a:p>
        </p:txBody>
      </p:sp>
      <p:sp>
        <p:nvSpPr>
          <p:cNvPr id="15" name="rule-203">
            <a:extLst>
              <a:ext uri="{FF2B5EF4-FFF2-40B4-BE49-F238E27FC236}">
                <a16:creationId xmlns:a16="http://schemas.microsoft.com/office/drawing/2014/main" id="{8B1B02D1-E383-427C-979C-143C89B7F3B6}"/>
              </a:ext>
            </a:extLst>
          </p:cNvPr>
          <p:cNvSpPr>
            <a:spLocks noGrp="1"/>
          </p:cNvSpPr>
          <p:nvPr/>
        </p:nvSpPr>
        <p:spPr>
          <a:xfrm>
            <a:off x="609600" y="5600700"/>
            <a:ext cx="10972800" cy="0"/>
          </a:xfrm>
          <a:prstGeom prst="line">
            <a:avLst/>
          </a:prstGeom>
          <a:noFill/>
          <a:ln w="9525">
            <a:solidFill>
              <a:srgbClr val="D6D2C8"/>
            </a:solidFill>
            <a:prstDash val="solid"/>
          </a:ln>
        </p:spPr>
        <p:txBody>
          <a:bodyPr/>
          <a:lstStyle/>
          <a:p>
            <a:endParaRPr lang="es-419"/>
          </a:p>
        </p:txBody>
      </p:sp>
      <p:sp>
        <p:nvSpPr>
          <p:cNvPr id="16" name="text-204">
            <a:extLst>
              <a:ext uri="{FF2B5EF4-FFF2-40B4-BE49-F238E27FC236}">
                <a16:creationId xmlns:a16="http://schemas.microsoft.com/office/drawing/2014/main" id="{B4D03CCA-BA1E-4573-8BAE-45D48A31DDE9}"/>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61717A"/>
                </a:solidFill>
                <a:latin typeface="Manrope"/>
                <a:ea typeface="Manrope"/>
                <a:cs typeface="Manrope"/>
              </a:defRPr>
            </a:defPPr>
            <a:lvl1pPr>
              <a:defRPr sz="1200" b="0">
                <a:solidFill>
                  <a:srgbClr val="61717A"/>
                </a:solidFill>
                <a:latin typeface="Manrope"/>
                <a:ea typeface="Manrope"/>
                <a:cs typeface="Manrope"/>
              </a:defRPr>
            </a:lvl1pPr>
            <a:lvl2pPr>
              <a:defRPr sz="1200" b="0">
                <a:solidFill>
                  <a:srgbClr val="61717A"/>
                </a:solidFill>
                <a:latin typeface="Manrope"/>
                <a:ea typeface="Manrope"/>
                <a:cs typeface="Manrope"/>
              </a:defRPr>
            </a:lvl2pPr>
            <a:lvl3pPr>
              <a:defRPr sz="1200" b="0">
                <a:solidFill>
                  <a:srgbClr val="61717A"/>
                </a:solidFill>
                <a:latin typeface="Manrope"/>
                <a:ea typeface="Manrope"/>
                <a:cs typeface="Manrope"/>
              </a:defRPr>
            </a:lvl3pPr>
            <a:lvl4pPr>
              <a:defRPr sz="1200" b="0">
                <a:solidFill>
                  <a:srgbClr val="61717A"/>
                </a:solidFill>
                <a:latin typeface="Manrope"/>
                <a:ea typeface="Manrope"/>
                <a:cs typeface="Manrope"/>
              </a:defRPr>
            </a:lvl4pPr>
            <a:lvl5pPr>
              <a:defRPr sz="1200" b="0">
                <a:solidFill>
                  <a:srgbClr val="61717A"/>
                </a:solidFill>
                <a:latin typeface="Manrope"/>
                <a:ea typeface="Manrope"/>
                <a:cs typeface="Manrope"/>
              </a:defRPr>
            </a:lvl5pPr>
            <a:lvl6pPr>
              <a:defRPr sz="1200" b="0">
                <a:solidFill>
                  <a:srgbClr val="61717A"/>
                </a:solidFill>
                <a:latin typeface="Manrope"/>
                <a:ea typeface="Manrope"/>
                <a:cs typeface="Manrope"/>
              </a:defRPr>
            </a:lvl6pPr>
            <a:lvl7pPr>
              <a:defRPr sz="1200" b="0">
                <a:solidFill>
                  <a:srgbClr val="61717A"/>
                </a:solidFill>
                <a:latin typeface="Manrope"/>
                <a:ea typeface="Manrope"/>
                <a:cs typeface="Manrope"/>
              </a:defRPr>
            </a:lvl7pPr>
            <a:lvl8pPr>
              <a:defRPr sz="1200" b="0">
                <a:solidFill>
                  <a:srgbClr val="61717A"/>
                </a:solidFill>
                <a:latin typeface="Manrope"/>
                <a:ea typeface="Manrope"/>
                <a:cs typeface="Manrope"/>
              </a:defRPr>
            </a:lvl8pPr>
            <a:lvl9pPr>
              <a:defRPr sz="1200" b="0">
                <a:solidFill>
                  <a:srgbClr val="61717A"/>
                </a:solidFill>
                <a:latin typeface="Manrope"/>
                <a:ea typeface="Manrope"/>
                <a:cs typeface="Manrope"/>
              </a:defRPr>
            </a:lvl9pPr>
          </a:lstStyle>
          <a:p>
            <a:pPr>
              <a:defRPr sz="1200" b="0">
                <a:solidFill>
                  <a:srgbClr val="61717A"/>
                </a:solidFill>
                <a:latin typeface="Manrope"/>
                <a:ea typeface="Manrope"/>
                <a:cs typeface="Manrope"/>
              </a:defRPr>
            </a:pPr>
            <a:r>
              <a:rPr sz="1200" b="0">
                <a:solidFill>
                  <a:srgbClr val="61717A"/>
                </a:solidFill>
                <a:latin typeface="Manrope"/>
                <a:ea typeface="Manrope"/>
                <a:cs typeface="Manrope"/>
              </a:rPr>
              <a:t>Sin conocer la llave, el atacante no puede recalcular un código válido.</a:t>
            </a:r>
          </a:p>
        </p:txBody>
      </p:sp>
    </p:spTree>
    <p:extLst>
      <p:ext uri="{BB962C8B-B14F-4D97-AF65-F5344CB8AC3E}">
        <p14:creationId xmlns:p14="http://schemas.microsoft.com/office/powerpoint/2010/main" val="1160259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1A24"/>
        </a:solidFill>
        <a:effectLst/>
      </p:bgPr>
    </p:bg>
    <p:spTree>
      <p:nvGrpSpPr>
        <p:cNvPr id="1" name=""/>
        <p:cNvGrpSpPr/>
        <p:nvPr/>
      </p:nvGrpSpPr>
      <p:grpSpPr>
        <a:xfrm>
          <a:off x="0" y="0"/>
          <a:ext cx="0" cy="0"/>
          <a:chOff x="0" y="0"/>
          <a:chExt cx="0" cy="0"/>
        </a:xfrm>
      </p:grpSpPr>
      <p:sp>
        <p:nvSpPr>
          <p:cNvPr id="3" name="text-206">
            <a:extLst>
              <a:ext uri="{FF2B5EF4-FFF2-40B4-BE49-F238E27FC236}">
                <a16:creationId xmlns:a16="http://schemas.microsoft.com/office/drawing/2014/main" id="{D379486B-3C9D-40D0-9D96-ED4F76C9F7FA}"/>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FCFBF8"/>
                </a:solidFill>
                <a:latin typeface="Manrope"/>
                <a:ea typeface="Manrope"/>
                <a:cs typeface="Manrope"/>
              </a:defRPr>
            </a:defPPr>
            <a:lvl1pPr>
              <a:defRPr sz="3900" b="1">
                <a:solidFill>
                  <a:srgbClr val="FCFBF8"/>
                </a:solidFill>
                <a:latin typeface="Manrope"/>
                <a:ea typeface="Manrope"/>
                <a:cs typeface="Manrope"/>
              </a:defRPr>
            </a:lvl1pPr>
            <a:lvl2pPr>
              <a:defRPr sz="3900" b="1">
                <a:solidFill>
                  <a:srgbClr val="FCFBF8"/>
                </a:solidFill>
                <a:latin typeface="Manrope"/>
                <a:ea typeface="Manrope"/>
                <a:cs typeface="Manrope"/>
              </a:defRPr>
            </a:lvl2pPr>
            <a:lvl3pPr>
              <a:defRPr sz="3900" b="1">
                <a:solidFill>
                  <a:srgbClr val="FCFBF8"/>
                </a:solidFill>
                <a:latin typeface="Manrope"/>
                <a:ea typeface="Manrope"/>
                <a:cs typeface="Manrope"/>
              </a:defRPr>
            </a:lvl3pPr>
            <a:lvl4pPr>
              <a:defRPr sz="3900" b="1">
                <a:solidFill>
                  <a:srgbClr val="FCFBF8"/>
                </a:solidFill>
                <a:latin typeface="Manrope"/>
                <a:ea typeface="Manrope"/>
                <a:cs typeface="Manrope"/>
              </a:defRPr>
            </a:lvl4pPr>
            <a:lvl5pPr>
              <a:defRPr sz="3900" b="1">
                <a:solidFill>
                  <a:srgbClr val="FCFBF8"/>
                </a:solidFill>
                <a:latin typeface="Manrope"/>
                <a:ea typeface="Manrope"/>
                <a:cs typeface="Manrope"/>
              </a:defRPr>
            </a:lvl5pPr>
            <a:lvl6pPr>
              <a:defRPr sz="3900" b="1">
                <a:solidFill>
                  <a:srgbClr val="FCFBF8"/>
                </a:solidFill>
                <a:latin typeface="Manrope"/>
                <a:ea typeface="Manrope"/>
                <a:cs typeface="Manrope"/>
              </a:defRPr>
            </a:lvl6pPr>
            <a:lvl7pPr>
              <a:defRPr sz="3900" b="1">
                <a:solidFill>
                  <a:srgbClr val="FCFBF8"/>
                </a:solidFill>
                <a:latin typeface="Manrope"/>
                <a:ea typeface="Manrope"/>
                <a:cs typeface="Manrope"/>
              </a:defRPr>
            </a:lvl7pPr>
            <a:lvl8pPr>
              <a:defRPr sz="3900" b="1">
                <a:solidFill>
                  <a:srgbClr val="FCFBF8"/>
                </a:solidFill>
                <a:latin typeface="Manrope"/>
                <a:ea typeface="Manrope"/>
                <a:cs typeface="Manrope"/>
              </a:defRPr>
            </a:lvl8pPr>
            <a:lvl9pPr>
              <a:defRPr sz="3900" b="1">
                <a:solidFill>
                  <a:srgbClr val="FCFBF8"/>
                </a:solidFill>
                <a:latin typeface="Manrope"/>
                <a:ea typeface="Manrope"/>
                <a:cs typeface="Manrope"/>
              </a:defRPr>
            </a:lvl9pPr>
          </a:lstStyle>
          <a:p>
            <a:pPr>
              <a:defRPr sz="3900" b="1">
                <a:solidFill>
                  <a:srgbClr val="FCFBF8"/>
                </a:solidFill>
                <a:latin typeface="Manrope"/>
                <a:ea typeface="Manrope"/>
                <a:cs typeface="Manrope"/>
              </a:defRPr>
            </a:pPr>
            <a:r>
              <a:rPr sz="3900" b="1">
                <a:solidFill>
                  <a:srgbClr val="FCFBF8"/>
                </a:solidFill>
                <a:latin typeface="Manrope"/>
                <a:ea typeface="Manrope"/>
                <a:cs typeface="Manrope"/>
              </a:rPr>
              <a:t>Guardar solo el esquema seguro</a:t>
            </a:r>
          </a:p>
        </p:txBody>
      </p:sp>
      <p:sp>
        <p:nvSpPr>
          <p:cNvPr id="4" name="text-207">
            <a:extLst>
              <a:ext uri="{FF2B5EF4-FFF2-40B4-BE49-F238E27FC236}">
                <a16:creationId xmlns:a16="http://schemas.microsoft.com/office/drawing/2014/main" id="{9E420A4F-F177-4681-83FE-5CC9C8DFF69C}"/>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9AC5CC"/>
                </a:solidFill>
                <a:latin typeface="Manrope"/>
                <a:ea typeface="Manrope"/>
                <a:cs typeface="Manrope"/>
              </a:defRPr>
            </a:defPPr>
            <a:lvl1pPr>
              <a:defRPr sz="1050" b="0">
                <a:solidFill>
                  <a:srgbClr val="9AC5CC"/>
                </a:solidFill>
                <a:latin typeface="Manrope"/>
                <a:ea typeface="Manrope"/>
                <a:cs typeface="Manrope"/>
              </a:defRPr>
            </a:lvl1pPr>
            <a:lvl2pPr>
              <a:defRPr sz="1050" b="0">
                <a:solidFill>
                  <a:srgbClr val="9AC5CC"/>
                </a:solidFill>
                <a:latin typeface="Manrope"/>
                <a:ea typeface="Manrope"/>
                <a:cs typeface="Manrope"/>
              </a:defRPr>
            </a:lvl2pPr>
            <a:lvl3pPr>
              <a:defRPr sz="1050" b="0">
                <a:solidFill>
                  <a:srgbClr val="9AC5CC"/>
                </a:solidFill>
                <a:latin typeface="Manrope"/>
                <a:ea typeface="Manrope"/>
                <a:cs typeface="Manrope"/>
              </a:defRPr>
            </a:lvl3pPr>
            <a:lvl4pPr>
              <a:defRPr sz="1050" b="0">
                <a:solidFill>
                  <a:srgbClr val="9AC5CC"/>
                </a:solidFill>
                <a:latin typeface="Manrope"/>
                <a:ea typeface="Manrope"/>
                <a:cs typeface="Manrope"/>
              </a:defRPr>
            </a:lvl4pPr>
            <a:lvl5pPr>
              <a:defRPr sz="1050" b="0">
                <a:solidFill>
                  <a:srgbClr val="9AC5CC"/>
                </a:solidFill>
                <a:latin typeface="Manrope"/>
                <a:ea typeface="Manrope"/>
                <a:cs typeface="Manrope"/>
              </a:defRPr>
            </a:lvl5pPr>
            <a:lvl6pPr>
              <a:defRPr sz="1050" b="0">
                <a:solidFill>
                  <a:srgbClr val="9AC5CC"/>
                </a:solidFill>
                <a:latin typeface="Manrope"/>
                <a:ea typeface="Manrope"/>
                <a:cs typeface="Manrope"/>
              </a:defRPr>
            </a:lvl6pPr>
            <a:lvl7pPr>
              <a:defRPr sz="1050" b="0">
                <a:solidFill>
                  <a:srgbClr val="9AC5CC"/>
                </a:solidFill>
                <a:latin typeface="Manrope"/>
                <a:ea typeface="Manrope"/>
                <a:cs typeface="Manrope"/>
              </a:defRPr>
            </a:lvl7pPr>
            <a:lvl8pPr>
              <a:defRPr sz="1050" b="0">
                <a:solidFill>
                  <a:srgbClr val="9AC5CC"/>
                </a:solidFill>
                <a:latin typeface="Manrope"/>
                <a:ea typeface="Manrope"/>
                <a:cs typeface="Manrope"/>
              </a:defRPr>
            </a:lvl8pPr>
            <a:lvl9pPr>
              <a:defRPr sz="1050" b="0">
                <a:solidFill>
                  <a:srgbClr val="9AC5CC"/>
                </a:solidFill>
                <a:latin typeface="Manrope"/>
                <a:ea typeface="Manrope"/>
                <a:cs typeface="Manrope"/>
              </a:defRPr>
            </a:lvl9pPr>
          </a:lstStyle>
          <a:p>
            <a:pPr>
              <a:defRPr sz="1050" b="0">
                <a:solidFill>
                  <a:srgbClr val="9AC5CC"/>
                </a:solidFill>
                <a:latin typeface="Manrope"/>
                <a:ea typeface="Manrope"/>
                <a:cs typeface="Manrope"/>
              </a:defRPr>
            </a:pPr>
            <a:r>
              <a:rPr sz="1050" b="0">
                <a:solidFill>
                  <a:srgbClr val="9AC5CC"/>
                </a:solidFill>
                <a:latin typeface="Manrope"/>
                <a:ea typeface="Manrope"/>
                <a:cs typeface="Manrope"/>
              </a:rPr>
              <a:t>ITI-922  /  GRUPO 6</a:t>
            </a:r>
          </a:p>
        </p:txBody>
      </p:sp>
      <p:sp>
        <p:nvSpPr>
          <p:cNvPr id="5" name="text-208">
            <a:extLst>
              <a:ext uri="{FF2B5EF4-FFF2-40B4-BE49-F238E27FC236}">
                <a16:creationId xmlns:a16="http://schemas.microsoft.com/office/drawing/2014/main" id="{2AAB1F9D-2E5F-4C72-A382-736B28EAD0FA}"/>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9AC5CC"/>
                </a:solidFill>
                <a:latin typeface="Manrope"/>
                <a:ea typeface="Manrope"/>
                <a:cs typeface="Manrope"/>
              </a:defRPr>
            </a:defPPr>
            <a:lvl1pPr algn="r">
              <a:defRPr sz="1425" b="0">
                <a:solidFill>
                  <a:srgbClr val="9AC5CC"/>
                </a:solidFill>
                <a:latin typeface="Manrope"/>
                <a:ea typeface="Manrope"/>
                <a:cs typeface="Manrope"/>
              </a:defRPr>
            </a:lvl1pPr>
            <a:lvl2pPr algn="r">
              <a:defRPr sz="1425" b="0">
                <a:solidFill>
                  <a:srgbClr val="9AC5CC"/>
                </a:solidFill>
                <a:latin typeface="Manrope"/>
                <a:ea typeface="Manrope"/>
                <a:cs typeface="Manrope"/>
              </a:defRPr>
            </a:lvl2pPr>
            <a:lvl3pPr algn="r">
              <a:defRPr sz="1425" b="0">
                <a:solidFill>
                  <a:srgbClr val="9AC5CC"/>
                </a:solidFill>
                <a:latin typeface="Manrope"/>
                <a:ea typeface="Manrope"/>
                <a:cs typeface="Manrope"/>
              </a:defRPr>
            </a:lvl3pPr>
            <a:lvl4pPr algn="r">
              <a:defRPr sz="1425" b="0">
                <a:solidFill>
                  <a:srgbClr val="9AC5CC"/>
                </a:solidFill>
                <a:latin typeface="Manrope"/>
                <a:ea typeface="Manrope"/>
                <a:cs typeface="Manrope"/>
              </a:defRPr>
            </a:lvl4pPr>
            <a:lvl5pPr algn="r">
              <a:defRPr sz="1425" b="0">
                <a:solidFill>
                  <a:srgbClr val="9AC5CC"/>
                </a:solidFill>
                <a:latin typeface="Manrope"/>
                <a:ea typeface="Manrope"/>
                <a:cs typeface="Manrope"/>
              </a:defRPr>
            </a:lvl5pPr>
            <a:lvl6pPr algn="r">
              <a:defRPr sz="1425" b="0">
                <a:solidFill>
                  <a:srgbClr val="9AC5CC"/>
                </a:solidFill>
                <a:latin typeface="Manrope"/>
                <a:ea typeface="Manrope"/>
                <a:cs typeface="Manrope"/>
              </a:defRPr>
            </a:lvl6pPr>
            <a:lvl7pPr algn="r">
              <a:defRPr sz="1425" b="0">
                <a:solidFill>
                  <a:srgbClr val="9AC5CC"/>
                </a:solidFill>
                <a:latin typeface="Manrope"/>
                <a:ea typeface="Manrope"/>
                <a:cs typeface="Manrope"/>
              </a:defRPr>
            </a:lvl7pPr>
            <a:lvl8pPr algn="r">
              <a:defRPr sz="1425" b="0">
                <a:solidFill>
                  <a:srgbClr val="9AC5CC"/>
                </a:solidFill>
                <a:latin typeface="Manrope"/>
                <a:ea typeface="Manrope"/>
                <a:cs typeface="Manrope"/>
              </a:defRPr>
            </a:lvl8pPr>
            <a:lvl9pPr algn="r">
              <a:defRPr sz="1425" b="0">
                <a:solidFill>
                  <a:srgbClr val="9AC5CC"/>
                </a:solidFill>
                <a:latin typeface="Manrope"/>
                <a:ea typeface="Manrope"/>
                <a:cs typeface="Manrope"/>
              </a:defRPr>
            </a:lvl9pPr>
          </a:lstStyle>
          <a:p>
            <a:pPr algn="r">
              <a:defRPr sz="1425" b="0">
                <a:solidFill>
                  <a:srgbClr val="9AC5CC"/>
                </a:solidFill>
                <a:latin typeface="Manrope"/>
                <a:ea typeface="Manrope"/>
                <a:cs typeface="Manrope"/>
              </a:defRPr>
            </a:pPr>
            <a:r>
              <a:rPr sz="1425" b="0">
                <a:solidFill>
                  <a:srgbClr val="9AC5CC"/>
                </a:solidFill>
                <a:latin typeface="Manrope"/>
                <a:ea typeface="Manrope"/>
                <a:cs typeface="Manrope"/>
              </a:rPr>
              <a:t>17</a:t>
            </a:r>
          </a:p>
        </p:txBody>
      </p:sp>
      <p:sp>
        <p:nvSpPr>
          <p:cNvPr id="6" name="text-209">
            <a:extLst>
              <a:ext uri="{FF2B5EF4-FFF2-40B4-BE49-F238E27FC236}">
                <a16:creationId xmlns:a16="http://schemas.microsoft.com/office/drawing/2014/main" id="{745C2E13-99D9-450B-A362-0030A83036DB}"/>
              </a:ext>
            </a:extLst>
          </p:cNvPr>
          <p:cNvSpPr>
            <a:spLocks noGrp="1"/>
          </p:cNvSpPr>
          <p:nvPr/>
        </p:nvSpPr>
        <p:spPr>
          <a:xfrm>
            <a:off x="609600" y="2000250"/>
            <a:ext cx="7620000" cy="1143000"/>
          </a:xfrm>
          <a:prstGeom prst="rect">
            <a:avLst/>
          </a:prstGeom>
          <a:noFill/>
          <a:ln w="0">
            <a:noFill/>
            <a:prstDash val="solid"/>
          </a:ln>
        </p:spPr>
        <p:txBody>
          <a:bodyPr wrap="square" lIns="0" tIns="0" rIns="0" bIns="0" anchor="t">
            <a:noAutofit/>
          </a:bodyPr>
          <a:lstStyle>
            <a:defPPr>
              <a:defRPr sz="6600" b="1">
                <a:solidFill>
                  <a:srgbClr val="FCFBF8"/>
                </a:solidFill>
                <a:latin typeface="Manrope"/>
                <a:ea typeface="Manrope"/>
                <a:cs typeface="Manrope"/>
              </a:defRPr>
            </a:defPPr>
            <a:lvl1pPr>
              <a:defRPr sz="6600" b="1">
                <a:solidFill>
                  <a:srgbClr val="FCFBF8"/>
                </a:solidFill>
                <a:latin typeface="Manrope"/>
                <a:ea typeface="Manrope"/>
                <a:cs typeface="Manrope"/>
              </a:defRPr>
            </a:lvl1pPr>
            <a:lvl2pPr>
              <a:defRPr sz="6600" b="1">
                <a:solidFill>
                  <a:srgbClr val="FCFBF8"/>
                </a:solidFill>
                <a:latin typeface="Manrope"/>
                <a:ea typeface="Manrope"/>
                <a:cs typeface="Manrope"/>
              </a:defRPr>
            </a:lvl2pPr>
            <a:lvl3pPr>
              <a:defRPr sz="6600" b="1">
                <a:solidFill>
                  <a:srgbClr val="FCFBF8"/>
                </a:solidFill>
                <a:latin typeface="Manrope"/>
                <a:ea typeface="Manrope"/>
                <a:cs typeface="Manrope"/>
              </a:defRPr>
            </a:lvl3pPr>
            <a:lvl4pPr>
              <a:defRPr sz="6600" b="1">
                <a:solidFill>
                  <a:srgbClr val="FCFBF8"/>
                </a:solidFill>
                <a:latin typeface="Manrope"/>
                <a:ea typeface="Manrope"/>
                <a:cs typeface="Manrope"/>
              </a:defRPr>
            </a:lvl4pPr>
            <a:lvl5pPr>
              <a:defRPr sz="6600" b="1">
                <a:solidFill>
                  <a:srgbClr val="FCFBF8"/>
                </a:solidFill>
                <a:latin typeface="Manrope"/>
                <a:ea typeface="Manrope"/>
                <a:cs typeface="Manrope"/>
              </a:defRPr>
            </a:lvl5pPr>
            <a:lvl6pPr>
              <a:defRPr sz="6600" b="1">
                <a:solidFill>
                  <a:srgbClr val="FCFBF8"/>
                </a:solidFill>
                <a:latin typeface="Manrope"/>
                <a:ea typeface="Manrope"/>
                <a:cs typeface="Manrope"/>
              </a:defRPr>
            </a:lvl6pPr>
            <a:lvl7pPr>
              <a:defRPr sz="6600" b="1">
                <a:solidFill>
                  <a:srgbClr val="FCFBF8"/>
                </a:solidFill>
                <a:latin typeface="Manrope"/>
                <a:ea typeface="Manrope"/>
                <a:cs typeface="Manrope"/>
              </a:defRPr>
            </a:lvl7pPr>
            <a:lvl8pPr>
              <a:defRPr sz="6600" b="1">
                <a:solidFill>
                  <a:srgbClr val="FCFBF8"/>
                </a:solidFill>
                <a:latin typeface="Manrope"/>
                <a:ea typeface="Manrope"/>
                <a:cs typeface="Manrope"/>
              </a:defRPr>
            </a:lvl8pPr>
            <a:lvl9pPr>
              <a:defRPr sz="6600" b="1">
                <a:solidFill>
                  <a:srgbClr val="FCFBF8"/>
                </a:solidFill>
                <a:latin typeface="Manrope"/>
                <a:ea typeface="Manrope"/>
                <a:cs typeface="Manrope"/>
              </a:defRPr>
            </a:lvl9pPr>
          </a:lstStyle>
          <a:p>
            <a:pPr>
              <a:defRPr sz="6600" b="1">
                <a:solidFill>
                  <a:srgbClr val="FCFBF8"/>
                </a:solidFill>
                <a:latin typeface="Manrope"/>
                <a:ea typeface="Manrope"/>
                <a:cs typeface="Manrope"/>
              </a:defRPr>
            </a:pPr>
            <a:r>
              <a:rPr sz="6600" b="1">
                <a:solidFill>
                  <a:srgbClr val="FCFBF8"/>
                </a:solidFill>
                <a:latin typeface="Manrope"/>
                <a:ea typeface="Manrope"/>
                <a:cs typeface="Manrope"/>
              </a:rPr>
              <a:t>Argon2id</a:t>
            </a:r>
          </a:p>
        </p:txBody>
      </p:sp>
      <p:sp>
        <p:nvSpPr>
          <p:cNvPr id="7" name="text-210">
            <a:extLst>
              <a:ext uri="{FF2B5EF4-FFF2-40B4-BE49-F238E27FC236}">
                <a16:creationId xmlns:a16="http://schemas.microsoft.com/office/drawing/2014/main" id="{FD6D91BC-C5DA-4821-9741-47961EB729BE}"/>
              </a:ext>
            </a:extLst>
          </p:cNvPr>
          <p:cNvSpPr>
            <a:spLocks noGrp="1"/>
          </p:cNvSpPr>
          <p:nvPr/>
        </p:nvSpPr>
        <p:spPr>
          <a:xfrm>
            <a:off x="647700" y="3409950"/>
            <a:ext cx="8858250" cy="581025"/>
          </a:xfrm>
          <a:prstGeom prst="rect">
            <a:avLst/>
          </a:prstGeom>
          <a:noFill/>
          <a:ln w="0">
            <a:noFill/>
            <a:prstDash val="solid"/>
          </a:ln>
        </p:spPr>
        <p:txBody>
          <a:bodyPr wrap="square" lIns="0" tIns="0" rIns="0" bIns="0" anchor="t">
            <a:noAutofit/>
          </a:bodyPr>
          <a:lstStyle>
            <a:defPPr>
              <a:defRPr sz="2775" b="1">
                <a:solidFill>
                  <a:srgbClr val="E4B084"/>
                </a:solidFill>
                <a:latin typeface="Manrope"/>
                <a:ea typeface="Manrope"/>
                <a:cs typeface="Manrope"/>
              </a:defRPr>
            </a:defPPr>
            <a:lvl1pPr>
              <a:defRPr sz="2775" b="1">
                <a:solidFill>
                  <a:srgbClr val="E4B084"/>
                </a:solidFill>
                <a:latin typeface="Manrope"/>
                <a:ea typeface="Manrope"/>
                <a:cs typeface="Manrope"/>
              </a:defRPr>
            </a:lvl1pPr>
            <a:lvl2pPr>
              <a:defRPr sz="2775" b="1">
                <a:solidFill>
                  <a:srgbClr val="E4B084"/>
                </a:solidFill>
                <a:latin typeface="Manrope"/>
                <a:ea typeface="Manrope"/>
                <a:cs typeface="Manrope"/>
              </a:defRPr>
            </a:lvl2pPr>
            <a:lvl3pPr>
              <a:defRPr sz="2775" b="1">
                <a:solidFill>
                  <a:srgbClr val="E4B084"/>
                </a:solidFill>
                <a:latin typeface="Manrope"/>
                <a:ea typeface="Manrope"/>
                <a:cs typeface="Manrope"/>
              </a:defRPr>
            </a:lvl3pPr>
            <a:lvl4pPr>
              <a:defRPr sz="2775" b="1">
                <a:solidFill>
                  <a:srgbClr val="E4B084"/>
                </a:solidFill>
                <a:latin typeface="Manrope"/>
                <a:ea typeface="Manrope"/>
                <a:cs typeface="Manrope"/>
              </a:defRPr>
            </a:lvl4pPr>
            <a:lvl5pPr>
              <a:defRPr sz="2775" b="1">
                <a:solidFill>
                  <a:srgbClr val="E4B084"/>
                </a:solidFill>
                <a:latin typeface="Manrope"/>
                <a:ea typeface="Manrope"/>
                <a:cs typeface="Manrope"/>
              </a:defRPr>
            </a:lvl5pPr>
            <a:lvl6pPr>
              <a:defRPr sz="2775" b="1">
                <a:solidFill>
                  <a:srgbClr val="E4B084"/>
                </a:solidFill>
                <a:latin typeface="Manrope"/>
                <a:ea typeface="Manrope"/>
                <a:cs typeface="Manrope"/>
              </a:defRPr>
            </a:lvl6pPr>
            <a:lvl7pPr>
              <a:defRPr sz="2775" b="1">
                <a:solidFill>
                  <a:srgbClr val="E4B084"/>
                </a:solidFill>
                <a:latin typeface="Manrope"/>
                <a:ea typeface="Manrope"/>
                <a:cs typeface="Manrope"/>
              </a:defRPr>
            </a:lvl7pPr>
            <a:lvl8pPr>
              <a:defRPr sz="2775" b="1">
                <a:solidFill>
                  <a:srgbClr val="E4B084"/>
                </a:solidFill>
                <a:latin typeface="Manrope"/>
                <a:ea typeface="Manrope"/>
                <a:cs typeface="Manrope"/>
              </a:defRPr>
            </a:lvl8pPr>
            <a:lvl9pPr>
              <a:defRPr sz="2775" b="1">
                <a:solidFill>
                  <a:srgbClr val="E4B084"/>
                </a:solidFill>
                <a:latin typeface="Manrope"/>
                <a:ea typeface="Manrope"/>
                <a:cs typeface="Manrope"/>
              </a:defRPr>
            </a:lvl9pPr>
          </a:lstStyle>
          <a:p>
            <a:pPr>
              <a:defRPr sz="2775" b="1">
                <a:solidFill>
                  <a:srgbClr val="E4B084"/>
                </a:solidFill>
                <a:latin typeface="Manrope"/>
                <a:ea typeface="Manrope"/>
                <a:cs typeface="Manrope"/>
              </a:defRPr>
            </a:pPr>
            <a:r>
              <a:rPr sz="2775" b="1">
                <a:solidFill>
                  <a:srgbClr val="E4B084"/>
                </a:solidFill>
                <a:latin typeface="Manrope"/>
                <a:ea typeface="Manrope"/>
                <a:cs typeface="Manrope"/>
              </a:rPr>
              <a:t>Sal única + costo ajustado al servidor</a:t>
            </a:r>
          </a:p>
        </p:txBody>
      </p:sp>
      <p:sp>
        <p:nvSpPr>
          <p:cNvPr id="8" name="text-211">
            <a:extLst>
              <a:ext uri="{FF2B5EF4-FFF2-40B4-BE49-F238E27FC236}">
                <a16:creationId xmlns:a16="http://schemas.microsoft.com/office/drawing/2014/main" id="{34072EF4-6C86-4D39-88D9-4FE2CAB2B385}"/>
              </a:ext>
            </a:extLst>
          </p:cNvPr>
          <p:cNvSpPr>
            <a:spLocks noGrp="1"/>
          </p:cNvSpPr>
          <p:nvPr/>
        </p:nvSpPr>
        <p:spPr>
          <a:xfrm>
            <a:off x="647700" y="4419600"/>
            <a:ext cx="6419850" cy="1019175"/>
          </a:xfrm>
          <a:prstGeom prst="rect">
            <a:avLst/>
          </a:prstGeom>
          <a:noFill/>
          <a:ln w="0">
            <a:noFill/>
            <a:prstDash val="solid"/>
          </a:ln>
        </p:spPr>
        <p:txBody>
          <a:bodyPr wrap="square" lIns="0" tIns="0" rIns="0" bIns="0" anchor="t">
            <a:noAutofit/>
          </a:bodyPr>
          <a:lstStyle>
            <a:defPPr>
              <a:defRPr sz="2700" b="0">
                <a:solidFill>
                  <a:srgbClr val="9AC5CC"/>
                </a:solidFill>
                <a:latin typeface="Manrope"/>
                <a:ea typeface="Manrope"/>
                <a:cs typeface="Manrope"/>
              </a:defRPr>
            </a:defPPr>
            <a:lvl1pPr>
              <a:defRPr sz="2700" b="0">
                <a:solidFill>
                  <a:srgbClr val="9AC5CC"/>
                </a:solidFill>
                <a:latin typeface="Manrope"/>
                <a:ea typeface="Manrope"/>
                <a:cs typeface="Manrope"/>
              </a:defRPr>
            </a:lvl1pPr>
            <a:lvl2pPr>
              <a:defRPr sz="2700" b="0">
                <a:solidFill>
                  <a:srgbClr val="9AC5CC"/>
                </a:solidFill>
                <a:latin typeface="Manrope"/>
                <a:ea typeface="Manrope"/>
                <a:cs typeface="Manrope"/>
              </a:defRPr>
            </a:lvl2pPr>
            <a:lvl3pPr>
              <a:defRPr sz="2700" b="0">
                <a:solidFill>
                  <a:srgbClr val="9AC5CC"/>
                </a:solidFill>
                <a:latin typeface="Manrope"/>
                <a:ea typeface="Manrope"/>
                <a:cs typeface="Manrope"/>
              </a:defRPr>
            </a:lvl3pPr>
            <a:lvl4pPr>
              <a:defRPr sz="2700" b="0">
                <a:solidFill>
                  <a:srgbClr val="9AC5CC"/>
                </a:solidFill>
                <a:latin typeface="Manrope"/>
                <a:ea typeface="Manrope"/>
                <a:cs typeface="Manrope"/>
              </a:defRPr>
            </a:lvl4pPr>
            <a:lvl5pPr>
              <a:defRPr sz="2700" b="0">
                <a:solidFill>
                  <a:srgbClr val="9AC5CC"/>
                </a:solidFill>
                <a:latin typeface="Manrope"/>
                <a:ea typeface="Manrope"/>
                <a:cs typeface="Manrope"/>
              </a:defRPr>
            </a:lvl5pPr>
            <a:lvl6pPr>
              <a:defRPr sz="2700" b="0">
                <a:solidFill>
                  <a:srgbClr val="9AC5CC"/>
                </a:solidFill>
                <a:latin typeface="Manrope"/>
                <a:ea typeface="Manrope"/>
                <a:cs typeface="Manrope"/>
              </a:defRPr>
            </a:lvl6pPr>
            <a:lvl7pPr>
              <a:defRPr sz="2700" b="0">
                <a:solidFill>
                  <a:srgbClr val="9AC5CC"/>
                </a:solidFill>
                <a:latin typeface="Manrope"/>
                <a:ea typeface="Manrope"/>
                <a:cs typeface="Manrope"/>
              </a:defRPr>
            </a:lvl7pPr>
            <a:lvl8pPr>
              <a:defRPr sz="2700" b="0">
                <a:solidFill>
                  <a:srgbClr val="9AC5CC"/>
                </a:solidFill>
                <a:latin typeface="Manrope"/>
                <a:ea typeface="Manrope"/>
                <a:cs typeface="Manrope"/>
              </a:defRPr>
            </a:lvl8pPr>
            <a:lvl9pPr>
              <a:defRPr sz="2700" b="0">
                <a:solidFill>
                  <a:srgbClr val="9AC5CC"/>
                </a:solidFill>
                <a:latin typeface="Manrope"/>
                <a:ea typeface="Manrope"/>
                <a:cs typeface="Manrope"/>
              </a:defRPr>
            </a:lvl9pPr>
          </a:lstStyle>
          <a:p>
            <a:pPr>
              <a:defRPr sz="2700" b="0">
                <a:solidFill>
                  <a:srgbClr val="9AC5CC"/>
                </a:solidFill>
                <a:latin typeface="Manrope"/>
                <a:ea typeface="Manrope"/>
                <a:cs typeface="Manrope"/>
              </a:defRPr>
            </a:pPr>
            <a:r>
              <a:rPr sz="2700" b="0">
                <a:solidFill>
                  <a:srgbClr val="9AC5CC"/>
                </a:solidFill>
                <a:latin typeface="Manrope"/>
                <a:ea typeface="Manrope"/>
                <a:cs typeface="Manrope"/>
              </a:rPr>
              <a:t>19 MiB de memoria</a:t>
            </a:r>
          </a:p>
          <a:p>
            <a:pPr>
              <a:defRPr sz="2700" b="0">
                <a:solidFill>
                  <a:srgbClr val="9AC5CC"/>
                </a:solidFill>
                <a:latin typeface="Manrope"/>
                <a:ea typeface="Manrope"/>
                <a:cs typeface="Manrope"/>
              </a:defRPr>
            </a:pPr>
            <a:r>
              <a:rPr sz="2700" b="0">
                <a:solidFill>
                  <a:srgbClr val="9AC5CC"/>
                </a:solidFill>
                <a:latin typeface="Manrope"/>
                <a:ea typeface="Manrope"/>
                <a:cs typeface="Manrope"/>
              </a:rPr>
              <a:t>2 pasadas · paralelismo 1</a:t>
            </a:r>
          </a:p>
        </p:txBody>
      </p:sp>
      <p:sp>
        <p:nvSpPr>
          <p:cNvPr id="9" name="text-212">
            <a:extLst>
              <a:ext uri="{FF2B5EF4-FFF2-40B4-BE49-F238E27FC236}">
                <a16:creationId xmlns:a16="http://schemas.microsoft.com/office/drawing/2014/main" id="{7EA129D8-722F-43C3-9DD1-296DFFE4EDD7}"/>
              </a:ext>
            </a:extLst>
          </p:cNvPr>
          <p:cNvSpPr>
            <a:spLocks noGrp="1"/>
          </p:cNvSpPr>
          <p:nvPr/>
        </p:nvSpPr>
        <p:spPr>
          <a:xfrm>
            <a:off x="8105775" y="2114550"/>
            <a:ext cx="3476625" cy="476250"/>
          </a:xfrm>
          <a:prstGeom prst="rect">
            <a:avLst/>
          </a:prstGeom>
          <a:noFill/>
          <a:ln w="0">
            <a:noFill/>
            <a:prstDash val="solid"/>
          </a:ln>
        </p:spPr>
        <p:txBody>
          <a:bodyPr wrap="square" lIns="0" tIns="0" rIns="0" bIns="0" anchor="t">
            <a:noAutofit/>
          </a:bodyPr>
          <a:lstStyle>
            <a:defPPr>
              <a:defRPr sz="1275" b="1">
                <a:solidFill>
                  <a:srgbClr val="9AC5CC"/>
                </a:solidFill>
                <a:latin typeface="Manrope"/>
                <a:ea typeface="Manrope"/>
                <a:cs typeface="Manrope"/>
              </a:defRPr>
            </a:defPPr>
            <a:lvl1pPr>
              <a:defRPr sz="1275" b="1">
                <a:solidFill>
                  <a:srgbClr val="9AC5CC"/>
                </a:solidFill>
                <a:latin typeface="Manrope"/>
                <a:ea typeface="Manrope"/>
                <a:cs typeface="Manrope"/>
              </a:defRPr>
            </a:lvl1pPr>
            <a:lvl2pPr>
              <a:defRPr sz="1275" b="1">
                <a:solidFill>
                  <a:srgbClr val="9AC5CC"/>
                </a:solidFill>
                <a:latin typeface="Manrope"/>
                <a:ea typeface="Manrope"/>
                <a:cs typeface="Manrope"/>
              </a:defRPr>
            </a:lvl2pPr>
            <a:lvl3pPr>
              <a:defRPr sz="1275" b="1">
                <a:solidFill>
                  <a:srgbClr val="9AC5CC"/>
                </a:solidFill>
                <a:latin typeface="Manrope"/>
                <a:ea typeface="Manrope"/>
                <a:cs typeface="Manrope"/>
              </a:defRPr>
            </a:lvl3pPr>
            <a:lvl4pPr>
              <a:defRPr sz="1275" b="1">
                <a:solidFill>
                  <a:srgbClr val="9AC5CC"/>
                </a:solidFill>
                <a:latin typeface="Manrope"/>
                <a:ea typeface="Manrope"/>
                <a:cs typeface="Manrope"/>
              </a:defRPr>
            </a:lvl4pPr>
            <a:lvl5pPr>
              <a:defRPr sz="1275" b="1">
                <a:solidFill>
                  <a:srgbClr val="9AC5CC"/>
                </a:solidFill>
                <a:latin typeface="Manrope"/>
                <a:ea typeface="Manrope"/>
                <a:cs typeface="Manrope"/>
              </a:defRPr>
            </a:lvl5pPr>
            <a:lvl6pPr>
              <a:defRPr sz="1275" b="1">
                <a:solidFill>
                  <a:srgbClr val="9AC5CC"/>
                </a:solidFill>
                <a:latin typeface="Manrope"/>
                <a:ea typeface="Manrope"/>
                <a:cs typeface="Manrope"/>
              </a:defRPr>
            </a:lvl6pPr>
            <a:lvl7pPr>
              <a:defRPr sz="1275" b="1">
                <a:solidFill>
                  <a:srgbClr val="9AC5CC"/>
                </a:solidFill>
                <a:latin typeface="Manrope"/>
                <a:ea typeface="Manrope"/>
                <a:cs typeface="Manrope"/>
              </a:defRPr>
            </a:lvl7pPr>
            <a:lvl8pPr>
              <a:defRPr sz="1275" b="1">
                <a:solidFill>
                  <a:srgbClr val="9AC5CC"/>
                </a:solidFill>
                <a:latin typeface="Manrope"/>
                <a:ea typeface="Manrope"/>
                <a:cs typeface="Manrope"/>
              </a:defRPr>
            </a:lvl8pPr>
            <a:lvl9pPr>
              <a:defRPr sz="1275" b="1">
                <a:solidFill>
                  <a:srgbClr val="9AC5CC"/>
                </a:solidFill>
                <a:latin typeface="Manrope"/>
                <a:ea typeface="Manrope"/>
                <a:cs typeface="Manrope"/>
              </a:defRPr>
            </a:lvl9pPr>
          </a:lstStyle>
          <a:p>
            <a:pPr>
              <a:defRPr sz="1275" b="1">
                <a:solidFill>
                  <a:srgbClr val="9AC5CC"/>
                </a:solidFill>
                <a:latin typeface="Manrope"/>
                <a:ea typeface="Manrope"/>
                <a:cs typeface="Manrope"/>
              </a:defRPr>
            </a:pPr>
            <a:r>
              <a:rPr sz="1275" b="1">
                <a:solidFill>
                  <a:srgbClr val="9AC5CC"/>
                </a:solidFill>
                <a:latin typeface="Manrope"/>
                <a:ea typeface="Manrope"/>
                <a:cs typeface="Manrope"/>
              </a:rPr>
              <a:t>CONTROLES ADICIONALES</a:t>
            </a:r>
          </a:p>
        </p:txBody>
      </p:sp>
      <p:sp>
        <p:nvSpPr>
          <p:cNvPr id="10" name="text-213">
            <a:extLst>
              <a:ext uri="{FF2B5EF4-FFF2-40B4-BE49-F238E27FC236}">
                <a16:creationId xmlns:a16="http://schemas.microsoft.com/office/drawing/2014/main" id="{804F2CBB-505A-4319-8BB3-FACDED00EAA0}"/>
              </a:ext>
            </a:extLst>
          </p:cNvPr>
          <p:cNvSpPr>
            <a:spLocks noGrp="1"/>
          </p:cNvSpPr>
          <p:nvPr/>
        </p:nvSpPr>
        <p:spPr>
          <a:xfrm>
            <a:off x="8105775" y="2905125"/>
            <a:ext cx="3476625" cy="581025"/>
          </a:xfrm>
          <a:prstGeom prst="rect">
            <a:avLst/>
          </a:prstGeom>
          <a:noFill/>
          <a:ln w="0">
            <a:noFill/>
            <a:prstDash val="solid"/>
          </a:ln>
        </p:spPr>
        <p:txBody>
          <a:bodyPr wrap="square" lIns="0" tIns="0" rIns="0" bIns="0" anchor="t">
            <a:noAutofit/>
          </a:bodyPr>
          <a:lstStyle>
            <a:defPPr>
              <a:defRPr sz="1950" b="0">
                <a:solidFill>
                  <a:srgbClr val="FCFBF8"/>
                </a:solidFill>
                <a:latin typeface="Manrope"/>
                <a:ea typeface="Manrope"/>
                <a:cs typeface="Manrope"/>
              </a:defRPr>
            </a:defPPr>
            <a:lvl1pPr>
              <a:defRPr sz="1950" b="0">
                <a:solidFill>
                  <a:srgbClr val="FCFBF8"/>
                </a:solidFill>
                <a:latin typeface="Manrope"/>
                <a:ea typeface="Manrope"/>
                <a:cs typeface="Manrope"/>
              </a:defRPr>
            </a:lvl1pPr>
            <a:lvl2pPr>
              <a:defRPr sz="1950" b="0">
                <a:solidFill>
                  <a:srgbClr val="FCFBF8"/>
                </a:solidFill>
                <a:latin typeface="Manrope"/>
                <a:ea typeface="Manrope"/>
                <a:cs typeface="Manrope"/>
              </a:defRPr>
            </a:lvl2pPr>
            <a:lvl3pPr>
              <a:defRPr sz="1950" b="0">
                <a:solidFill>
                  <a:srgbClr val="FCFBF8"/>
                </a:solidFill>
                <a:latin typeface="Manrope"/>
                <a:ea typeface="Manrope"/>
                <a:cs typeface="Manrope"/>
              </a:defRPr>
            </a:lvl3pPr>
            <a:lvl4pPr>
              <a:defRPr sz="1950" b="0">
                <a:solidFill>
                  <a:srgbClr val="FCFBF8"/>
                </a:solidFill>
                <a:latin typeface="Manrope"/>
                <a:ea typeface="Manrope"/>
                <a:cs typeface="Manrope"/>
              </a:defRPr>
            </a:lvl4pPr>
            <a:lvl5pPr>
              <a:defRPr sz="1950" b="0">
                <a:solidFill>
                  <a:srgbClr val="FCFBF8"/>
                </a:solidFill>
                <a:latin typeface="Manrope"/>
                <a:ea typeface="Manrope"/>
                <a:cs typeface="Manrope"/>
              </a:defRPr>
            </a:lvl5pPr>
            <a:lvl6pPr>
              <a:defRPr sz="1950" b="0">
                <a:solidFill>
                  <a:srgbClr val="FCFBF8"/>
                </a:solidFill>
                <a:latin typeface="Manrope"/>
                <a:ea typeface="Manrope"/>
                <a:cs typeface="Manrope"/>
              </a:defRPr>
            </a:lvl6pPr>
            <a:lvl7pPr>
              <a:defRPr sz="1950" b="0">
                <a:solidFill>
                  <a:srgbClr val="FCFBF8"/>
                </a:solidFill>
                <a:latin typeface="Manrope"/>
                <a:ea typeface="Manrope"/>
                <a:cs typeface="Manrope"/>
              </a:defRPr>
            </a:lvl7pPr>
            <a:lvl8pPr>
              <a:defRPr sz="1950" b="0">
                <a:solidFill>
                  <a:srgbClr val="FCFBF8"/>
                </a:solidFill>
                <a:latin typeface="Manrope"/>
                <a:ea typeface="Manrope"/>
                <a:cs typeface="Manrope"/>
              </a:defRPr>
            </a:lvl8pPr>
            <a:lvl9pPr>
              <a:defRPr sz="1950" b="0">
                <a:solidFill>
                  <a:srgbClr val="FCFBF8"/>
                </a:solidFill>
                <a:latin typeface="Manrope"/>
                <a:ea typeface="Manrope"/>
                <a:cs typeface="Manrope"/>
              </a:defRPr>
            </a:lvl9pPr>
          </a:lstStyle>
          <a:p>
            <a:pPr>
              <a:defRPr sz="1950" b="0">
                <a:solidFill>
                  <a:srgbClr val="FCFBF8"/>
                </a:solidFill>
                <a:latin typeface="Manrope"/>
                <a:ea typeface="Manrope"/>
                <a:cs typeface="Manrope"/>
              </a:defRPr>
            </a:pPr>
            <a:r>
              <a:rPr sz="1950" b="0">
                <a:solidFill>
                  <a:srgbClr val="FCFBF8"/>
                </a:solidFill>
                <a:latin typeface="Manrope"/>
                <a:ea typeface="Manrope"/>
                <a:cs typeface="Manrope"/>
              </a:rPr>
              <a:t>Pepper fuera de la base</a:t>
            </a:r>
          </a:p>
        </p:txBody>
      </p:sp>
      <p:sp>
        <p:nvSpPr>
          <p:cNvPr id="11" name="text-214">
            <a:extLst>
              <a:ext uri="{FF2B5EF4-FFF2-40B4-BE49-F238E27FC236}">
                <a16:creationId xmlns:a16="http://schemas.microsoft.com/office/drawing/2014/main" id="{6759049B-62E1-4734-8E9D-40DFE5A10494}"/>
              </a:ext>
            </a:extLst>
          </p:cNvPr>
          <p:cNvSpPr>
            <a:spLocks noGrp="1"/>
          </p:cNvSpPr>
          <p:nvPr/>
        </p:nvSpPr>
        <p:spPr>
          <a:xfrm>
            <a:off x="8105775" y="3571875"/>
            <a:ext cx="3476625" cy="581025"/>
          </a:xfrm>
          <a:prstGeom prst="rect">
            <a:avLst/>
          </a:prstGeom>
          <a:noFill/>
          <a:ln w="0">
            <a:noFill/>
            <a:prstDash val="solid"/>
          </a:ln>
        </p:spPr>
        <p:txBody>
          <a:bodyPr wrap="square" lIns="0" tIns="0" rIns="0" bIns="0" anchor="t">
            <a:noAutofit/>
          </a:bodyPr>
          <a:lstStyle>
            <a:defPPr>
              <a:defRPr sz="1950" b="0">
                <a:solidFill>
                  <a:srgbClr val="FCFBF8"/>
                </a:solidFill>
                <a:latin typeface="Manrope"/>
                <a:ea typeface="Manrope"/>
                <a:cs typeface="Manrope"/>
              </a:defRPr>
            </a:defPPr>
            <a:lvl1pPr>
              <a:defRPr sz="1950" b="0">
                <a:solidFill>
                  <a:srgbClr val="FCFBF8"/>
                </a:solidFill>
                <a:latin typeface="Manrope"/>
                <a:ea typeface="Manrope"/>
                <a:cs typeface="Manrope"/>
              </a:defRPr>
            </a:lvl1pPr>
            <a:lvl2pPr>
              <a:defRPr sz="1950" b="0">
                <a:solidFill>
                  <a:srgbClr val="FCFBF8"/>
                </a:solidFill>
                <a:latin typeface="Manrope"/>
                <a:ea typeface="Manrope"/>
                <a:cs typeface="Manrope"/>
              </a:defRPr>
            </a:lvl2pPr>
            <a:lvl3pPr>
              <a:defRPr sz="1950" b="0">
                <a:solidFill>
                  <a:srgbClr val="FCFBF8"/>
                </a:solidFill>
                <a:latin typeface="Manrope"/>
                <a:ea typeface="Manrope"/>
                <a:cs typeface="Manrope"/>
              </a:defRPr>
            </a:lvl3pPr>
            <a:lvl4pPr>
              <a:defRPr sz="1950" b="0">
                <a:solidFill>
                  <a:srgbClr val="FCFBF8"/>
                </a:solidFill>
                <a:latin typeface="Manrope"/>
                <a:ea typeface="Manrope"/>
                <a:cs typeface="Manrope"/>
              </a:defRPr>
            </a:lvl4pPr>
            <a:lvl5pPr>
              <a:defRPr sz="1950" b="0">
                <a:solidFill>
                  <a:srgbClr val="FCFBF8"/>
                </a:solidFill>
                <a:latin typeface="Manrope"/>
                <a:ea typeface="Manrope"/>
                <a:cs typeface="Manrope"/>
              </a:defRPr>
            </a:lvl5pPr>
            <a:lvl6pPr>
              <a:defRPr sz="1950" b="0">
                <a:solidFill>
                  <a:srgbClr val="FCFBF8"/>
                </a:solidFill>
                <a:latin typeface="Manrope"/>
                <a:ea typeface="Manrope"/>
                <a:cs typeface="Manrope"/>
              </a:defRPr>
            </a:lvl6pPr>
            <a:lvl7pPr>
              <a:defRPr sz="1950" b="0">
                <a:solidFill>
                  <a:srgbClr val="FCFBF8"/>
                </a:solidFill>
                <a:latin typeface="Manrope"/>
                <a:ea typeface="Manrope"/>
                <a:cs typeface="Manrope"/>
              </a:defRPr>
            </a:lvl7pPr>
            <a:lvl8pPr>
              <a:defRPr sz="1950" b="0">
                <a:solidFill>
                  <a:srgbClr val="FCFBF8"/>
                </a:solidFill>
                <a:latin typeface="Manrope"/>
                <a:ea typeface="Manrope"/>
                <a:cs typeface="Manrope"/>
              </a:defRPr>
            </a:lvl8pPr>
            <a:lvl9pPr>
              <a:defRPr sz="1950" b="0">
                <a:solidFill>
                  <a:srgbClr val="FCFBF8"/>
                </a:solidFill>
                <a:latin typeface="Manrope"/>
                <a:ea typeface="Manrope"/>
                <a:cs typeface="Manrope"/>
              </a:defRPr>
            </a:lvl9pPr>
          </a:lstStyle>
          <a:p>
            <a:pPr>
              <a:defRPr sz="1950" b="0">
                <a:solidFill>
                  <a:srgbClr val="FCFBF8"/>
                </a:solidFill>
                <a:latin typeface="Manrope"/>
                <a:ea typeface="Manrope"/>
                <a:cs typeface="Manrope"/>
              </a:defRPr>
            </a:pPr>
            <a:r>
              <a:rPr sz="1950" b="0">
                <a:solidFill>
                  <a:srgbClr val="FCFBF8"/>
                </a:solidFill>
                <a:latin typeface="Manrope"/>
                <a:ea typeface="Manrope"/>
                <a:cs typeface="Manrope"/>
              </a:rPr>
              <a:t>Claves largas y únicas</a:t>
            </a:r>
          </a:p>
        </p:txBody>
      </p:sp>
      <p:sp>
        <p:nvSpPr>
          <p:cNvPr id="12" name="text-215">
            <a:extLst>
              <a:ext uri="{FF2B5EF4-FFF2-40B4-BE49-F238E27FC236}">
                <a16:creationId xmlns:a16="http://schemas.microsoft.com/office/drawing/2014/main" id="{B14BE874-6EFE-42D7-BB1C-34EDDEC529EA}"/>
              </a:ext>
            </a:extLst>
          </p:cNvPr>
          <p:cNvSpPr>
            <a:spLocks noGrp="1"/>
          </p:cNvSpPr>
          <p:nvPr/>
        </p:nvSpPr>
        <p:spPr>
          <a:xfrm>
            <a:off x="8105775" y="4238625"/>
            <a:ext cx="3476625" cy="581025"/>
          </a:xfrm>
          <a:prstGeom prst="rect">
            <a:avLst/>
          </a:prstGeom>
          <a:noFill/>
          <a:ln w="0">
            <a:noFill/>
            <a:prstDash val="solid"/>
          </a:ln>
        </p:spPr>
        <p:txBody>
          <a:bodyPr wrap="square" lIns="0" tIns="0" rIns="0" bIns="0" anchor="t">
            <a:noAutofit/>
          </a:bodyPr>
          <a:lstStyle>
            <a:defPPr>
              <a:defRPr sz="1950" b="0">
                <a:solidFill>
                  <a:srgbClr val="FCFBF8"/>
                </a:solidFill>
                <a:latin typeface="Manrope"/>
                <a:ea typeface="Manrope"/>
                <a:cs typeface="Manrope"/>
              </a:defRPr>
            </a:defPPr>
            <a:lvl1pPr>
              <a:defRPr sz="1950" b="0">
                <a:solidFill>
                  <a:srgbClr val="FCFBF8"/>
                </a:solidFill>
                <a:latin typeface="Manrope"/>
                <a:ea typeface="Manrope"/>
                <a:cs typeface="Manrope"/>
              </a:defRPr>
            </a:lvl1pPr>
            <a:lvl2pPr>
              <a:defRPr sz="1950" b="0">
                <a:solidFill>
                  <a:srgbClr val="FCFBF8"/>
                </a:solidFill>
                <a:latin typeface="Manrope"/>
                <a:ea typeface="Manrope"/>
                <a:cs typeface="Manrope"/>
              </a:defRPr>
            </a:lvl2pPr>
            <a:lvl3pPr>
              <a:defRPr sz="1950" b="0">
                <a:solidFill>
                  <a:srgbClr val="FCFBF8"/>
                </a:solidFill>
                <a:latin typeface="Manrope"/>
                <a:ea typeface="Manrope"/>
                <a:cs typeface="Manrope"/>
              </a:defRPr>
            </a:lvl3pPr>
            <a:lvl4pPr>
              <a:defRPr sz="1950" b="0">
                <a:solidFill>
                  <a:srgbClr val="FCFBF8"/>
                </a:solidFill>
                <a:latin typeface="Manrope"/>
                <a:ea typeface="Manrope"/>
                <a:cs typeface="Manrope"/>
              </a:defRPr>
            </a:lvl4pPr>
            <a:lvl5pPr>
              <a:defRPr sz="1950" b="0">
                <a:solidFill>
                  <a:srgbClr val="FCFBF8"/>
                </a:solidFill>
                <a:latin typeface="Manrope"/>
                <a:ea typeface="Manrope"/>
                <a:cs typeface="Manrope"/>
              </a:defRPr>
            </a:lvl5pPr>
            <a:lvl6pPr>
              <a:defRPr sz="1950" b="0">
                <a:solidFill>
                  <a:srgbClr val="FCFBF8"/>
                </a:solidFill>
                <a:latin typeface="Manrope"/>
                <a:ea typeface="Manrope"/>
                <a:cs typeface="Manrope"/>
              </a:defRPr>
            </a:lvl6pPr>
            <a:lvl7pPr>
              <a:defRPr sz="1950" b="0">
                <a:solidFill>
                  <a:srgbClr val="FCFBF8"/>
                </a:solidFill>
                <a:latin typeface="Manrope"/>
                <a:ea typeface="Manrope"/>
                <a:cs typeface="Manrope"/>
              </a:defRPr>
            </a:lvl7pPr>
            <a:lvl8pPr>
              <a:defRPr sz="1950" b="0">
                <a:solidFill>
                  <a:srgbClr val="FCFBF8"/>
                </a:solidFill>
                <a:latin typeface="Manrope"/>
                <a:ea typeface="Manrope"/>
                <a:cs typeface="Manrope"/>
              </a:defRPr>
            </a:lvl8pPr>
            <a:lvl9pPr>
              <a:defRPr sz="1950" b="0">
                <a:solidFill>
                  <a:srgbClr val="FCFBF8"/>
                </a:solidFill>
                <a:latin typeface="Manrope"/>
                <a:ea typeface="Manrope"/>
                <a:cs typeface="Manrope"/>
              </a:defRPr>
            </a:lvl9pPr>
          </a:lstStyle>
          <a:p>
            <a:pPr>
              <a:defRPr sz="1950" b="0">
                <a:solidFill>
                  <a:srgbClr val="FCFBF8"/>
                </a:solidFill>
                <a:latin typeface="Manrope"/>
                <a:ea typeface="Manrope"/>
                <a:cs typeface="Manrope"/>
              </a:defRPr>
            </a:pPr>
            <a:r>
              <a:rPr sz="1950" b="0">
                <a:solidFill>
                  <a:srgbClr val="FCFBF8"/>
                </a:solidFill>
                <a:latin typeface="Manrope"/>
                <a:ea typeface="Manrope"/>
                <a:cs typeface="Manrope"/>
              </a:rPr>
              <a:t>Bloqueo de claves filtradas</a:t>
            </a:r>
          </a:p>
        </p:txBody>
      </p:sp>
      <p:sp>
        <p:nvSpPr>
          <p:cNvPr id="13" name="text-216">
            <a:extLst>
              <a:ext uri="{FF2B5EF4-FFF2-40B4-BE49-F238E27FC236}">
                <a16:creationId xmlns:a16="http://schemas.microsoft.com/office/drawing/2014/main" id="{9B0ACDC2-E542-4500-A278-92E175B03D15}"/>
              </a:ext>
            </a:extLst>
          </p:cNvPr>
          <p:cNvSpPr>
            <a:spLocks noGrp="1"/>
          </p:cNvSpPr>
          <p:nvPr/>
        </p:nvSpPr>
        <p:spPr>
          <a:xfrm>
            <a:off x="8105775" y="4905375"/>
            <a:ext cx="3476625" cy="581025"/>
          </a:xfrm>
          <a:prstGeom prst="rect">
            <a:avLst/>
          </a:prstGeom>
          <a:noFill/>
          <a:ln w="0">
            <a:noFill/>
            <a:prstDash val="solid"/>
          </a:ln>
        </p:spPr>
        <p:txBody>
          <a:bodyPr wrap="square" lIns="0" tIns="0" rIns="0" bIns="0" anchor="t">
            <a:noAutofit/>
          </a:bodyPr>
          <a:lstStyle>
            <a:defPPr>
              <a:defRPr sz="1950" b="0">
                <a:solidFill>
                  <a:srgbClr val="FCFBF8"/>
                </a:solidFill>
                <a:latin typeface="Manrope"/>
                <a:ea typeface="Manrope"/>
                <a:cs typeface="Manrope"/>
              </a:defRPr>
            </a:defPPr>
            <a:lvl1pPr>
              <a:defRPr sz="1950" b="0">
                <a:solidFill>
                  <a:srgbClr val="FCFBF8"/>
                </a:solidFill>
                <a:latin typeface="Manrope"/>
                <a:ea typeface="Manrope"/>
                <a:cs typeface="Manrope"/>
              </a:defRPr>
            </a:lvl1pPr>
            <a:lvl2pPr>
              <a:defRPr sz="1950" b="0">
                <a:solidFill>
                  <a:srgbClr val="FCFBF8"/>
                </a:solidFill>
                <a:latin typeface="Manrope"/>
                <a:ea typeface="Manrope"/>
                <a:cs typeface="Manrope"/>
              </a:defRPr>
            </a:lvl2pPr>
            <a:lvl3pPr>
              <a:defRPr sz="1950" b="0">
                <a:solidFill>
                  <a:srgbClr val="FCFBF8"/>
                </a:solidFill>
                <a:latin typeface="Manrope"/>
                <a:ea typeface="Manrope"/>
                <a:cs typeface="Manrope"/>
              </a:defRPr>
            </a:lvl3pPr>
            <a:lvl4pPr>
              <a:defRPr sz="1950" b="0">
                <a:solidFill>
                  <a:srgbClr val="FCFBF8"/>
                </a:solidFill>
                <a:latin typeface="Manrope"/>
                <a:ea typeface="Manrope"/>
                <a:cs typeface="Manrope"/>
              </a:defRPr>
            </a:lvl4pPr>
            <a:lvl5pPr>
              <a:defRPr sz="1950" b="0">
                <a:solidFill>
                  <a:srgbClr val="FCFBF8"/>
                </a:solidFill>
                <a:latin typeface="Manrope"/>
                <a:ea typeface="Manrope"/>
                <a:cs typeface="Manrope"/>
              </a:defRPr>
            </a:lvl5pPr>
            <a:lvl6pPr>
              <a:defRPr sz="1950" b="0">
                <a:solidFill>
                  <a:srgbClr val="FCFBF8"/>
                </a:solidFill>
                <a:latin typeface="Manrope"/>
                <a:ea typeface="Manrope"/>
                <a:cs typeface="Manrope"/>
              </a:defRPr>
            </a:lvl6pPr>
            <a:lvl7pPr>
              <a:defRPr sz="1950" b="0">
                <a:solidFill>
                  <a:srgbClr val="FCFBF8"/>
                </a:solidFill>
                <a:latin typeface="Manrope"/>
                <a:ea typeface="Manrope"/>
                <a:cs typeface="Manrope"/>
              </a:defRPr>
            </a:lvl7pPr>
            <a:lvl8pPr>
              <a:defRPr sz="1950" b="0">
                <a:solidFill>
                  <a:srgbClr val="FCFBF8"/>
                </a:solidFill>
                <a:latin typeface="Manrope"/>
                <a:ea typeface="Manrope"/>
                <a:cs typeface="Manrope"/>
              </a:defRPr>
            </a:lvl8pPr>
            <a:lvl9pPr>
              <a:defRPr sz="1950" b="0">
                <a:solidFill>
                  <a:srgbClr val="FCFBF8"/>
                </a:solidFill>
                <a:latin typeface="Manrope"/>
                <a:ea typeface="Manrope"/>
                <a:cs typeface="Manrope"/>
              </a:defRPr>
            </a:lvl9pPr>
          </a:lstStyle>
          <a:p>
            <a:pPr>
              <a:defRPr sz="1950" b="0">
                <a:solidFill>
                  <a:srgbClr val="FCFBF8"/>
                </a:solidFill>
                <a:latin typeface="Manrope"/>
                <a:ea typeface="Manrope"/>
                <a:cs typeface="Manrope"/>
              </a:defRPr>
            </a:pPr>
            <a:r>
              <a:rPr sz="1950" b="0">
                <a:solidFill>
                  <a:srgbClr val="FCFBF8"/>
                </a:solidFill>
                <a:latin typeface="Manrope"/>
                <a:ea typeface="Manrope"/>
                <a:cs typeface="Manrope"/>
              </a:rPr>
              <a:t>Límite de intentos y MFA</a:t>
            </a:r>
          </a:p>
        </p:txBody>
      </p:sp>
      <p:sp>
        <p:nvSpPr>
          <p:cNvPr id="14" name="text-217">
            <a:extLst>
              <a:ext uri="{FF2B5EF4-FFF2-40B4-BE49-F238E27FC236}">
                <a16:creationId xmlns:a16="http://schemas.microsoft.com/office/drawing/2014/main" id="{015DBA29-528D-42E2-9BB9-32C31F0AAE75}"/>
              </a:ext>
            </a:extLst>
          </p:cNvPr>
          <p:cNvSpPr>
            <a:spLocks noGrp="1"/>
          </p:cNvSpPr>
          <p:nvPr/>
        </p:nvSpPr>
        <p:spPr>
          <a:xfrm>
            <a:off x="609600" y="6048375"/>
            <a:ext cx="10972800" cy="285750"/>
          </a:xfrm>
          <a:prstGeom prst="rect">
            <a:avLst/>
          </a:prstGeom>
          <a:noFill/>
          <a:ln w="0">
            <a:noFill/>
            <a:prstDash val="solid"/>
          </a:ln>
        </p:spPr>
        <p:txBody>
          <a:bodyPr wrap="square" lIns="0" tIns="0" rIns="0" bIns="0" anchor="t">
            <a:noAutofit/>
          </a:bodyPr>
          <a:lstStyle>
            <a:defPPr>
              <a:defRPr sz="1200" b="0">
                <a:solidFill>
                  <a:srgbClr val="9AC5CC"/>
                </a:solidFill>
                <a:latin typeface="Manrope"/>
                <a:ea typeface="Manrope"/>
                <a:cs typeface="Manrope"/>
              </a:defRPr>
            </a:defPPr>
            <a:lvl1pPr>
              <a:defRPr sz="1200" b="0">
                <a:solidFill>
                  <a:srgbClr val="9AC5CC"/>
                </a:solidFill>
                <a:latin typeface="Manrope"/>
                <a:ea typeface="Manrope"/>
                <a:cs typeface="Manrope"/>
              </a:defRPr>
            </a:lvl1pPr>
            <a:lvl2pPr>
              <a:defRPr sz="1200" b="0">
                <a:solidFill>
                  <a:srgbClr val="9AC5CC"/>
                </a:solidFill>
                <a:latin typeface="Manrope"/>
                <a:ea typeface="Manrope"/>
                <a:cs typeface="Manrope"/>
              </a:defRPr>
            </a:lvl2pPr>
            <a:lvl3pPr>
              <a:defRPr sz="1200" b="0">
                <a:solidFill>
                  <a:srgbClr val="9AC5CC"/>
                </a:solidFill>
                <a:latin typeface="Manrope"/>
                <a:ea typeface="Manrope"/>
                <a:cs typeface="Manrope"/>
              </a:defRPr>
            </a:lvl3pPr>
            <a:lvl4pPr>
              <a:defRPr sz="1200" b="0">
                <a:solidFill>
                  <a:srgbClr val="9AC5CC"/>
                </a:solidFill>
                <a:latin typeface="Manrope"/>
                <a:ea typeface="Manrope"/>
                <a:cs typeface="Manrope"/>
              </a:defRPr>
            </a:lvl4pPr>
            <a:lvl5pPr>
              <a:defRPr sz="1200" b="0">
                <a:solidFill>
                  <a:srgbClr val="9AC5CC"/>
                </a:solidFill>
                <a:latin typeface="Manrope"/>
                <a:ea typeface="Manrope"/>
                <a:cs typeface="Manrope"/>
              </a:defRPr>
            </a:lvl5pPr>
            <a:lvl6pPr>
              <a:defRPr sz="1200" b="0">
                <a:solidFill>
                  <a:srgbClr val="9AC5CC"/>
                </a:solidFill>
                <a:latin typeface="Manrope"/>
                <a:ea typeface="Manrope"/>
                <a:cs typeface="Manrope"/>
              </a:defRPr>
            </a:lvl6pPr>
            <a:lvl7pPr>
              <a:defRPr sz="1200" b="0">
                <a:solidFill>
                  <a:srgbClr val="9AC5CC"/>
                </a:solidFill>
                <a:latin typeface="Manrope"/>
                <a:ea typeface="Manrope"/>
                <a:cs typeface="Manrope"/>
              </a:defRPr>
            </a:lvl7pPr>
            <a:lvl8pPr>
              <a:defRPr sz="1200" b="0">
                <a:solidFill>
                  <a:srgbClr val="9AC5CC"/>
                </a:solidFill>
                <a:latin typeface="Manrope"/>
                <a:ea typeface="Manrope"/>
                <a:cs typeface="Manrope"/>
              </a:defRPr>
            </a:lvl8pPr>
            <a:lvl9pPr>
              <a:defRPr sz="1200" b="0">
                <a:solidFill>
                  <a:srgbClr val="9AC5CC"/>
                </a:solidFill>
                <a:latin typeface="Manrope"/>
                <a:ea typeface="Manrope"/>
                <a:cs typeface="Manrope"/>
              </a:defRPr>
            </a:lvl9pPr>
          </a:lstStyle>
          <a:p>
            <a:pPr>
              <a:defRPr sz="1200" b="0">
                <a:solidFill>
                  <a:srgbClr val="9AC5CC"/>
                </a:solidFill>
                <a:latin typeface="Manrope"/>
                <a:ea typeface="Manrope"/>
                <a:cs typeface="Manrope"/>
              </a:defRPr>
            </a:pPr>
            <a:r>
              <a:rPr sz="1200" b="0">
                <a:solidFill>
                  <a:srgbClr val="9AC5CC"/>
                </a:solidFill>
                <a:latin typeface="Manrope"/>
                <a:ea typeface="Manrope"/>
                <a:cs typeface="Manrope"/>
              </a:rPr>
              <a:t>OWASP prioriza Argon2id. NIST requiere un esquema adecuado con sal y costo.</a:t>
            </a:r>
          </a:p>
        </p:txBody>
      </p:sp>
    </p:spTree>
    <p:extLst>
      <p:ext uri="{BB962C8B-B14F-4D97-AF65-F5344CB8AC3E}">
        <p14:creationId xmlns:p14="http://schemas.microsoft.com/office/powerpoint/2010/main" val="800924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227">
            <a:extLst>
              <a:ext uri="{FF2B5EF4-FFF2-40B4-BE49-F238E27FC236}">
                <a16:creationId xmlns:a16="http://schemas.microsoft.com/office/drawing/2014/main" id="{2BB74855-0922-40DD-94A0-6CFFB912BF70}"/>
              </a:ext>
            </a:extLst>
          </p:cNvPr>
          <p:cNvSpPr>
            <a:spLocks noGrp="1"/>
          </p:cNvSpPr>
          <p:nvPr/>
        </p:nvSpPr>
        <p:spPr>
          <a:xfrm>
            <a:off x="609600" y="371475"/>
            <a:ext cx="962025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SÍNTESIS DEL INFORME Y DEFENSA</a:t>
            </a:r>
          </a:p>
        </p:txBody>
      </p:sp>
      <p:sp>
        <p:nvSpPr>
          <p:cNvPr id="3" name="text-228">
            <a:extLst>
              <a:ext uri="{FF2B5EF4-FFF2-40B4-BE49-F238E27FC236}">
                <a16:creationId xmlns:a16="http://schemas.microsoft.com/office/drawing/2014/main" id="{E7D854D2-11CF-4165-87D6-772F8B5CBAD0}"/>
              </a:ext>
            </a:extLst>
          </p:cNvPr>
          <p:cNvSpPr>
            <a:spLocks noGrp="1"/>
          </p:cNvSpPr>
          <p:nvPr/>
        </p:nvSpPr>
        <p:spPr>
          <a:xfrm>
            <a:off x="609600" y="828675"/>
            <a:ext cx="10972800" cy="1133475"/>
          </a:xfrm>
          <a:prstGeom prst="rect">
            <a:avLst/>
          </a:prstGeom>
          <a:noFill/>
          <a:ln w="0">
            <a:noFill/>
            <a:prstDash val="solid"/>
          </a:ln>
        </p:spPr>
        <p:txBody>
          <a:bodyPr wrap="square" lIns="0" tIns="0" rIns="0" bIns="0" anchor="t">
            <a:noAutofit/>
          </a:bodyPr>
          <a:lstStyle>
            <a:defPPr>
              <a:defRPr sz="3900" b="1">
                <a:solidFill>
                  <a:srgbClr val="122630"/>
                </a:solidFill>
                <a:latin typeface="Manrope"/>
                <a:ea typeface="Manrope"/>
                <a:cs typeface="Manrope"/>
              </a:defRPr>
            </a:defPPr>
            <a:lvl1pPr>
              <a:defRPr sz="3900" b="1">
                <a:solidFill>
                  <a:srgbClr val="122630"/>
                </a:solidFill>
                <a:latin typeface="Manrope"/>
                <a:ea typeface="Manrope"/>
                <a:cs typeface="Manrope"/>
              </a:defRPr>
            </a:lvl1pPr>
            <a:lvl2pPr>
              <a:defRPr sz="3900" b="1">
                <a:solidFill>
                  <a:srgbClr val="122630"/>
                </a:solidFill>
                <a:latin typeface="Manrope"/>
                <a:ea typeface="Manrope"/>
                <a:cs typeface="Manrope"/>
              </a:defRPr>
            </a:lvl2pPr>
            <a:lvl3pPr>
              <a:defRPr sz="3900" b="1">
                <a:solidFill>
                  <a:srgbClr val="122630"/>
                </a:solidFill>
                <a:latin typeface="Manrope"/>
                <a:ea typeface="Manrope"/>
                <a:cs typeface="Manrope"/>
              </a:defRPr>
            </a:lvl3pPr>
            <a:lvl4pPr>
              <a:defRPr sz="3900" b="1">
                <a:solidFill>
                  <a:srgbClr val="122630"/>
                </a:solidFill>
                <a:latin typeface="Manrope"/>
                <a:ea typeface="Manrope"/>
                <a:cs typeface="Manrope"/>
              </a:defRPr>
            </a:lvl4pPr>
            <a:lvl5pPr>
              <a:defRPr sz="3900" b="1">
                <a:solidFill>
                  <a:srgbClr val="122630"/>
                </a:solidFill>
                <a:latin typeface="Manrope"/>
                <a:ea typeface="Manrope"/>
                <a:cs typeface="Manrope"/>
              </a:defRPr>
            </a:lvl5pPr>
            <a:lvl6pPr>
              <a:defRPr sz="3900" b="1">
                <a:solidFill>
                  <a:srgbClr val="122630"/>
                </a:solidFill>
                <a:latin typeface="Manrope"/>
                <a:ea typeface="Manrope"/>
                <a:cs typeface="Manrope"/>
              </a:defRPr>
            </a:lvl6pPr>
            <a:lvl7pPr>
              <a:defRPr sz="3900" b="1">
                <a:solidFill>
                  <a:srgbClr val="122630"/>
                </a:solidFill>
                <a:latin typeface="Manrope"/>
                <a:ea typeface="Manrope"/>
                <a:cs typeface="Manrope"/>
              </a:defRPr>
            </a:lvl7pPr>
            <a:lvl8pPr>
              <a:defRPr sz="3900" b="1">
                <a:solidFill>
                  <a:srgbClr val="122630"/>
                </a:solidFill>
                <a:latin typeface="Manrope"/>
                <a:ea typeface="Manrope"/>
                <a:cs typeface="Manrope"/>
              </a:defRPr>
            </a:lvl8pPr>
            <a:lvl9pPr>
              <a:defRPr sz="3900" b="1">
                <a:solidFill>
                  <a:srgbClr val="122630"/>
                </a:solidFill>
                <a:latin typeface="Manrope"/>
                <a:ea typeface="Manrope"/>
                <a:cs typeface="Manrope"/>
              </a:defRPr>
            </a:lvl9pPr>
          </a:lstStyle>
          <a:p>
            <a:pPr>
              <a:defRPr sz="3900" b="1">
                <a:solidFill>
                  <a:srgbClr val="122630"/>
                </a:solidFill>
                <a:latin typeface="Manrope"/>
                <a:ea typeface="Manrope"/>
                <a:cs typeface="Manrope"/>
              </a:defRPr>
            </a:pPr>
            <a:r>
              <a:rPr sz="3900" b="1">
                <a:solidFill>
                  <a:srgbClr val="122630"/>
                </a:solidFill>
                <a:latin typeface="Manrope"/>
                <a:ea typeface="Manrope"/>
                <a:cs typeface="Manrope"/>
              </a:rPr>
              <a:t>Conclusiones del grupo</a:t>
            </a:r>
          </a:p>
        </p:txBody>
      </p:sp>
      <p:sp>
        <p:nvSpPr>
          <p:cNvPr id="4" name="text-229">
            <a:extLst>
              <a:ext uri="{FF2B5EF4-FFF2-40B4-BE49-F238E27FC236}">
                <a16:creationId xmlns:a16="http://schemas.microsoft.com/office/drawing/2014/main" id="{A8185031-20C3-436E-B93E-EC4B1D3FCA32}"/>
              </a:ext>
            </a:extLst>
          </p:cNvPr>
          <p:cNvSpPr>
            <a:spLocks noGrp="1"/>
          </p:cNvSpPr>
          <p:nvPr/>
        </p:nvSpPr>
        <p:spPr>
          <a:xfrm>
            <a:off x="609600" y="6467475"/>
            <a:ext cx="7620000" cy="228600"/>
          </a:xfrm>
          <a:prstGeom prst="rect">
            <a:avLst/>
          </a:prstGeom>
          <a:noFill/>
          <a:ln w="0">
            <a:noFill/>
            <a:prstDash val="solid"/>
          </a:ln>
        </p:spPr>
        <p:txBody>
          <a:bodyPr wrap="square" lIns="0" tIns="0" rIns="0" bIns="0" anchor="t">
            <a:noAutofit/>
          </a:bodyPr>
          <a:lstStyle>
            <a:defPPr>
              <a:defRPr sz="1050" b="0">
                <a:solidFill>
                  <a:srgbClr val="61717A"/>
                </a:solidFill>
                <a:latin typeface="Manrope"/>
                <a:ea typeface="Manrope"/>
                <a:cs typeface="Manrope"/>
              </a:defRPr>
            </a:defPPr>
            <a:lvl1pPr>
              <a:defRPr sz="1050" b="0">
                <a:solidFill>
                  <a:srgbClr val="61717A"/>
                </a:solidFill>
                <a:latin typeface="Manrope"/>
                <a:ea typeface="Manrope"/>
                <a:cs typeface="Manrope"/>
              </a:defRPr>
            </a:lvl1pPr>
            <a:lvl2pPr>
              <a:defRPr sz="1050" b="0">
                <a:solidFill>
                  <a:srgbClr val="61717A"/>
                </a:solidFill>
                <a:latin typeface="Manrope"/>
                <a:ea typeface="Manrope"/>
                <a:cs typeface="Manrope"/>
              </a:defRPr>
            </a:lvl2pPr>
            <a:lvl3pPr>
              <a:defRPr sz="1050" b="0">
                <a:solidFill>
                  <a:srgbClr val="61717A"/>
                </a:solidFill>
                <a:latin typeface="Manrope"/>
                <a:ea typeface="Manrope"/>
                <a:cs typeface="Manrope"/>
              </a:defRPr>
            </a:lvl3pPr>
            <a:lvl4pPr>
              <a:defRPr sz="1050" b="0">
                <a:solidFill>
                  <a:srgbClr val="61717A"/>
                </a:solidFill>
                <a:latin typeface="Manrope"/>
                <a:ea typeface="Manrope"/>
                <a:cs typeface="Manrope"/>
              </a:defRPr>
            </a:lvl4pPr>
            <a:lvl5pPr>
              <a:defRPr sz="1050" b="0">
                <a:solidFill>
                  <a:srgbClr val="61717A"/>
                </a:solidFill>
                <a:latin typeface="Manrope"/>
                <a:ea typeface="Manrope"/>
                <a:cs typeface="Manrope"/>
              </a:defRPr>
            </a:lvl5pPr>
            <a:lvl6pPr>
              <a:defRPr sz="1050" b="0">
                <a:solidFill>
                  <a:srgbClr val="61717A"/>
                </a:solidFill>
                <a:latin typeface="Manrope"/>
                <a:ea typeface="Manrope"/>
                <a:cs typeface="Manrope"/>
              </a:defRPr>
            </a:lvl6pPr>
            <a:lvl7pPr>
              <a:defRPr sz="1050" b="0">
                <a:solidFill>
                  <a:srgbClr val="61717A"/>
                </a:solidFill>
                <a:latin typeface="Manrope"/>
                <a:ea typeface="Manrope"/>
                <a:cs typeface="Manrope"/>
              </a:defRPr>
            </a:lvl7pPr>
            <a:lvl8pPr>
              <a:defRPr sz="1050" b="0">
                <a:solidFill>
                  <a:srgbClr val="61717A"/>
                </a:solidFill>
                <a:latin typeface="Manrope"/>
                <a:ea typeface="Manrope"/>
                <a:cs typeface="Manrope"/>
              </a:defRPr>
            </a:lvl8pPr>
            <a:lvl9pPr>
              <a:defRPr sz="1050" b="0">
                <a:solidFill>
                  <a:srgbClr val="61717A"/>
                </a:solidFill>
                <a:latin typeface="Manrope"/>
                <a:ea typeface="Manrope"/>
                <a:cs typeface="Manrope"/>
              </a:defRPr>
            </a:lvl9pPr>
          </a:lstStyle>
          <a:p>
            <a:pPr>
              <a:defRPr sz="1050" b="0">
                <a:solidFill>
                  <a:srgbClr val="61717A"/>
                </a:solidFill>
                <a:latin typeface="Manrope"/>
                <a:ea typeface="Manrope"/>
                <a:cs typeface="Manrope"/>
              </a:defRPr>
            </a:pPr>
            <a:r>
              <a:rPr sz="1050" b="0">
                <a:solidFill>
                  <a:srgbClr val="61717A"/>
                </a:solidFill>
                <a:latin typeface="Manrope"/>
                <a:ea typeface="Manrope"/>
                <a:cs typeface="Manrope"/>
              </a:rPr>
              <a:t>ITI-922  /  GRUPO 6</a:t>
            </a:r>
          </a:p>
        </p:txBody>
      </p:sp>
      <p:sp>
        <p:nvSpPr>
          <p:cNvPr id="5" name="text-230">
            <a:extLst>
              <a:ext uri="{FF2B5EF4-FFF2-40B4-BE49-F238E27FC236}">
                <a16:creationId xmlns:a16="http://schemas.microsoft.com/office/drawing/2014/main" id="{E5D07C9B-6D0E-4FA5-BD3D-291797AE9F4A}"/>
              </a:ext>
            </a:extLst>
          </p:cNvPr>
          <p:cNvSpPr>
            <a:spLocks noGrp="1"/>
          </p:cNvSpPr>
          <p:nvPr/>
        </p:nvSpPr>
        <p:spPr>
          <a:xfrm>
            <a:off x="10991850" y="6391275"/>
            <a:ext cx="590550" cy="333375"/>
          </a:xfrm>
          <a:prstGeom prst="rect">
            <a:avLst/>
          </a:prstGeom>
          <a:noFill/>
          <a:ln w="0">
            <a:noFill/>
            <a:prstDash val="solid"/>
          </a:ln>
        </p:spPr>
        <p:txBody>
          <a:bodyPr wrap="square" lIns="0" tIns="0" rIns="0" bIns="0" anchor="t">
            <a:noAutofit/>
          </a:bodyPr>
          <a:lstStyle>
            <a:defPPr algn="r">
              <a:defRPr sz="1425" b="0">
                <a:solidFill>
                  <a:srgbClr val="61717A"/>
                </a:solidFill>
                <a:latin typeface="Manrope"/>
                <a:ea typeface="Manrope"/>
                <a:cs typeface="Manrope"/>
              </a:defRPr>
            </a:defPPr>
            <a:lvl1pPr algn="r">
              <a:defRPr sz="1425" b="0">
                <a:solidFill>
                  <a:srgbClr val="61717A"/>
                </a:solidFill>
                <a:latin typeface="Manrope"/>
                <a:ea typeface="Manrope"/>
                <a:cs typeface="Manrope"/>
              </a:defRPr>
            </a:lvl1pPr>
            <a:lvl2pPr algn="r">
              <a:defRPr sz="1425" b="0">
                <a:solidFill>
                  <a:srgbClr val="61717A"/>
                </a:solidFill>
                <a:latin typeface="Manrope"/>
                <a:ea typeface="Manrope"/>
                <a:cs typeface="Manrope"/>
              </a:defRPr>
            </a:lvl2pPr>
            <a:lvl3pPr algn="r">
              <a:defRPr sz="1425" b="0">
                <a:solidFill>
                  <a:srgbClr val="61717A"/>
                </a:solidFill>
                <a:latin typeface="Manrope"/>
                <a:ea typeface="Manrope"/>
                <a:cs typeface="Manrope"/>
              </a:defRPr>
            </a:lvl3pPr>
            <a:lvl4pPr algn="r">
              <a:defRPr sz="1425" b="0">
                <a:solidFill>
                  <a:srgbClr val="61717A"/>
                </a:solidFill>
                <a:latin typeface="Manrope"/>
                <a:ea typeface="Manrope"/>
                <a:cs typeface="Manrope"/>
              </a:defRPr>
            </a:lvl4pPr>
            <a:lvl5pPr algn="r">
              <a:defRPr sz="1425" b="0">
                <a:solidFill>
                  <a:srgbClr val="61717A"/>
                </a:solidFill>
                <a:latin typeface="Manrope"/>
                <a:ea typeface="Manrope"/>
                <a:cs typeface="Manrope"/>
              </a:defRPr>
            </a:lvl5pPr>
            <a:lvl6pPr algn="r">
              <a:defRPr sz="1425" b="0">
                <a:solidFill>
                  <a:srgbClr val="61717A"/>
                </a:solidFill>
                <a:latin typeface="Manrope"/>
                <a:ea typeface="Manrope"/>
                <a:cs typeface="Manrope"/>
              </a:defRPr>
            </a:lvl6pPr>
            <a:lvl7pPr algn="r">
              <a:defRPr sz="1425" b="0">
                <a:solidFill>
                  <a:srgbClr val="61717A"/>
                </a:solidFill>
                <a:latin typeface="Manrope"/>
                <a:ea typeface="Manrope"/>
                <a:cs typeface="Manrope"/>
              </a:defRPr>
            </a:lvl7pPr>
            <a:lvl8pPr algn="r">
              <a:defRPr sz="1425" b="0">
                <a:solidFill>
                  <a:srgbClr val="61717A"/>
                </a:solidFill>
                <a:latin typeface="Manrope"/>
                <a:ea typeface="Manrope"/>
                <a:cs typeface="Manrope"/>
              </a:defRPr>
            </a:lvl8pPr>
            <a:lvl9pPr algn="r">
              <a:defRPr sz="1425" b="0">
                <a:solidFill>
                  <a:srgbClr val="61717A"/>
                </a:solidFill>
                <a:latin typeface="Manrope"/>
                <a:ea typeface="Manrope"/>
                <a:cs typeface="Manrope"/>
              </a:defRPr>
            </a:lvl9pPr>
          </a:lstStyle>
          <a:p>
            <a:pPr algn="r">
              <a:defRPr sz="1425" b="0">
                <a:solidFill>
                  <a:srgbClr val="61717A"/>
                </a:solidFill>
                <a:latin typeface="Manrope"/>
                <a:ea typeface="Manrope"/>
                <a:cs typeface="Manrope"/>
              </a:defRPr>
            </a:pPr>
            <a:r>
              <a:rPr sz="1425" b="0">
                <a:solidFill>
                  <a:srgbClr val="61717A"/>
                </a:solidFill>
                <a:latin typeface="Manrope"/>
                <a:ea typeface="Manrope"/>
                <a:cs typeface="Manrope"/>
              </a:rPr>
              <a:t>19</a:t>
            </a:r>
          </a:p>
        </p:txBody>
      </p:sp>
      <p:pic>
        <p:nvPicPr>
          <p:cNvPr id="6" name="Imagen 5">
            <a:extLst>
              <a:ext uri="{FF2B5EF4-FFF2-40B4-BE49-F238E27FC236}">
                <a16:creationId xmlns:a16="http://schemas.microsoft.com/office/drawing/2014/main" id="{70775977-70EE-4644-B7BA-F28434B757AE}"/>
              </a:ext>
            </a:extLst>
          </p:cNvPr>
          <p:cNvPicPr>
            <a:picLocks noChangeAspect="1"/>
          </p:cNvPicPr>
          <p:nvPr/>
        </p:nvPicPr>
        <p:blipFill>
          <a:blip r:embed="rId3"/>
          <a:stretch/>
        </p:blipFill>
        <p:spPr>
          <a:xfrm>
            <a:off x="10736085" y="304800"/>
            <a:ext cx="844906" cy="733425"/>
          </a:xfrm>
          <a:prstGeom prst="rect">
            <a:avLst/>
          </a:prstGeom>
        </p:spPr>
      </p:pic>
      <p:sp>
        <p:nvSpPr>
          <p:cNvPr id="7" name="text-231">
            <a:extLst>
              <a:ext uri="{FF2B5EF4-FFF2-40B4-BE49-F238E27FC236}">
                <a16:creationId xmlns:a16="http://schemas.microsoft.com/office/drawing/2014/main" id="{75AD4E3F-587C-465C-903B-3881F679F413}"/>
              </a:ext>
            </a:extLst>
          </p:cNvPr>
          <p:cNvSpPr>
            <a:spLocks noGrp="1"/>
          </p:cNvSpPr>
          <p:nvPr/>
        </p:nvSpPr>
        <p:spPr>
          <a:xfrm>
            <a:off x="609600" y="1990725"/>
            <a:ext cx="1097280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IVANNIA PORRAS MIRANDA</a:t>
            </a:r>
          </a:p>
        </p:txBody>
      </p:sp>
      <p:sp>
        <p:nvSpPr>
          <p:cNvPr id="8" name="text-232">
            <a:extLst>
              <a:ext uri="{FF2B5EF4-FFF2-40B4-BE49-F238E27FC236}">
                <a16:creationId xmlns:a16="http://schemas.microsoft.com/office/drawing/2014/main" id="{B19177BF-4480-4383-A077-F7D59548A9C8}"/>
              </a:ext>
            </a:extLst>
          </p:cNvPr>
          <p:cNvSpPr>
            <a:spLocks noGrp="1"/>
          </p:cNvSpPr>
          <p:nvPr/>
        </p:nvSpPr>
        <p:spPr>
          <a:xfrm>
            <a:off x="609600" y="2314575"/>
            <a:ext cx="10972800" cy="542925"/>
          </a:xfrm>
          <a:prstGeom prst="rect">
            <a:avLst/>
          </a:prstGeom>
          <a:noFill/>
          <a:ln w="0">
            <a:noFill/>
            <a:prstDash val="solid"/>
          </a:ln>
        </p:spPr>
        <p:txBody>
          <a:bodyPr wrap="square" lIns="0" tIns="0" rIns="0" bIns="0" anchor="t">
            <a:noAutofit/>
          </a:bodyPr>
          <a:lstStyle>
            <a:defPPr>
              <a:defRPr sz="2250" b="1">
                <a:solidFill>
                  <a:srgbClr val="122630"/>
                </a:solidFill>
                <a:latin typeface="Manrope"/>
                <a:ea typeface="Manrope"/>
                <a:cs typeface="Manrope"/>
              </a:defRPr>
            </a:defPPr>
            <a:lvl1pPr>
              <a:defRPr sz="2250" b="1">
                <a:solidFill>
                  <a:srgbClr val="122630"/>
                </a:solidFill>
                <a:latin typeface="Manrope"/>
                <a:ea typeface="Manrope"/>
                <a:cs typeface="Manrope"/>
              </a:defRPr>
            </a:lvl1pPr>
            <a:lvl2pPr>
              <a:defRPr sz="2250" b="1">
                <a:solidFill>
                  <a:srgbClr val="122630"/>
                </a:solidFill>
                <a:latin typeface="Manrope"/>
                <a:ea typeface="Manrope"/>
                <a:cs typeface="Manrope"/>
              </a:defRPr>
            </a:lvl2pPr>
            <a:lvl3pPr>
              <a:defRPr sz="2250" b="1">
                <a:solidFill>
                  <a:srgbClr val="122630"/>
                </a:solidFill>
                <a:latin typeface="Manrope"/>
                <a:ea typeface="Manrope"/>
                <a:cs typeface="Manrope"/>
              </a:defRPr>
            </a:lvl3pPr>
            <a:lvl4pPr>
              <a:defRPr sz="2250" b="1">
                <a:solidFill>
                  <a:srgbClr val="122630"/>
                </a:solidFill>
                <a:latin typeface="Manrope"/>
                <a:ea typeface="Manrope"/>
                <a:cs typeface="Manrope"/>
              </a:defRPr>
            </a:lvl4pPr>
            <a:lvl5pPr>
              <a:defRPr sz="2250" b="1">
                <a:solidFill>
                  <a:srgbClr val="122630"/>
                </a:solidFill>
                <a:latin typeface="Manrope"/>
                <a:ea typeface="Manrope"/>
                <a:cs typeface="Manrope"/>
              </a:defRPr>
            </a:lvl5pPr>
            <a:lvl6pPr>
              <a:defRPr sz="2250" b="1">
                <a:solidFill>
                  <a:srgbClr val="122630"/>
                </a:solidFill>
                <a:latin typeface="Manrope"/>
                <a:ea typeface="Manrope"/>
                <a:cs typeface="Manrope"/>
              </a:defRPr>
            </a:lvl6pPr>
            <a:lvl7pPr>
              <a:defRPr sz="2250" b="1">
                <a:solidFill>
                  <a:srgbClr val="122630"/>
                </a:solidFill>
                <a:latin typeface="Manrope"/>
                <a:ea typeface="Manrope"/>
                <a:cs typeface="Manrope"/>
              </a:defRPr>
            </a:lvl7pPr>
            <a:lvl8pPr>
              <a:defRPr sz="2250" b="1">
                <a:solidFill>
                  <a:srgbClr val="122630"/>
                </a:solidFill>
                <a:latin typeface="Manrope"/>
                <a:ea typeface="Manrope"/>
                <a:cs typeface="Manrope"/>
              </a:defRPr>
            </a:lvl8pPr>
            <a:lvl9pPr>
              <a:defRPr sz="2250" b="1">
                <a:solidFill>
                  <a:srgbClr val="122630"/>
                </a:solidFill>
                <a:latin typeface="Manrope"/>
                <a:ea typeface="Manrope"/>
                <a:cs typeface="Manrope"/>
              </a:defRPr>
            </a:lvl9pPr>
          </a:lstStyle>
          <a:p>
            <a:pPr>
              <a:defRPr sz="2250" b="1">
                <a:solidFill>
                  <a:srgbClr val="122630"/>
                </a:solidFill>
                <a:latin typeface="Manrope"/>
                <a:ea typeface="Manrope"/>
                <a:cs typeface="Manrope"/>
              </a:defRPr>
            </a:pPr>
            <a:r>
              <a:rPr sz="2250" b="1">
                <a:solidFill>
                  <a:srgbClr val="122630"/>
                </a:solidFill>
                <a:latin typeface="Manrope"/>
                <a:ea typeface="Manrope"/>
                <a:cs typeface="Manrope"/>
              </a:rPr>
              <a:t>El costo por intento es una defensa deliberada.</a:t>
            </a:r>
          </a:p>
        </p:txBody>
      </p:sp>
      <p:sp>
        <p:nvSpPr>
          <p:cNvPr id="9" name="rule-233">
            <a:extLst>
              <a:ext uri="{FF2B5EF4-FFF2-40B4-BE49-F238E27FC236}">
                <a16:creationId xmlns:a16="http://schemas.microsoft.com/office/drawing/2014/main" id="{9993F0AB-471B-4842-BAD4-D47B6B8C25EF}"/>
              </a:ext>
            </a:extLst>
          </p:cNvPr>
          <p:cNvSpPr>
            <a:spLocks noGrp="1"/>
          </p:cNvSpPr>
          <p:nvPr/>
        </p:nvSpPr>
        <p:spPr>
          <a:xfrm>
            <a:off x="609600" y="2924175"/>
            <a:ext cx="10972800" cy="0"/>
          </a:xfrm>
          <a:prstGeom prst="line">
            <a:avLst/>
          </a:prstGeom>
          <a:noFill/>
          <a:ln w="9525">
            <a:solidFill>
              <a:srgbClr val="D6D2C8"/>
            </a:solidFill>
            <a:prstDash val="solid"/>
          </a:ln>
        </p:spPr>
        <p:txBody>
          <a:bodyPr/>
          <a:lstStyle/>
          <a:p>
            <a:endParaRPr lang="es-419"/>
          </a:p>
        </p:txBody>
      </p:sp>
      <p:sp>
        <p:nvSpPr>
          <p:cNvPr id="10" name="text-234">
            <a:extLst>
              <a:ext uri="{FF2B5EF4-FFF2-40B4-BE49-F238E27FC236}">
                <a16:creationId xmlns:a16="http://schemas.microsoft.com/office/drawing/2014/main" id="{ABE5A7BD-49BF-41E3-A06B-B9D537D1F4C9}"/>
              </a:ext>
            </a:extLst>
          </p:cNvPr>
          <p:cNvSpPr>
            <a:spLocks noGrp="1"/>
          </p:cNvSpPr>
          <p:nvPr/>
        </p:nvSpPr>
        <p:spPr>
          <a:xfrm>
            <a:off x="609600" y="2952750"/>
            <a:ext cx="10972800" cy="285750"/>
          </a:xfrm>
          <a:prstGeom prst="rect">
            <a:avLst/>
          </a:prstGeom>
          <a:noFill/>
          <a:ln w="0">
            <a:noFill/>
            <a:prstDash val="solid"/>
          </a:ln>
        </p:spPr>
        <p:txBody>
          <a:bodyPr wrap="square" lIns="0" tIns="0" rIns="0" bIns="0" anchor="t">
            <a:noAutofit/>
          </a:bodyPr>
          <a:lstStyle>
            <a:defPPr>
              <a:defRPr sz="1275" b="1">
                <a:solidFill>
                  <a:srgbClr val="287F83"/>
                </a:solidFill>
                <a:latin typeface="Manrope"/>
                <a:ea typeface="Manrope"/>
                <a:cs typeface="Manrope"/>
              </a:defRPr>
            </a:defPPr>
            <a:lvl1pPr>
              <a:defRPr sz="1275" b="1">
                <a:solidFill>
                  <a:srgbClr val="287F83"/>
                </a:solidFill>
                <a:latin typeface="Manrope"/>
                <a:ea typeface="Manrope"/>
                <a:cs typeface="Manrope"/>
              </a:defRPr>
            </a:lvl1pPr>
            <a:lvl2pPr>
              <a:defRPr sz="1275" b="1">
                <a:solidFill>
                  <a:srgbClr val="287F83"/>
                </a:solidFill>
                <a:latin typeface="Manrope"/>
                <a:ea typeface="Manrope"/>
                <a:cs typeface="Manrope"/>
              </a:defRPr>
            </a:lvl2pPr>
            <a:lvl3pPr>
              <a:defRPr sz="1275" b="1">
                <a:solidFill>
                  <a:srgbClr val="287F83"/>
                </a:solidFill>
                <a:latin typeface="Manrope"/>
                <a:ea typeface="Manrope"/>
                <a:cs typeface="Manrope"/>
              </a:defRPr>
            </a:lvl3pPr>
            <a:lvl4pPr>
              <a:defRPr sz="1275" b="1">
                <a:solidFill>
                  <a:srgbClr val="287F83"/>
                </a:solidFill>
                <a:latin typeface="Manrope"/>
                <a:ea typeface="Manrope"/>
                <a:cs typeface="Manrope"/>
              </a:defRPr>
            </a:lvl4pPr>
            <a:lvl5pPr>
              <a:defRPr sz="1275" b="1">
                <a:solidFill>
                  <a:srgbClr val="287F83"/>
                </a:solidFill>
                <a:latin typeface="Manrope"/>
                <a:ea typeface="Manrope"/>
                <a:cs typeface="Manrope"/>
              </a:defRPr>
            </a:lvl5pPr>
            <a:lvl6pPr>
              <a:defRPr sz="1275" b="1">
                <a:solidFill>
                  <a:srgbClr val="287F83"/>
                </a:solidFill>
                <a:latin typeface="Manrope"/>
                <a:ea typeface="Manrope"/>
                <a:cs typeface="Manrope"/>
              </a:defRPr>
            </a:lvl6pPr>
            <a:lvl7pPr>
              <a:defRPr sz="1275" b="1">
                <a:solidFill>
                  <a:srgbClr val="287F83"/>
                </a:solidFill>
                <a:latin typeface="Manrope"/>
                <a:ea typeface="Manrope"/>
                <a:cs typeface="Manrope"/>
              </a:defRPr>
            </a:lvl7pPr>
            <a:lvl8pPr>
              <a:defRPr sz="1275" b="1">
                <a:solidFill>
                  <a:srgbClr val="287F83"/>
                </a:solidFill>
                <a:latin typeface="Manrope"/>
                <a:ea typeface="Manrope"/>
                <a:cs typeface="Manrope"/>
              </a:defRPr>
            </a:lvl8pPr>
            <a:lvl9pPr>
              <a:defRPr sz="1275" b="1">
                <a:solidFill>
                  <a:srgbClr val="287F83"/>
                </a:solidFill>
                <a:latin typeface="Manrope"/>
                <a:ea typeface="Manrope"/>
                <a:cs typeface="Manrope"/>
              </a:defRPr>
            </a:lvl9pPr>
          </a:lstStyle>
          <a:p>
            <a:pPr>
              <a:defRPr sz="1275" b="1">
                <a:solidFill>
                  <a:srgbClr val="287F83"/>
                </a:solidFill>
                <a:latin typeface="Manrope"/>
                <a:ea typeface="Manrope"/>
                <a:cs typeface="Manrope"/>
              </a:defRPr>
            </a:pPr>
            <a:r>
              <a:rPr sz="1275" b="1">
                <a:solidFill>
                  <a:srgbClr val="287F83"/>
                </a:solidFill>
                <a:latin typeface="Manrope"/>
                <a:ea typeface="Manrope"/>
                <a:cs typeface="Manrope"/>
              </a:rPr>
              <a:t>ANYELINA CHACÓN MORA</a:t>
            </a:r>
          </a:p>
        </p:txBody>
      </p:sp>
      <p:sp>
        <p:nvSpPr>
          <p:cNvPr id="11" name="text-235">
            <a:extLst>
              <a:ext uri="{FF2B5EF4-FFF2-40B4-BE49-F238E27FC236}">
                <a16:creationId xmlns:a16="http://schemas.microsoft.com/office/drawing/2014/main" id="{C067ABF9-FA21-4EBF-B756-BA26F34F08BC}"/>
              </a:ext>
            </a:extLst>
          </p:cNvPr>
          <p:cNvSpPr>
            <a:spLocks noGrp="1"/>
          </p:cNvSpPr>
          <p:nvPr/>
        </p:nvSpPr>
        <p:spPr>
          <a:xfrm>
            <a:off x="609600" y="3276600"/>
            <a:ext cx="10972800" cy="542925"/>
          </a:xfrm>
          <a:prstGeom prst="rect">
            <a:avLst/>
          </a:prstGeom>
          <a:noFill/>
          <a:ln w="0">
            <a:noFill/>
            <a:prstDash val="solid"/>
          </a:ln>
        </p:spPr>
        <p:txBody>
          <a:bodyPr wrap="square" lIns="0" tIns="0" rIns="0" bIns="0" anchor="t">
            <a:noAutofit/>
          </a:bodyPr>
          <a:lstStyle>
            <a:defPPr>
              <a:defRPr sz="2250" b="1">
                <a:solidFill>
                  <a:srgbClr val="122630"/>
                </a:solidFill>
                <a:latin typeface="Manrope"/>
                <a:ea typeface="Manrope"/>
                <a:cs typeface="Manrope"/>
              </a:defRPr>
            </a:defPPr>
            <a:lvl1pPr>
              <a:defRPr sz="2250" b="1">
                <a:solidFill>
                  <a:srgbClr val="122630"/>
                </a:solidFill>
                <a:latin typeface="Manrope"/>
                <a:ea typeface="Manrope"/>
                <a:cs typeface="Manrope"/>
              </a:defRPr>
            </a:lvl1pPr>
            <a:lvl2pPr>
              <a:defRPr sz="2250" b="1">
                <a:solidFill>
                  <a:srgbClr val="122630"/>
                </a:solidFill>
                <a:latin typeface="Manrope"/>
                <a:ea typeface="Manrope"/>
                <a:cs typeface="Manrope"/>
              </a:defRPr>
            </a:lvl2pPr>
            <a:lvl3pPr>
              <a:defRPr sz="2250" b="1">
                <a:solidFill>
                  <a:srgbClr val="122630"/>
                </a:solidFill>
                <a:latin typeface="Manrope"/>
                <a:ea typeface="Manrope"/>
                <a:cs typeface="Manrope"/>
              </a:defRPr>
            </a:lvl3pPr>
            <a:lvl4pPr>
              <a:defRPr sz="2250" b="1">
                <a:solidFill>
                  <a:srgbClr val="122630"/>
                </a:solidFill>
                <a:latin typeface="Manrope"/>
                <a:ea typeface="Manrope"/>
                <a:cs typeface="Manrope"/>
              </a:defRPr>
            </a:lvl4pPr>
            <a:lvl5pPr>
              <a:defRPr sz="2250" b="1">
                <a:solidFill>
                  <a:srgbClr val="122630"/>
                </a:solidFill>
                <a:latin typeface="Manrope"/>
                <a:ea typeface="Manrope"/>
                <a:cs typeface="Manrope"/>
              </a:defRPr>
            </a:lvl5pPr>
            <a:lvl6pPr>
              <a:defRPr sz="2250" b="1">
                <a:solidFill>
                  <a:srgbClr val="122630"/>
                </a:solidFill>
                <a:latin typeface="Manrope"/>
                <a:ea typeface="Manrope"/>
                <a:cs typeface="Manrope"/>
              </a:defRPr>
            </a:lvl6pPr>
            <a:lvl7pPr>
              <a:defRPr sz="2250" b="1">
                <a:solidFill>
                  <a:srgbClr val="122630"/>
                </a:solidFill>
                <a:latin typeface="Manrope"/>
                <a:ea typeface="Manrope"/>
                <a:cs typeface="Manrope"/>
              </a:defRPr>
            </a:lvl7pPr>
            <a:lvl8pPr>
              <a:defRPr sz="2250" b="1">
                <a:solidFill>
                  <a:srgbClr val="122630"/>
                </a:solidFill>
                <a:latin typeface="Manrope"/>
                <a:ea typeface="Manrope"/>
                <a:cs typeface="Manrope"/>
              </a:defRPr>
            </a:lvl8pPr>
            <a:lvl9pPr>
              <a:defRPr sz="2250" b="1">
                <a:solidFill>
                  <a:srgbClr val="122630"/>
                </a:solidFill>
                <a:latin typeface="Manrope"/>
                <a:ea typeface="Manrope"/>
                <a:cs typeface="Manrope"/>
              </a:defRPr>
            </a:lvl9pPr>
          </a:lstStyle>
          <a:p>
            <a:pPr>
              <a:defRPr sz="2250" b="1">
                <a:solidFill>
                  <a:srgbClr val="122630"/>
                </a:solidFill>
                <a:latin typeface="Manrope"/>
                <a:ea typeface="Manrope"/>
                <a:cs typeface="Manrope"/>
              </a:defRPr>
            </a:pPr>
            <a:r>
              <a:rPr sz="2250" b="1">
                <a:solidFill>
                  <a:srgbClr val="122630"/>
                </a:solidFill>
                <a:latin typeface="Manrope"/>
                <a:ea typeface="Manrope"/>
                <a:cs typeface="Manrope"/>
              </a:rPr>
              <a:t>La sal única evita reutilizar cálculos entre cuentas.</a:t>
            </a:r>
          </a:p>
        </p:txBody>
      </p:sp>
      <p:sp>
        <p:nvSpPr>
          <p:cNvPr id="12" name="rule-236">
            <a:extLst>
              <a:ext uri="{FF2B5EF4-FFF2-40B4-BE49-F238E27FC236}">
                <a16:creationId xmlns:a16="http://schemas.microsoft.com/office/drawing/2014/main" id="{0EAD97C9-7E75-46BD-BCA6-7E29C7932B5F}"/>
              </a:ext>
            </a:extLst>
          </p:cNvPr>
          <p:cNvSpPr>
            <a:spLocks noGrp="1"/>
          </p:cNvSpPr>
          <p:nvPr/>
        </p:nvSpPr>
        <p:spPr>
          <a:xfrm>
            <a:off x="609600" y="3886200"/>
            <a:ext cx="10972800" cy="0"/>
          </a:xfrm>
          <a:prstGeom prst="line">
            <a:avLst/>
          </a:prstGeom>
          <a:noFill/>
          <a:ln w="9525">
            <a:solidFill>
              <a:srgbClr val="D6D2C8"/>
            </a:solidFill>
            <a:prstDash val="solid"/>
          </a:ln>
        </p:spPr>
        <p:txBody>
          <a:bodyPr/>
          <a:lstStyle/>
          <a:p>
            <a:endParaRPr lang="es-419"/>
          </a:p>
        </p:txBody>
      </p:sp>
      <p:sp>
        <p:nvSpPr>
          <p:cNvPr id="13" name="text-237">
            <a:extLst>
              <a:ext uri="{FF2B5EF4-FFF2-40B4-BE49-F238E27FC236}">
                <a16:creationId xmlns:a16="http://schemas.microsoft.com/office/drawing/2014/main" id="{44AB9B05-A20A-4C25-ADA6-8A1125BB56DF}"/>
              </a:ext>
            </a:extLst>
          </p:cNvPr>
          <p:cNvSpPr>
            <a:spLocks noGrp="1"/>
          </p:cNvSpPr>
          <p:nvPr/>
        </p:nvSpPr>
        <p:spPr>
          <a:xfrm>
            <a:off x="609600" y="3914775"/>
            <a:ext cx="10972800" cy="285750"/>
          </a:xfrm>
          <a:prstGeom prst="rect">
            <a:avLst/>
          </a:prstGeom>
          <a:noFill/>
          <a:ln w="0">
            <a:noFill/>
            <a:prstDash val="solid"/>
          </a:ln>
        </p:spPr>
        <p:txBody>
          <a:bodyPr wrap="square" lIns="0" tIns="0" rIns="0" bIns="0" anchor="t">
            <a:noAutofit/>
          </a:bodyPr>
          <a:lstStyle>
            <a:defPPr>
              <a:defRPr sz="1275" b="1">
                <a:solidFill>
                  <a:srgbClr val="A5653E"/>
                </a:solidFill>
                <a:latin typeface="Manrope"/>
                <a:ea typeface="Manrope"/>
                <a:cs typeface="Manrope"/>
              </a:defRPr>
            </a:defPPr>
            <a:lvl1pPr>
              <a:defRPr sz="1275" b="1">
                <a:solidFill>
                  <a:srgbClr val="A5653E"/>
                </a:solidFill>
                <a:latin typeface="Manrope"/>
                <a:ea typeface="Manrope"/>
                <a:cs typeface="Manrope"/>
              </a:defRPr>
            </a:lvl1pPr>
            <a:lvl2pPr>
              <a:defRPr sz="1275" b="1">
                <a:solidFill>
                  <a:srgbClr val="A5653E"/>
                </a:solidFill>
                <a:latin typeface="Manrope"/>
                <a:ea typeface="Manrope"/>
                <a:cs typeface="Manrope"/>
              </a:defRPr>
            </a:lvl2pPr>
            <a:lvl3pPr>
              <a:defRPr sz="1275" b="1">
                <a:solidFill>
                  <a:srgbClr val="A5653E"/>
                </a:solidFill>
                <a:latin typeface="Manrope"/>
                <a:ea typeface="Manrope"/>
                <a:cs typeface="Manrope"/>
              </a:defRPr>
            </a:lvl3pPr>
            <a:lvl4pPr>
              <a:defRPr sz="1275" b="1">
                <a:solidFill>
                  <a:srgbClr val="A5653E"/>
                </a:solidFill>
                <a:latin typeface="Manrope"/>
                <a:ea typeface="Manrope"/>
                <a:cs typeface="Manrope"/>
              </a:defRPr>
            </a:lvl4pPr>
            <a:lvl5pPr>
              <a:defRPr sz="1275" b="1">
                <a:solidFill>
                  <a:srgbClr val="A5653E"/>
                </a:solidFill>
                <a:latin typeface="Manrope"/>
                <a:ea typeface="Manrope"/>
                <a:cs typeface="Manrope"/>
              </a:defRPr>
            </a:lvl5pPr>
            <a:lvl6pPr>
              <a:defRPr sz="1275" b="1">
                <a:solidFill>
                  <a:srgbClr val="A5653E"/>
                </a:solidFill>
                <a:latin typeface="Manrope"/>
                <a:ea typeface="Manrope"/>
                <a:cs typeface="Manrope"/>
              </a:defRPr>
            </a:lvl6pPr>
            <a:lvl7pPr>
              <a:defRPr sz="1275" b="1">
                <a:solidFill>
                  <a:srgbClr val="A5653E"/>
                </a:solidFill>
                <a:latin typeface="Manrope"/>
                <a:ea typeface="Manrope"/>
                <a:cs typeface="Manrope"/>
              </a:defRPr>
            </a:lvl7pPr>
            <a:lvl8pPr>
              <a:defRPr sz="1275" b="1">
                <a:solidFill>
                  <a:srgbClr val="A5653E"/>
                </a:solidFill>
                <a:latin typeface="Manrope"/>
                <a:ea typeface="Manrope"/>
                <a:cs typeface="Manrope"/>
              </a:defRPr>
            </a:lvl8pPr>
            <a:lvl9pPr>
              <a:defRPr sz="1275" b="1">
                <a:solidFill>
                  <a:srgbClr val="A5653E"/>
                </a:solidFill>
                <a:latin typeface="Manrope"/>
                <a:ea typeface="Manrope"/>
                <a:cs typeface="Manrope"/>
              </a:defRPr>
            </a:lvl9pPr>
          </a:lstStyle>
          <a:p>
            <a:pPr>
              <a:defRPr sz="1275" b="1">
                <a:solidFill>
                  <a:srgbClr val="A5653E"/>
                </a:solidFill>
                <a:latin typeface="Manrope"/>
                <a:ea typeface="Manrope"/>
                <a:cs typeface="Manrope"/>
              </a:defRPr>
            </a:pPr>
            <a:r>
              <a:rPr sz="1275" b="1">
                <a:solidFill>
                  <a:srgbClr val="A5653E"/>
                </a:solidFill>
                <a:latin typeface="Manrope"/>
                <a:ea typeface="Manrope"/>
                <a:cs typeface="Manrope"/>
              </a:rPr>
              <a:t>FIORELLA ZAMORA CAMPOS</a:t>
            </a:r>
          </a:p>
        </p:txBody>
      </p:sp>
      <p:sp>
        <p:nvSpPr>
          <p:cNvPr id="14" name="text-238">
            <a:extLst>
              <a:ext uri="{FF2B5EF4-FFF2-40B4-BE49-F238E27FC236}">
                <a16:creationId xmlns:a16="http://schemas.microsoft.com/office/drawing/2014/main" id="{06094704-3409-480B-9C96-8AD86481BA4A}"/>
              </a:ext>
            </a:extLst>
          </p:cNvPr>
          <p:cNvSpPr>
            <a:spLocks noGrp="1"/>
          </p:cNvSpPr>
          <p:nvPr/>
        </p:nvSpPr>
        <p:spPr>
          <a:xfrm>
            <a:off x="609600" y="4238625"/>
            <a:ext cx="10972800" cy="542925"/>
          </a:xfrm>
          <a:prstGeom prst="rect">
            <a:avLst/>
          </a:prstGeom>
          <a:noFill/>
          <a:ln w="0">
            <a:noFill/>
            <a:prstDash val="solid"/>
          </a:ln>
        </p:spPr>
        <p:txBody>
          <a:bodyPr wrap="square" lIns="0" tIns="0" rIns="0" bIns="0" anchor="t">
            <a:noAutofit/>
          </a:bodyPr>
          <a:lstStyle>
            <a:defPPr>
              <a:defRPr sz="2250" b="1">
                <a:solidFill>
                  <a:srgbClr val="122630"/>
                </a:solidFill>
                <a:latin typeface="Manrope"/>
                <a:ea typeface="Manrope"/>
                <a:cs typeface="Manrope"/>
              </a:defRPr>
            </a:defPPr>
            <a:lvl1pPr>
              <a:defRPr sz="2250" b="1">
                <a:solidFill>
                  <a:srgbClr val="122630"/>
                </a:solidFill>
                <a:latin typeface="Manrope"/>
                <a:ea typeface="Manrope"/>
                <a:cs typeface="Manrope"/>
              </a:defRPr>
            </a:lvl1pPr>
            <a:lvl2pPr>
              <a:defRPr sz="2250" b="1">
                <a:solidFill>
                  <a:srgbClr val="122630"/>
                </a:solidFill>
                <a:latin typeface="Manrope"/>
                <a:ea typeface="Manrope"/>
                <a:cs typeface="Manrope"/>
              </a:defRPr>
            </a:lvl2pPr>
            <a:lvl3pPr>
              <a:defRPr sz="2250" b="1">
                <a:solidFill>
                  <a:srgbClr val="122630"/>
                </a:solidFill>
                <a:latin typeface="Manrope"/>
                <a:ea typeface="Manrope"/>
                <a:cs typeface="Manrope"/>
              </a:defRPr>
            </a:lvl3pPr>
            <a:lvl4pPr>
              <a:defRPr sz="2250" b="1">
                <a:solidFill>
                  <a:srgbClr val="122630"/>
                </a:solidFill>
                <a:latin typeface="Manrope"/>
                <a:ea typeface="Manrope"/>
                <a:cs typeface="Manrope"/>
              </a:defRPr>
            </a:lvl4pPr>
            <a:lvl5pPr>
              <a:defRPr sz="2250" b="1">
                <a:solidFill>
                  <a:srgbClr val="122630"/>
                </a:solidFill>
                <a:latin typeface="Manrope"/>
                <a:ea typeface="Manrope"/>
                <a:cs typeface="Manrope"/>
              </a:defRPr>
            </a:lvl5pPr>
            <a:lvl6pPr>
              <a:defRPr sz="2250" b="1">
                <a:solidFill>
                  <a:srgbClr val="122630"/>
                </a:solidFill>
                <a:latin typeface="Manrope"/>
                <a:ea typeface="Manrope"/>
                <a:cs typeface="Manrope"/>
              </a:defRPr>
            </a:lvl6pPr>
            <a:lvl7pPr>
              <a:defRPr sz="2250" b="1">
                <a:solidFill>
                  <a:srgbClr val="122630"/>
                </a:solidFill>
                <a:latin typeface="Manrope"/>
                <a:ea typeface="Manrope"/>
                <a:cs typeface="Manrope"/>
              </a:defRPr>
            </a:lvl7pPr>
            <a:lvl8pPr>
              <a:defRPr sz="2250" b="1">
                <a:solidFill>
                  <a:srgbClr val="122630"/>
                </a:solidFill>
                <a:latin typeface="Manrope"/>
                <a:ea typeface="Manrope"/>
                <a:cs typeface="Manrope"/>
              </a:defRPr>
            </a:lvl8pPr>
            <a:lvl9pPr>
              <a:defRPr sz="2250" b="1">
                <a:solidFill>
                  <a:srgbClr val="122630"/>
                </a:solidFill>
                <a:latin typeface="Manrope"/>
                <a:ea typeface="Manrope"/>
                <a:cs typeface="Manrope"/>
              </a:defRPr>
            </a:lvl9pPr>
          </a:lstStyle>
          <a:p>
            <a:pPr>
              <a:defRPr sz="2250" b="1">
                <a:solidFill>
                  <a:srgbClr val="122630"/>
                </a:solidFill>
                <a:latin typeface="Manrope"/>
                <a:ea typeface="Manrope"/>
                <a:cs typeface="Manrope"/>
              </a:defRPr>
            </a:pPr>
            <a:r>
              <a:rPr sz="2250" b="1">
                <a:solidFill>
                  <a:srgbClr val="122630"/>
                </a:solidFill>
                <a:latin typeface="Manrope"/>
                <a:ea typeface="Manrope"/>
                <a:cs typeface="Manrope"/>
              </a:rPr>
              <a:t>Las API y sus límites deben verificarse y probarse.</a:t>
            </a:r>
          </a:p>
        </p:txBody>
      </p:sp>
      <p:sp>
        <p:nvSpPr>
          <p:cNvPr id="15" name="rule-239">
            <a:extLst>
              <a:ext uri="{FF2B5EF4-FFF2-40B4-BE49-F238E27FC236}">
                <a16:creationId xmlns:a16="http://schemas.microsoft.com/office/drawing/2014/main" id="{252F063A-030C-40A5-86C7-F1CE0F110DB8}"/>
              </a:ext>
            </a:extLst>
          </p:cNvPr>
          <p:cNvSpPr>
            <a:spLocks noGrp="1"/>
          </p:cNvSpPr>
          <p:nvPr/>
        </p:nvSpPr>
        <p:spPr>
          <a:xfrm>
            <a:off x="609600" y="4848225"/>
            <a:ext cx="10972800" cy="0"/>
          </a:xfrm>
          <a:prstGeom prst="line">
            <a:avLst/>
          </a:prstGeom>
          <a:noFill/>
          <a:ln w="9525">
            <a:solidFill>
              <a:srgbClr val="D6D2C8"/>
            </a:solidFill>
            <a:prstDash val="solid"/>
          </a:ln>
        </p:spPr>
        <p:txBody>
          <a:bodyPr/>
          <a:lstStyle/>
          <a:p>
            <a:endParaRPr lang="es-419"/>
          </a:p>
        </p:txBody>
      </p:sp>
      <p:sp>
        <p:nvSpPr>
          <p:cNvPr id="16" name="text-240">
            <a:extLst>
              <a:ext uri="{FF2B5EF4-FFF2-40B4-BE49-F238E27FC236}">
                <a16:creationId xmlns:a16="http://schemas.microsoft.com/office/drawing/2014/main" id="{069D8A35-51E6-4BB6-914C-2E9260D4A320}"/>
              </a:ext>
            </a:extLst>
          </p:cNvPr>
          <p:cNvSpPr>
            <a:spLocks noGrp="1"/>
          </p:cNvSpPr>
          <p:nvPr/>
        </p:nvSpPr>
        <p:spPr>
          <a:xfrm>
            <a:off x="609600" y="4876800"/>
            <a:ext cx="10972800" cy="285750"/>
          </a:xfrm>
          <a:prstGeom prst="rect">
            <a:avLst/>
          </a:prstGeom>
          <a:noFill/>
          <a:ln w="0">
            <a:noFill/>
            <a:prstDash val="solid"/>
          </a:ln>
        </p:spPr>
        <p:txBody>
          <a:bodyPr wrap="square" lIns="0" tIns="0" rIns="0" bIns="0" anchor="t">
            <a:noAutofit/>
          </a:bodyPr>
          <a:lstStyle>
            <a:defPPr>
              <a:defRPr sz="1275" b="1">
                <a:solidFill>
                  <a:srgbClr val="287F83"/>
                </a:solidFill>
                <a:latin typeface="Manrope"/>
                <a:ea typeface="Manrope"/>
                <a:cs typeface="Manrope"/>
              </a:defRPr>
            </a:defPPr>
            <a:lvl1pPr>
              <a:defRPr sz="1275" b="1">
                <a:solidFill>
                  <a:srgbClr val="287F83"/>
                </a:solidFill>
                <a:latin typeface="Manrope"/>
                <a:ea typeface="Manrope"/>
                <a:cs typeface="Manrope"/>
              </a:defRPr>
            </a:lvl1pPr>
            <a:lvl2pPr>
              <a:defRPr sz="1275" b="1">
                <a:solidFill>
                  <a:srgbClr val="287F83"/>
                </a:solidFill>
                <a:latin typeface="Manrope"/>
                <a:ea typeface="Manrope"/>
                <a:cs typeface="Manrope"/>
              </a:defRPr>
            </a:lvl2pPr>
            <a:lvl3pPr>
              <a:defRPr sz="1275" b="1">
                <a:solidFill>
                  <a:srgbClr val="287F83"/>
                </a:solidFill>
                <a:latin typeface="Manrope"/>
                <a:ea typeface="Manrope"/>
                <a:cs typeface="Manrope"/>
              </a:defRPr>
            </a:lvl3pPr>
            <a:lvl4pPr>
              <a:defRPr sz="1275" b="1">
                <a:solidFill>
                  <a:srgbClr val="287F83"/>
                </a:solidFill>
                <a:latin typeface="Manrope"/>
                <a:ea typeface="Manrope"/>
                <a:cs typeface="Manrope"/>
              </a:defRPr>
            </a:lvl4pPr>
            <a:lvl5pPr>
              <a:defRPr sz="1275" b="1">
                <a:solidFill>
                  <a:srgbClr val="287F83"/>
                </a:solidFill>
                <a:latin typeface="Manrope"/>
                <a:ea typeface="Manrope"/>
                <a:cs typeface="Manrope"/>
              </a:defRPr>
            </a:lvl5pPr>
            <a:lvl6pPr>
              <a:defRPr sz="1275" b="1">
                <a:solidFill>
                  <a:srgbClr val="287F83"/>
                </a:solidFill>
                <a:latin typeface="Manrope"/>
                <a:ea typeface="Manrope"/>
                <a:cs typeface="Manrope"/>
              </a:defRPr>
            </a:lvl6pPr>
            <a:lvl7pPr>
              <a:defRPr sz="1275" b="1">
                <a:solidFill>
                  <a:srgbClr val="287F83"/>
                </a:solidFill>
                <a:latin typeface="Manrope"/>
                <a:ea typeface="Manrope"/>
                <a:cs typeface="Manrope"/>
              </a:defRPr>
            </a:lvl7pPr>
            <a:lvl8pPr>
              <a:defRPr sz="1275" b="1">
                <a:solidFill>
                  <a:srgbClr val="287F83"/>
                </a:solidFill>
                <a:latin typeface="Manrope"/>
                <a:ea typeface="Manrope"/>
                <a:cs typeface="Manrope"/>
              </a:defRPr>
            </a:lvl8pPr>
            <a:lvl9pPr>
              <a:defRPr sz="1275" b="1">
                <a:solidFill>
                  <a:srgbClr val="287F83"/>
                </a:solidFill>
                <a:latin typeface="Manrope"/>
                <a:ea typeface="Manrope"/>
                <a:cs typeface="Manrope"/>
              </a:defRPr>
            </a:lvl9pPr>
          </a:lstStyle>
          <a:p>
            <a:pPr>
              <a:defRPr sz="1275" b="1">
                <a:solidFill>
                  <a:srgbClr val="287F83"/>
                </a:solidFill>
                <a:latin typeface="Manrope"/>
                <a:ea typeface="Manrope"/>
                <a:cs typeface="Manrope"/>
              </a:defRPr>
            </a:pPr>
            <a:r>
              <a:rPr sz="1275" b="1">
                <a:solidFill>
                  <a:srgbClr val="287F83"/>
                </a:solidFill>
                <a:latin typeface="Manrope"/>
                <a:ea typeface="Manrope"/>
                <a:cs typeface="Manrope"/>
              </a:rPr>
              <a:t>HAROLD SABORÍO ARCE</a:t>
            </a:r>
          </a:p>
        </p:txBody>
      </p:sp>
      <p:sp>
        <p:nvSpPr>
          <p:cNvPr id="17" name="text-241">
            <a:extLst>
              <a:ext uri="{FF2B5EF4-FFF2-40B4-BE49-F238E27FC236}">
                <a16:creationId xmlns:a16="http://schemas.microsoft.com/office/drawing/2014/main" id="{3C9C43C8-75DD-48B8-B123-EC6F65A5ACC7}"/>
              </a:ext>
            </a:extLst>
          </p:cNvPr>
          <p:cNvSpPr>
            <a:spLocks noGrp="1"/>
          </p:cNvSpPr>
          <p:nvPr/>
        </p:nvSpPr>
        <p:spPr>
          <a:xfrm>
            <a:off x="609600" y="5200650"/>
            <a:ext cx="10972800" cy="542925"/>
          </a:xfrm>
          <a:prstGeom prst="rect">
            <a:avLst/>
          </a:prstGeom>
          <a:noFill/>
          <a:ln w="0">
            <a:noFill/>
            <a:prstDash val="solid"/>
          </a:ln>
        </p:spPr>
        <p:txBody>
          <a:bodyPr wrap="square" lIns="0" tIns="0" rIns="0" bIns="0" anchor="t">
            <a:noAutofit/>
          </a:bodyPr>
          <a:lstStyle>
            <a:defPPr>
              <a:defRPr sz="2250" b="1">
                <a:solidFill>
                  <a:srgbClr val="122630"/>
                </a:solidFill>
                <a:latin typeface="Manrope"/>
                <a:ea typeface="Manrope"/>
                <a:cs typeface="Manrope"/>
              </a:defRPr>
            </a:defPPr>
            <a:lvl1pPr>
              <a:defRPr sz="2250" b="1">
                <a:solidFill>
                  <a:srgbClr val="122630"/>
                </a:solidFill>
                <a:latin typeface="Manrope"/>
                <a:ea typeface="Manrope"/>
                <a:cs typeface="Manrope"/>
              </a:defRPr>
            </a:lvl1pPr>
            <a:lvl2pPr>
              <a:defRPr sz="2250" b="1">
                <a:solidFill>
                  <a:srgbClr val="122630"/>
                </a:solidFill>
                <a:latin typeface="Manrope"/>
                <a:ea typeface="Manrope"/>
                <a:cs typeface="Manrope"/>
              </a:defRPr>
            </a:lvl2pPr>
            <a:lvl3pPr>
              <a:defRPr sz="2250" b="1">
                <a:solidFill>
                  <a:srgbClr val="122630"/>
                </a:solidFill>
                <a:latin typeface="Manrope"/>
                <a:ea typeface="Manrope"/>
                <a:cs typeface="Manrope"/>
              </a:defRPr>
            </a:lvl3pPr>
            <a:lvl4pPr>
              <a:defRPr sz="2250" b="1">
                <a:solidFill>
                  <a:srgbClr val="122630"/>
                </a:solidFill>
                <a:latin typeface="Manrope"/>
                <a:ea typeface="Manrope"/>
                <a:cs typeface="Manrope"/>
              </a:defRPr>
            </a:lvl4pPr>
            <a:lvl5pPr>
              <a:defRPr sz="2250" b="1">
                <a:solidFill>
                  <a:srgbClr val="122630"/>
                </a:solidFill>
                <a:latin typeface="Manrope"/>
                <a:ea typeface="Manrope"/>
                <a:cs typeface="Manrope"/>
              </a:defRPr>
            </a:lvl5pPr>
            <a:lvl6pPr>
              <a:defRPr sz="2250" b="1">
                <a:solidFill>
                  <a:srgbClr val="122630"/>
                </a:solidFill>
                <a:latin typeface="Manrope"/>
                <a:ea typeface="Manrope"/>
                <a:cs typeface="Manrope"/>
              </a:defRPr>
            </a:lvl6pPr>
            <a:lvl7pPr>
              <a:defRPr sz="2250" b="1">
                <a:solidFill>
                  <a:srgbClr val="122630"/>
                </a:solidFill>
                <a:latin typeface="Manrope"/>
                <a:ea typeface="Manrope"/>
                <a:cs typeface="Manrope"/>
              </a:defRPr>
            </a:lvl7pPr>
            <a:lvl8pPr>
              <a:defRPr sz="2250" b="1">
                <a:solidFill>
                  <a:srgbClr val="122630"/>
                </a:solidFill>
                <a:latin typeface="Manrope"/>
                <a:ea typeface="Manrope"/>
                <a:cs typeface="Manrope"/>
              </a:defRPr>
            </a:lvl8pPr>
            <a:lvl9pPr>
              <a:defRPr sz="2250" b="1">
                <a:solidFill>
                  <a:srgbClr val="122630"/>
                </a:solidFill>
                <a:latin typeface="Manrope"/>
                <a:ea typeface="Manrope"/>
                <a:cs typeface="Manrope"/>
              </a:defRPr>
            </a:lvl9pPr>
          </a:lstStyle>
          <a:p>
            <a:pPr>
              <a:defRPr sz="2250" b="1">
                <a:solidFill>
                  <a:srgbClr val="122630"/>
                </a:solidFill>
                <a:latin typeface="Manrope"/>
                <a:ea typeface="Manrope"/>
                <a:cs typeface="Manrope"/>
              </a:defRPr>
            </a:pPr>
            <a:r>
              <a:rPr sz="2250" b="1">
                <a:solidFill>
                  <a:srgbClr val="122630"/>
                </a:solidFill>
                <a:latin typeface="Manrope"/>
                <a:ea typeface="Manrope"/>
                <a:cs typeface="Manrope"/>
              </a:rPr>
              <a:t>El caso LinkedIn muestra el riesgo del almacenamiento débil.</a:t>
            </a:r>
          </a:p>
        </p:txBody>
      </p:sp>
    </p:spTree>
    <p:extLst>
      <p:ext uri="{BB962C8B-B14F-4D97-AF65-F5344CB8AC3E}">
        <p14:creationId xmlns:p14="http://schemas.microsoft.com/office/powerpoint/2010/main" val="138054396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4908</Words>
  <Application>Microsoft Office PowerPoint</Application>
  <DocSecurity>0</DocSecurity>
  <PresentationFormat>Panorámica</PresentationFormat>
  <Paragraphs>510</Paragraphs>
  <Slides>18</Slides>
  <Notes>18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18</vt:i4>
      </vt:variant>
    </vt:vector>
  </HeadingPairs>
  <TitlesOfParts>
    <vt:vector size="22" baseType="lpstr">
      <vt:lpstr>Aptos</vt:lpstr>
      <vt:lpstr>DejaVu Sans Mono</vt:lpstr>
      <vt:lpstr>Manrope</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IVANNIA PORRAS MIRANDA</cp:lastModifiedBy>
  <cp:revision>4</cp:revision>
  <dcterms:created xsi:type="dcterms:W3CDTF">2026-10-26T17:59:08Z</dcterms:created>
  <dcterms:modified xsi:type="dcterms:W3CDTF">2026-10-29T02:44:22Z</dcterms:modified>
</cp:coreProperties>
</file>